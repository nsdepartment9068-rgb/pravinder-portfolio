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slideLayouts/slideLayout1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 id="2147483663" r:id="rId3"/>
  </p:sldMasterIdLst>
  <p:notesMasterIdLst>
    <p:notesMasterId r:id="rId21"/>
  </p:notesMasterIdLst>
  <p:sldIdLst>
    <p:sldId id="295" r:id="rId4"/>
    <p:sldId id="263" r:id="rId5"/>
    <p:sldId id="262" r:id="rId6"/>
    <p:sldId id="267" r:id="rId7"/>
    <p:sldId id="290" r:id="rId8"/>
    <p:sldId id="271" r:id="rId9"/>
    <p:sldId id="256" r:id="rId10"/>
    <p:sldId id="274" r:id="rId11"/>
    <p:sldId id="289" r:id="rId12"/>
    <p:sldId id="281" r:id="rId13"/>
    <p:sldId id="291" r:id="rId14"/>
    <p:sldId id="283" r:id="rId15"/>
    <p:sldId id="292" r:id="rId16"/>
    <p:sldId id="285" r:id="rId17"/>
    <p:sldId id="293" r:id="rId18"/>
    <p:sldId id="287" r:id="rId19"/>
    <p:sldId id="278" r:id="rId2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and Digital Banking" id="{A1B2C3D4-0001-4000-8000-000000000001}">
          <p14:sldIdLst>
            <p14:sldId id="295"/>
            <p14:sldId id="263"/>
            <p14:sldId id="262"/>
            <p14:sldId id="267"/>
            <p14:sldId id="290"/>
            <p14:sldId id="271"/>
          </p14:sldIdLst>
        </p14:section>
        <p14:section name="Financial Inclusion" id="{A1B2C3D4-0002-4000-8000-000000000002}">
          <p14:sldIdLst>
            <p14:sldId id="256"/>
            <p14:sldId id="274"/>
            <p14:sldId id="289"/>
            <p14:sldId id="281"/>
            <p14:sldId id="291"/>
          </p14:sldIdLst>
        </p14:section>
        <p14:section name="Technological Transformation of Financial Markets" id="{A1B2C3D4-0003-4000-8000-000000000003}">
          <p14:sldIdLst>
            <p14:sldId id="283"/>
            <p14:sldId id="292"/>
            <p14:sldId id="285"/>
            <p14:sldId id="293"/>
            <p14:sldId id="287"/>
            <p14:sldId id="278"/>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DFB22"/>
    <a:srgbClr val="7141EF"/>
    <a:srgbClr val="815FDB"/>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0982" autoAdjust="0"/>
    <p:restoredTop sz="62958" autoAdjust="0"/>
  </p:normalViewPr>
  <p:slideViewPr>
    <p:cSldViewPr snapToGrid="0">
      <p:cViewPr varScale="1">
        <p:scale>
          <a:sx n="53" d="100"/>
          <a:sy n="53" d="100"/>
        </p:scale>
        <p:origin x="2942" y="29"/>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3" Type="http://schemas.openxmlformats.org/officeDocument/2006/relationships/slideMaster" Target="slideMasters/slideMaster3.xml"/><Relationship Id="rId21" Type="http://schemas.openxmlformats.org/officeDocument/2006/relationships/notesMaster" Target="notesMasters/notesMaster1.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theme" Target="theme/theme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viewProps" Target="viewProps.xml"/><Relationship Id="rId10" Type="http://schemas.openxmlformats.org/officeDocument/2006/relationships/slide" Target="slides/slide7.xml"/><Relationship Id="rId19" Type="http://schemas.openxmlformats.org/officeDocument/2006/relationships/slide" Target="slides/slide16.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163461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dirty="0"/>
              <a:t>Good morning, respected teacher and my dear friends.</a:t>
            </a:r>
          </a:p>
          <a:p>
            <a:r>
              <a:rPr lang="en-IN" dirty="0"/>
              <a:t>Today, our group is going to present on the topic </a:t>
            </a:r>
            <a:r>
              <a:rPr lang="en-IN" b="1" dirty="0"/>
              <a:t>“Emerging Trends in Financial Services.”</a:t>
            </a:r>
            <a:endParaRPr lang="en-IN" dirty="0"/>
          </a:p>
          <a:p>
            <a:r>
              <a:rPr lang="en-IN" dirty="0"/>
              <a:t>In this presentation, we will discuss how technology is changing the financial services industry, particularly digital banking, financial inclusion, and the technological transformation of financial markets.</a:t>
            </a:r>
          </a:p>
          <a:p>
            <a:r>
              <a:rPr lang="en-IN" dirty="0"/>
              <a:t>Let us begin with an introduction to the topic.</a:t>
            </a:r>
          </a:p>
          <a:p>
            <a:endParaRPr lang="en-US" dirty="0"/>
          </a:p>
        </p:txBody>
      </p:sp>
      <p:sp>
        <p:nvSpPr>
          <p:cNvPr id="4" name="Slide Number Placeholder 3"/>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a:t>
            </a:fld>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Financial services include banking, insurance, investment, lending, and payment services.</a:t>
            </a:r>
          </a:p>
          <a:p>
            <a:r>
              <a:rPr lang="en-IN" dirty="0"/>
              <a:t>Today, digitalization is transforming the way these services are provided and used.</a:t>
            </a:r>
          </a:p>
          <a:p>
            <a:r>
              <a:rPr lang="en-IN" dirty="0"/>
              <a:t>Customers increasingly expect financial services to be faster, safer, and more convenient.</a:t>
            </a:r>
          </a:p>
          <a:p>
            <a:r>
              <a:rPr lang="en-IN" dirty="0"/>
              <a:t>For example, instead of visiting a bank branch, we can now transfer money, check our account balance, and pay bills using our smartphones.</a:t>
            </a:r>
          </a:p>
          <a:p>
            <a:r>
              <a:rPr lang="en-IN" dirty="0"/>
              <a:t>Some major emerging trends in this industry are digital banking, financial inclusion, fintech, and artificial intelligence.</a:t>
            </a:r>
          </a:p>
          <a:p>
            <a:r>
              <a:rPr lang="en-IN" dirty="0"/>
              <a:t>These developments help improve accessibility and operational efficiency</a:t>
            </a:r>
          </a:p>
          <a:p>
            <a:endParaRPr lang="en-IN" dirty="0"/>
          </a:p>
          <a:p>
            <a:r>
              <a:rPr lang="en-IN" sz="1200" kern="1200" dirty="0">
                <a:solidFill>
                  <a:schemeClr val="tx1"/>
                </a:solidFill>
                <a:effectLst/>
                <a:latin typeface="+mn-lt"/>
                <a:ea typeface="+mn-ea"/>
                <a:cs typeface="+mn-cs"/>
              </a:rPr>
              <a:t>Financial services are economic activities provided by banks and other institutions to help people and businesses </a:t>
            </a:r>
            <a:r>
              <a:rPr lang="en-IN" sz="1200" b="1" kern="1200" dirty="0">
                <a:solidFill>
                  <a:schemeClr val="tx1"/>
                </a:solidFill>
                <a:effectLst/>
                <a:latin typeface="+mn-lt"/>
                <a:ea typeface="+mn-ea"/>
                <a:cs typeface="+mn-cs"/>
              </a:rPr>
              <a:t>save, borrow, invest, insure, and move money.</a:t>
            </a:r>
            <a:endParaRPr lang="en-IN" sz="1200" kern="1200" dirty="0">
              <a:solidFill>
                <a:schemeClr val="tx1"/>
              </a:solidFill>
              <a:effectLst/>
              <a:latin typeface="+mn-lt"/>
              <a:ea typeface="+mn-ea"/>
              <a:cs typeface="+mn-cs"/>
            </a:endParaRPr>
          </a:p>
          <a:p>
            <a:r>
              <a:rPr lang="en-IN" sz="1200" kern="1200" dirty="0">
                <a:solidFill>
                  <a:schemeClr val="tx1"/>
                </a:solidFill>
                <a:effectLst/>
                <a:latin typeface="+mn-lt"/>
                <a:ea typeface="+mn-ea"/>
                <a:cs typeface="+mn-cs"/>
              </a:rPr>
              <a:t>Example: Tu </a:t>
            </a:r>
            <a:r>
              <a:rPr lang="en-IN" sz="1200" kern="1200" dirty="0" err="1">
                <a:solidFill>
                  <a:schemeClr val="tx1"/>
                </a:solidFill>
                <a:effectLst/>
                <a:latin typeface="+mn-lt"/>
                <a:ea typeface="+mn-ea"/>
                <a:cs typeface="+mn-cs"/>
              </a:rPr>
              <a:t>apni</a:t>
            </a:r>
            <a:r>
              <a:rPr lang="en-IN" sz="1200" kern="1200" dirty="0">
                <a:solidFill>
                  <a:schemeClr val="tx1"/>
                </a:solidFill>
                <a:effectLst/>
                <a:latin typeface="+mn-lt"/>
                <a:ea typeface="+mn-ea"/>
                <a:cs typeface="+mn-cs"/>
              </a:rPr>
              <a:t> salary bank </a:t>
            </a:r>
            <a:r>
              <a:rPr lang="en-IN" sz="1200" kern="1200" dirty="0" err="1">
                <a:solidFill>
                  <a:schemeClr val="tx1"/>
                </a:solidFill>
                <a:effectLst/>
                <a:latin typeface="+mn-lt"/>
                <a:ea typeface="+mn-ea"/>
                <a:cs typeface="+mn-cs"/>
              </a:rPr>
              <a:t>mein</a:t>
            </a:r>
            <a:r>
              <a:rPr lang="en-IN" sz="1200" kern="1200" dirty="0">
                <a:solidFill>
                  <a:schemeClr val="tx1"/>
                </a:solidFill>
                <a:effectLst/>
                <a:latin typeface="+mn-lt"/>
                <a:ea typeface="+mn-ea"/>
                <a:cs typeface="+mn-cs"/>
              </a:rPr>
              <a:t> deposit </a:t>
            </a:r>
            <a:r>
              <a:rPr lang="en-IN" sz="1200" kern="1200" dirty="0" err="1">
                <a:solidFill>
                  <a:schemeClr val="tx1"/>
                </a:solidFill>
                <a:effectLst/>
                <a:latin typeface="+mn-lt"/>
                <a:ea typeface="+mn-ea"/>
                <a:cs typeface="+mn-cs"/>
              </a:rPr>
              <a:t>karta</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hai</a:t>
            </a:r>
            <a:r>
              <a:rPr lang="en-IN" sz="1200" kern="1200" dirty="0">
                <a:solidFill>
                  <a:schemeClr val="tx1"/>
                </a:solidFill>
                <a:effectLst/>
                <a:latin typeface="+mn-lt"/>
                <a:ea typeface="+mn-ea"/>
                <a:cs typeface="+mn-cs"/>
              </a:rPr>
              <a:t>, mutual fund </a:t>
            </a:r>
            <a:r>
              <a:rPr lang="en-IN" sz="1200" kern="1200" dirty="0" err="1">
                <a:solidFill>
                  <a:schemeClr val="tx1"/>
                </a:solidFill>
                <a:effectLst/>
                <a:latin typeface="+mn-lt"/>
                <a:ea typeface="+mn-ea"/>
                <a:cs typeface="+mn-cs"/>
              </a:rPr>
              <a:t>mein</a:t>
            </a:r>
            <a:r>
              <a:rPr lang="en-IN" sz="1200" kern="1200" dirty="0">
                <a:solidFill>
                  <a:schemeClr val="tx1"/>
                </a:solidFill>
                <a:effectLst/>
                <a:latin typeface="+mn-lt"/>
                <a:ea typeface="+mn-ea"/>
                <a:cs typeface="+mn-cs"/>
              </a:rPr>
              <a:t> invest </a:t>
            </a:r>
            <a:r>
              <a:rPr lang="en-IN" sz="1200" kern="1200" dirty="0" err="1">
                <a:solidFill>
                  <a:schemeClr val="tx1"/>
                </a:solidFill>
                <a:effectLst/>
                <a:latin typeface="+mn-lt"/>
                <a:ea typeface="+mn-ea"/>
                <a:cs typeface="+mn-cs"/>
              </a:rPr>
              <a:t>karta</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hai</a:t>
            </a:r>
            <a:r>
              <a:rPr lang="en-IN" sz="1200" kern="1200" dirty="0">
                <a:solidFill>
                  <a:schemeClr val="tx1"/>
                </a:solidFill>
                <a:effectLst/>
                <a:latin typeface="+mn-lt"/>
                <a:ea typeface="+mn-ea"/>
                <a:cs typeface="+mn-cs"/>
              </a:rPr>
              <a:t>, loan </a:t>
            </a:r>
            <a:r>
              <a:rPr lang="en-IN" sz="1200" kern="1200" dirty="0" err="1">
                <a:solidFill>
                  <a:schemeClr val="tx1"/>
                </a:solidFill>
                <a:effectLst/>
                <a:latin typeface="+mn-lt"/>
                <a:ea typeface="+mn-ea"/>
                <a:cs typeface="+mn-cs"/>
              </a:rPr>
              <a:t>leta</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hai</a:t>
            </a:r>
            <a:r>
              <a:rPr lang="en-IN" sz="1200" kern="1200" dirty="0">
                <a:solidFill>
                  <a:schemeClr val="tx1"/>
                </a:solidFill>
                <a:effectLst/>
                <a:latin typeface="+mn-lt"/>
                <a:ea typeface="+mn-ea"/>
                <a:cs typeface="+mn-cs"/>
              </a:rPr>
              <a:t>, insurance </a:t>
            </a:r>
            <a:r>
              <a:rPr lang="en-IN" sz="1200" kern="1200" dirty="0" err="1">
                <a:solidFill>
                  <a:schemeClr val="tx1"/>
                </a:solidFill>
                <a:effectLst/>
                <a:latin typeface="+mn-lt"/>
                <a:ea typeface="+mn-ea"/>
                <a:cs typeface="+mn-cs"/>
              </a:rPr>
              <a:t>khareedta</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hai</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ya</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kisi</a:t>
            </a:r>
            <a:r>
              <a:rPr lang="en-IN" sz="1200" kern="1200" dirty="0">
                <a:solidFill>
                  <a:schemeClr val="tx1"/>
                </a:solidFill>
                <a:effectLst/>
                <a:latin typeface="+mn-lt"/>
                <a:ea typeface="+mn-ea"/>
                <a:cs typeface="+mn-cs"/>
              </a:rPr>
              <a:t> ko UPI se payment </a:t>
            </a:r>
            <a:r>
              <a:rPr lang="en-IN" sz="1200" kern="1200" dirty="0" err="1">
                <a:solidFill>
                  <a:schemeClr val="tx1"/>
                </a:solidFill>
                <a:effectLst/>
                <a:latin typeface="+mn-lt"/>
                <a:ea typeface="+mn-ea"/>
                <a:cs typeface="+mn-cs"/>
              </a:rPr>
              <a:t>karta</a:t>
            </a:r>
            <a:r>
              <a:rPr lang="en-IN" sz="1200" kern="1200" dirty="0">
                <a:solidFill>
                  <a:schemeClr val="tx1"/>
                </a:solidFill>
                <a:effectLst/>
                <a:latin typeface="+mn-lt"/>
                <a:ea typeface="+mn-ea"/>
                <a:cs typeface="+mn-cs"/>
              </a:rPr>
              <a:t> </a:t>
            </a:r>
            <a:r>
              <a:rPr lang="en-IN" sz="1200" kern="1200" dirty="0" err="1">
                <a:solidFill>
                  <a:schemeClr val="tx1"/>
                </a:solidFill>
                <a:effectLst/>
                <a:latin typeface="+mn-lt"/>
                <a:ea typeface="+mn-ea"/>
                <a:cs typeface="+mn-cs"/>
              </a:rPr>
              <a:t>hai</a:t>
            </a:r>
            <a:r>
              <a:rPr lang="en-IN" sz="1200" kern="1200" dirty="0">
                <a:solidFill>
                  <a:schemeClr val="tx1"/>
                </a:solidFill>
                <a:effectLst/>
                <a:latin typeface="+mn-lt"/>
                <a:ea typeface="+mn-ea"/>
                <a:cs typeface="+mn-cs"/>
              </a:rPr>
              <a:t> — ye sab financial services </a:t>
            </a:r>
            <a:r>
              <a:rPr lang="en-IN" sz="1200" kern="1200" dirty="0" err="1">
                <a:solidFill>
                  <a:schemeClr val="tx1"/>
                </a:solidFill>
                <a:effectLst/>
                <a:latin typeface="+mn-lt"/>
                <a:ea typeface="+mn-ea"/>
                <a:cs typeface="+mn-cs"/>
              </a:rPr>
              <a:t>ke</a:t>
            </a:r>
            <a:r>
              <a:rPr lang="en-IN" sz="1200" kern="1200" dirty="0">
                <a:solidFill>
                  <a:schemeClr val="tx1"/>
                </a:solidFill>
                <a:effectLst/>
                <a:latin typeface="+mn-lt"/>
                <a:ea typeface="+mn-ea"/>
                <a:cs typeface="+mn-cs"/>
              </a:rPr>
              <a:t> examples hain.</a:t>
            </a:r>
          </a:p>
          <a:p>
            <a:endParaRPr lang="en-IN" dirty="0"/>
          </a:p>
        </p:txBody>
      </p:sp>
      <p:sp>
        <p:nvSpPr>
          <p:cNvPr id="4" name="Slide Number Placeholder 3"/>
          <p:cNvSpPr>
            <a:spLocks noGrp="1"/>
          </p:cNvSpPr>
          <p:nvPr>
            <p:ph type="sldNum" sz="quarter" idx="5"/>
          </p:nvPr>
        </p:nvSpPr>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Financial services help individuals and businesses save, borrow, invest, and transfer money.</a:t>
            </a:r>
          </a:p>
          <a:p>
            <a:r>
              <a:rPr lang="en-IN" b="1" dirty="0"/>
              <a:t>For example</a:t>
            </a:r>
            <a:r>
              <a:rPr lang="en-IN" dirty="0"/>
              <a:t>, people save money in bank accounts, businesses borrow money to expand their operations, and investors invest in shares and mutual funds.</a:t>
            </a:r>
          </a:p>
          <a:p>
            <a:r>
              <a:rPr lang="en-IN" dirty="0"/>
              <a:t>Financial services are important because they mobilize savings, provide financial support to businesses, and facilitate payments and other transactions.</a:t>
            </a:r>
          </a:p>
          <a:p>
            <a:r>
              <a:rPr lang="en-IN" dirty="0"/>
              <a:t>They also contribute to employment, business growth, and financial stability.</a:t>
            </a:r>
          </a:p>
          <a:p>
            <a:r>
              <a:rPr lang="en-IN" dirty="0"/>
              <a:t>Therefore, financial services play an important role in both individual financial management and overall economic development.</a:t>
            </a:r>
          </a:p>
          <a:p>
            <a:endParaRPr lang="en-IN" dirty="0"/>
          </a:p>
          <a:p>
            <a:r>
              <a:rPr lang="en-IN" dirty="0"/>
              <a:t>For example, SIDBI provides loans to small businesses so that they can purchase machinery, expand their operations, and manage daily expenses. It also supports eligible startups through equity funding. This shows how financial institutions provide financial support to businesses through loans and investments.”</a:t>
            </a:r>
          </a:p>
        </p:txBody>
      </p:sp>
      <p:sp>
        <p:nvSpPr>
          <p:cNvPr id="4" name="Slide Number Placeholder 3"/>
          <p:cNvSpPr>
            <a:spLocks noGrp="1"/>
          </p:cNvSpPr>
          <p:nvPr>
            <p:ph type="sldNum" sz="quarter" idx="5"/>
          </p:nvPr>
        </p:nvSpPr>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Digital banking refers to providing banking services through electronic platforms.</a:t>
            </a:r>
          </a:p>
          <a:p>
            <a:r>
              <a:rPr lang="en-IN" dirty="0"/>
              <a:t>Banking has evolved significantly over time.</a:t>
            </a:r>
          </a:p>
          <a:p>
            <a:r>
              <a:rPr lang="en-IN" dirty="0"/>
              <a:t>Initially, customers depended mainly on traditional bank branches. Later, ATMs made cash withdrawals more convenient.</a:t>
            </a:r>
          </a:p>
          <a:p>
            <a:r>
              <a:rPr lang="en-IN" dirty="0"/>
              <a:t>With the development of the internet, internet banking allowed customers to access banking services online.</a:t>
            </a:r>
          </a:p>
          <a:p>
            <a:r>
              <a:rPr lang="en-IN" dirty="0"/>
              <a:t>Mobile banking applications made these services even more accessible through smartphones.</a:t>
            </a:r>
          </a:p>
          <a:p>
            <a:r>
              <a:rPr lang="en-IN" dirty="0"/>
              <a:t>Today, UPI has made instant digital payments easier and more convenient in India.</a:t>
            </a:r>
          </a:p>
          <a:p>
            <a:r>
              <a:rPr lang="en-IN" dirty="0"/>
              <a:t>As a result, customers can check balances, transfer money, and pay bills without visiting a bank branch for every transaction.</a:t>
            </a:r>
          </a:p>
          <a:p>
            <a:endParaRPr lang="en-IN" dirty="0"/>
          </a:p>
        </p:txBody>
      </p:sp>
      <p:sp>
        <p:nvSpPr>
          <p:cNvPr id="4" name="Slide Number Placeholder 3"/>
          <p:cNvSpPr>
            <a:spLocks noGrp="1"/>
          </p:cNvSpPr>
          <p:nvPr>
            <p:ph type="sldNum" sz="quarter" idx="5"/>
          </p:nvPr>
        </p:nvSpPr>
        <p:spPr/>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dirty="0"/>
              <a:t>Now, let us look at the major trends in digital banking.</a:t>
            </a:r>
          </a:p>
          <a:p>
            <a:r>
              <a:rPr lang="en-IN" dirty="0"/>
              <a:t>The first trend is mobile banking, which allows customers to use banking services through smartphone applications.</a:t>
            </a:r>
          </a:p>
          <a:p>
            <a:r>
              <a:rPr lang="en-IN" dirty="0"/>
              <a:t>The second is UPI, which enables instant bank-to-bank payments.</a:t>
            </a:r>
          </a:p>
          <a:p>
            <a:r>
              <a:rPr lang="en-IN" dirty="0"/>
              <a:t>The third is contactless payment, where customers can pay using compatible cards or devices by tapping them.</a:t>
            </a:r>
          </a:p>
          <a:p>
            <a:r>
              <a:rPr lang="en-IN" dirty="0"/>
              <a:t>The fourth trend is AI assistants. AI-powered chatbots and virtual assistants help answer customer queries and provide basic support.</a:t>
            </a:r>
          </a:p>
          <a:p>
            <a:r>
              <a:rPr lang="en-IN" dirty="0"/>
              <a:t>Finally, digital onboarding allows customers to open accounts and complete identity verification through online processes, subject to the bank's requirements.</a:t>
            </a:r>
          </a:p>
          <a:p>
            <a:r>
              <a:rPr lang="en-IN" dirty="0"/>
              <a:t>These trends are developing because customers want faster, safer, and more convenient financial services.</a:t>
            </a:r>
          </a:p>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Digital banking offers several benefits, but it also presents some challenges.</a:t>
            </a:r>
          </a:p>
          <a:p>
            <a:r>
              <a:rPr lang="en-IN" dirty="0"/>
              <a:t>First, it provides access to many banking services 24 hours a day, seven days a week.</a:t>
            </a:r>
          </a:p>
          <a:p>
            <a:r>
              <a:rPr lang="en-IN" dirty="0"/>
              <a:t>Second, it reduces transaction time and can lower certain operating costs.</a:t>
            </a:r>
          </a:p>
          <a:p>
            <a:r>
              <a:rPr lang="en-IN" dirty="0"/>
              <a:t>Third, it improves customer convenience and service efficiency.</a:t>
            </a:r>
          </a:p>
          <a:p>
            <a:r>
              <a:rPr lang="en-IN" dirty="0"/>
              <a:t>However, digital banking also involves risks.</a:t>
            </a:r>
          </a:p>
          <a:p>
            <a:r>
              <a:rPr lang="en-IN" dirty="0"/>
              <a:t>Cybercrime, phishing, and online fraud can threaten customers' money and personal information.</a:t>
            </a:r>
          </a:p>
          <a:p>
            <a:r>
              <a:rPr lang="en-IN" dirty="0"/>
              <a:t>Another challenge is the lack of digital literacy and reliable internet access among some sections of society.</a:t>
            </a:r>
          </a:p>
          <a:p>
            <a:r>
              <a:rPr lang="en-IN" dirty="0"/>
              <a:t>Therefore, while digital banking makes financial services more convenient, cybersecurity, digital awareness, and internet connectivity remain very important.</a:t>
            </a:r>
          </a:p>
          <a:p>
            <a:r>
              <a:rPr lang="en-IN" dirty="0"/>
              <a:t>Thank you. Now, I would like to hand over to the next speaker to continue with financial inclusion.</a:t>
            </a:r>
          </a:p>
          <a:p>
            <a:endParaRPr lang="en-IN" dirty="0"/>
          </a:p>
        </p:txBody>
      </p:sp>
      <p:sp>
        <p:nvSpPr>
          <p:cNvPr id="4" name="Slide Number Placeholder 3"/>
          <p:cNvSpPr>
            <a:spLocks noGrp="1"/>
          </p:cNvSpPr>
          <p:nvPr>
            <p:ph type="sldNum" sz="quarter" idx="5"/>
          </p:nvPr>
        </p:nvSpPr>
        <p:spPr/>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Person 2: Show how mobile banking, UPI, Aadhaar-based verification, digital lending and online financial education widen access, especially for eligible users in remote areas.</a:t>
            </a:r>
          </a:p>
        </p:txBody>
      </p:sp>
      <p:sp>
        <p:nvSpPr>
          <p:cNvPr id="4" name="Slide Number Placeholder 3"/>
          <p:cNvSpPr>
            <a:spLocks noGrp="1"/>
          </p:cNvSpPr>
          <p:nvPr>
            <p:ph type="sldNum" sz="quarter" idx="5"/>
          </p:nvPr>
        </p:nvSpPr>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Person 2: Benefits - savings, formal credit, rural development, small businesses and government benefits. Challenges - digital literacy, connectivity, fraud and documentation barriers.</a:t>
            </a:r>
          </a:p>
        </p:txBody>
      </p:sp>
      <p:sp>
        <p:nvSpPr>
          <p:cNvPr id="4" name="Slide Number Placeholder 3"/>
          <p:cNvSpPr>
            <a:spLocks noGrp="1"/>
          </p:cNvSpPr>
          <p:nvPr>
            <p:ph type="sldNum" sz="quarter" idx="5"/>
          </p:nvPr>
        </p:nvSpPr>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Person 3: Markets connect investors, companies and financial institutions. Technology changed trading and management - electronic trading, online investment platforms and digital systems for information and processing.</a:t>
            </a:r>
          </a:p>
        </p:txBody>
      </p:sp>
      <p:sp>
        <p:nvSpPr>
          <p:cNvPr id="4" name="Slide Number Placeholder 3"/>
          <p:cNvSpPr>
            <a:spLocks noGrp="1"/>
          </p:cNvSpPr>
          <p:nvPr>
            <p:ph type="sldNum" sz="quarter" idx="5"/>
          </p:nvPr>
        </p:nvSpPr>
        <p:spPr/>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Person 3: Fintech uses technology to improve financial products. Then cover algorithmic trading (predefined rules), robo-advisory (automated guidance), digital investment platforms and peer-to-peer lending.</a:t>
            </a:r>
          </a:p>
        </p:txBody>
      </p:sp>
      <p:sp>
        <p:nvSpPr>
          <p:cNvPr id="4" name="Slide Number Placeholder 3"/>
          <p:cNvSpPr>
            <a:spLocks noGrp="1"/>
          </p:cNvSpPr>
          <p:nvPr>
            <p:ph type="sldNum" sz="quarter" idx="5"/>
          </p:nvPr>
        </p:nvSpPr>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en-IN" dirty="0"/>
              <a:t>Person 3: Close by summarising - faster technology-driven services, convenient digital banking, wider financial inclusion, AI, blockchain and fintech reshaping markets, and the need for cybersecurity, literacy and responsible regulation.</a:t>
            </a:r>
          </a:p>
        </p:txBody>
      </p:sp>
      <p:sp>
        <p:nvSpPr>
          <p:cNvPr id="4" name="Slide Number Placeholder 3"/>
          <p:cNvSpPr>
            <a:spLocks noGrp="1"/>
          </p:cNvSpPr>
          <p:nvPr>
            <p:ph type="sldNum" sz="quarter" idx="5"/>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F90F25-8C36-1B6B-AE25-A3922E92D39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9F371EDD-FED4-FF42-FA4E-84FBFF0E625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1747C41D-C9F5-685F-4F7D-3C4856EA49B0}"/>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5" name="Footer Placeholder 4">
            <a:extLst>
              <a:ext uri="{FF2B5EF4-FFF2-40B4-BE49-F238E27FC236}">
                <a16:creationId xmlns:a16="http://schemas.microsoft.com/office/drawing/2014/main" id="{3D24971C-216A-C043-9451-0B4410EBF236}"/>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122A1DE7-D80B-F848-97F4-696156C5CC11}"/>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230581271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97F94D-502C-3F8C-01A3-456C66A48C64}"/>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6B3EE55-37F7-6711-E3F7-5E0E49691B4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B3B17C4-A0BC-3D1E-B87D-8B5DC3080236}"/>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5" name="Footer Placeholder 4">
            <a:extLst>
              <a:ext uri="{FF2B5EF4-FFF2-40B4-BE49-F238E27FC236}">
                <a16:creationId xmlns:a16="http://schemas.microsoft.com/office/drawing/2014/main" id="{B60DA818-4C25-42A3-5514-2A42106A182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6C19797-B4EB-BF09-751A-034EBBE96A89}"/>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176957922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E15173-2A50-35DE-D679-940C2F564BF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5D3A3CC9-10EF-7FB0-E0EF-216FF60EAC7F}"/>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B77D1C5-5662-E37A-708E-1A40A48E13F4}"/>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5" name="Footer Placeholder 4">
            <a:extLst>
              <a:ext uri="{FF2B5EF4-FFF2-40B4-BE49-F238E27FC236}">
                <a16:creationId xmlns:a16="http://schemas.microsoft.com/office/drawing/2014/main" id="{14782BC1-0157-99F9-78A4-A9A312E47EC9}"/>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3C5BDE2-ED3A-F6C8-B103-C42070FEC5C7}"/>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199580029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6E0604-7002-680D-44F0-C4B26BE766BE}"/>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F5138C5-8122-8933-F6A3-123B4C5C270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BF887163-5F35-6AF8-CFF1-C1069671EF0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F605DC64-EC08-750F-DC06-EE94FBAD789E}"/>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6" name="Footer Placeholder 5">
            <a:extLst>
              <a:ext uri="{FF2B5EF4-FFF2-40B4-BE49-F238E27FC236}">
                <a16:creationId xmlns:a16="http://schemas.microsoft.com/office/drawing/2014/main" id="{8B5ED402-A09D-8F6E-2F5C-7FE20ABFCAD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FF53B2F1-B38F-3674-F73C-BD5BDEFE1BEA}"/>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428796577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C0D2AF-2A16-32CD-A466-21CA9C56F1D5}"/>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3DBD83C0-01A8-C1A1-95C7-04FB85ACD08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72A5C96-6E90-795A-DA40-325C121537AE}"/>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D31361D5-4ACA-1071-EE3D-F1C4E9158FA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297C513-3300-3A10-8D01-66A8DC395CC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E094E4D5-0B16-799F-05C4-B13997015D80}"/>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8" name="Footer Placeholder 7">
            <a:extLst>
              <a:ext uri="{FF2B5EF4-FFF2-40B4-BE49-F238E27FC236}">
                <a16:creationId xmlns:a16="http://schemas.microsoft.com/office/drawing/2014/main" id="{ABC4722F-355A-D2C5-C74E-E0AABA73BF60}"/>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AEEC73A0-2C69-20BE-F97C-C319B316BB5A}"/>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417235076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AA4D2D-9D72-E0B2-F96A-EDCC8C31F66D}"/>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6921807-02C3-D778-6CEE-CD259E04BF74}"/>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4" name="Footer Placeholder 3">
            <a:extLst>
              <a:ext uri="{FF2B5EF4-FFF2-40B4-BE49-F238E27FC236}">
                <a16:creationId xmlns:a16="http://schemas.microsoft.com/office/drawing/2014/main" id="{4876294F-9017-151C-F70D-6F19C2B10C96}"/>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0BF37B6C-5946-C121-87AA-EEB920411830}"/>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315685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8D55923-8635-7529-F131-D4E74385E5EE}"/>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3" name="Footer Placeholder 2">
            <a:extLst>
              <a:ext uri="{FF2B5EF4-FFF2-40B4-BE49-F238E27FC236}">
                <a16:creationId xmlns:a16="http://schemas.microsoft.com/office/drawing/2014/main" id="{336A2D03-822E-8D18-620F-6E6BF7C64DDD}"/>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D064E847-9BBE-B45D-CE4F-0953A53EF318}"/>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10039706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B5095F-3329-EA55-3E31-493FA95CA73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9F7E26BD-2BA8-B2AA-BA63-6B7060CB2F6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5E6DDA0-2A25-A36E-EFD1-932F77C50C3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BB526DF-CEC4-C68E-3549-FBAE07ED796C}"/>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6" name="Footer Placeholder 5">
            <a:extLst>
              <a:ext uri="{FF2B5EF4-FFF2-40B4-BE49-F238E27FC236}">
                <a16:creationId xmlns:a16="http://schemas.microsoft.com/office/drawing/2014/main" id="{A78024AE-A789-CA11-381A-A687AB2C866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CA1FED3-9CD3-214D-8001-787236CBB07E}"/>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426899304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F1B278-8C8F-087D-D1A2-60A1FF60056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2D56E127-7784-253C-00CC-8D533603D1A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582E7013-8E74-DF99-1282-9E2646EA33D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D2C36F4-230C-9B03-EAC9-D0A98A8023BF}"/>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6" name="Footer Placeholder 5">
            <a:extLst>
              <a:ext uri="{FF2B5EF4-FFF2-40B4-BE49-F238E27FC236}">
                <a16:creationId xmlns:a16="http://schemas.microsoft.com/office/drawing/2014/main" id="{BED8C9BD-B40A-84C9-0993-24239D273E9E}"/>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30175C30-0917-CC5A-AE4E-0AEFE3B8A986}"/>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128807997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51F1D7-C40B-7C7C-18FF-BC9BC31AE2C2}"/>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BB47CFBF-061E-B326-BE7D-154C5E4FB13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A7ADB54-8DE8-89A0-1EEB-6921D21A69C7}"/>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5" name="Footer Placeholder 4">
            <a:extLst>
              <a:ext uri="{FF2B5EF4-FFF2-40B4-BE49-F238E27FC236}">
                <a16:creationId xmlns:a16="http://schemas.microsoft.com/office/drawing/2014/main" id="{DEABD9F1-A23C-72F4-397B-F70BFC793C83}"/>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D984C070-3424-015F-22C4-96733E39D7A7}"/>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222073319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42BC798-4811-5523-22E4-5AC6B65F4A38}"/>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CEE4DFB3-102D-BC2A-0D69-C64743F988E9}"/>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6A77A6D-2509-9902-2676-E980A63D56E6}"/>
              </a:ext>
            </a:extLst>
          </p:cNvPr>
          <p:cNvSpPr>
            <a:spLocks noGrp="1"/>
          </p:cNvSpPr>
          <p:nvPr>
            <p:ph type="dt" sz="half" idx="10"/>
          </p:nvPr>
        </p:nvSpPr>
        <p:spPr/>
        <p:txBody>
          <a:bodyPr/>
          <a:lstStyle/>
          <a:p>
            <a:fld id="{02643563-28F7-4DF6-AFCD-BAEB6EDAC41B}" type="datetimeFigureOut">
              <a:rPr lang="en-GB" smtClean="0"/>
              <a:t>21/10/2026</a:t>
            </a:fld>
            <a:endParaRPr lang="en-GB"/>
          </a:p>
        </p:txBody>
      </p:sp>
      <p:sp>
        <p:nvSpPr>
          <p:cNvPr id="5" name="Footer Placeholder 4">
            <a:extLst>
              <a:ext uri="{FF2B5EF4-FFF2-40B4-BE49-F238E27FC236}">
                <a16:creationId xmlns:a16="http://schemas.microsoft.com/office/drawing/2014/main" id="{8BA2C1A0-5FBF-AB41-C47C-9E23CCEF573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B470D595-61AD-2ED8-E5F7-ECB0A0D73C20}"/>
              </a:ext>
            </a:extLst>
          </p:cNvPr>
          <p:cNvSpPr>
            <a:spLocks noGrp="1"/>
          </p:cNvSpPr>
          <p:nvPr>
            <p:ph type="sldNum" sz="quarter" idx="12"/>
          </p:nvPr>
        </p:nvSpPr>
        <p:spPr/>
        <p:txBody>
          <a:bodyPr/>
          <a:lstStyle/>
          <a:p>
            <a:fld id="{7B372C0C-A22C-426E-A19D-58B113C7CF8A}" type="slidenum">
              <a:rPr lang="en-GB" smtClean="0"/>
              <a:t>‹#›</a:t>
            </a:fld>
            <a:endParaRPr lang="en-GB"/>
          </a:p>
        </p:txBody>
      </p:sp>
    </p:spTree>
    <p:extLst>
      <p:ext uri="{BB962C8B-B14F-4D97-AF65-F5344CB8AC3E}">
        <p14:creationId xmlns:p14="http://schemas.microsoft.com/office/powerpoint/2010/main" val="42626833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521969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10/21/2026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40154928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8907719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3.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30000">
              <a:schemeClr val="accent4">
                <a:lumMod val="0"/>
                <a:lumOff val="100000"/>
              </a:schemeClr>
            </a:gs>
            <a:gs pos="60000">
              <a:srgbClr val="7141EF"/>
            </a:gs>
            <a:gs pos="85000">
              <a:srgbClr val="000000"/>
            </a:gs>
          </a:gsLst>
          <a:path path="circle">
            <a:fillToRect l="50000" t="-80000" r="50000" b="180000"/>
          </a:path>
          <a:tileRect/>
        </a:gra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7F0F6D2-5D4A-0871-A614-BB371F0B7E75}"/>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155CB75F-0365-0BB8-C321-2E425E8C707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5BD76003-CA2D-B11E-A5CB-FB5BA106B1A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02643563-28F7-4DF6-AFCD-BAEB6EDAC41B}" type="datetimeFigureOut">
              <a:rPr lang="en-GB" smtClean="0"/>
              <a:t>21/10/2026</a:t>
            </a:fld>
            <a:endParaRPr lang="en-GB"/>
          </a:p>
        </p:txBody>
      </p:sp>
      <p:sp>
        <p:nvSpPr>
          <p:cNvPr id="5" name="Footer Placeholder 4">
            <a:extLst>
              <a:ext uri="{FF2B5EF4-FFF2-40B4-BE49-F238E27FC236}">
                <a16:creationId xmlns:a16="http://schemas.microsoft.com/office/drawing/2014/main" id="{F82F5DCB-DF5D-2389-CD5F-0D8129DAA8AE}"/>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a:extLst>
              <a:ext uri="{FF2B5EF4-FFF2-40B4-BE49-F238E27FC236}">
                <a16:creationId xmlns:a16="http://schemas.microsoft.com/office/drawing/2014/main" id="{A3E322D5-66B6-F14A-89BF-5A8D7AB7301D}"/>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7B372C0C-A22C-426E-A19D-58B113C7CF8A}" type="slidenum">
              <a:rPr lang="en-GB" smtClean="0"/>
              <a:t>‹#›</a:t>
            </a:fld>
            <a:endParaRPr lang="en-GB"/>
          </a:p>
        </p:txBody>
      </p:sp>
    </p:spTree>
    <p:extLst>
      <p:ext uri="{BB962C8B-B14F-4D97-AF65-F5344CB8AC3E}">
        <p14:creationId xmlns:p14="http://schemas.microsoft.com/office/powerpoint/2010/main" val="326051016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10/21/2026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509025235"/>
      </p:ext>
    </p:extLst>
  </p:cSld>
  <p:clrMap bg1="lt1" tx1="dk1" bg2="lt2" tx2="dk2" accent1="accent1" accent2="accent2" accent3="accent3" accent4="accent4" accent5="accent5" accent6="accent6" hlink="hlink" folHlink="folHlink"/>
  <p:sldLayoutIdLst>
    <p:sldLayoutId id="2147483662" r:id="rId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4842072"/>
      </p:ext>
    </p:extLst>
  </p:cSld>
  <p:clrMap bg1="lt1" tx1="dk1" bg2="lt2" tx2="dk2" accent1="accent1" accent2="accent2" accent3="accent3" accent4="accent4" accent5="accent5" accent6="accent6" hlink="hlink" folHlink="folHlink"/>
  <p:sldLayoutIdLst>
    <p:sldLayoutId id="2147483664" r:id="rId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14.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 Id="rId9" Type="http://schemas.microsoft.com/office/2007/relationships/hdphoto" Target="../media/hdphoto1.wdp"/></Relationships>
</file>

<file path=ppt/slides/_rels/slide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png"/><Relationship Id="rId7" Type="http://schemas.openxmlformats.org/officeDocument/2006/relationships/image" Target="../media/image12.pn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11.png"/><Relationship Id="rId11" Type="http://schemas.openxmlformats.org/officeDocument/2006/relationships/image" Target="../media/image16.png"/><Relationship Id="rId5" Type="http://schemas.openxmlformats.org/officeDocument/2006/relationships/image" Target="../media/image10.png"/><Relationship Id="rId10" Type="http://schemas.openxmlformats.org/officeDocument/2006/relationships/image" Target="../media/image15.png"/><Relationship Id="rId4" Type="http://schemas.openxmlformats.org/officeDocument/2006/relationships/image" Target="../media/image9.png"/><Relationship Id="rId9" Type="http://schemas.openxmlformats.org/officeDocument/2006/relationships/image" Target="../media/image14.png"/></Relationships>
</file>

<file path=ppt/slides/_rels/slide4.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7.png"/><Relationship Id="rId7" Type="http://schemas.openxmlformats.org/officeDocument/2006/relationships/image" Target="../media/image20.png"/><Relationship Id="rId2" Type="http://schemas.openxmlformats.org/officeDocument/2006/relationships/notesSlide" Target="../notesSlides/notesSlide4.xml"/><Relationship Id="rId1" Type="http://schemas.openxmlformats.org/officeDocument/2006/relationships/slideLayout" Target="../slideLayouts/slideLayout7.xml"/><Relationship Id="rId6" Type="http://schemas.openxmlformats.org/officeDocument/2006/relationships/image" Target="../media/image19.png"/><Relationship Id="rId5" Type="http://schemas.openxmlformats.org/officeDocument/2006/relationships/image" Target="../media/image12.png"/><Relationship Id="rId4" Type="http://schemas.openxmlformats.org/officeDocument/2006/relationships/image" Target="../media/image18.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image" Target="../media/image25.png"/><Relationship Id="rId5" Type="http://schemas.openxmlformats.org/officeDocument/2006/relationships/image" Target="../media/image24.pn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png"/></Relationships>
</file>

<file path=ppt/slides/_rels/slide7.xml.rels><?xml version="1.0" encoding="UTF-8" standalone="yes"?>
<Relationships xmlns="http://schemas.openxmlformats.org/package/2006/relationships"><Relationship Id="rId8" Type="http://schemas.openxmlformats.org/officeDocument/2006/relationships/image" Target="../media/image35.png"/><Relationship Id="rId3" Type="http://schemas.openxmlformats.org/officeDocument/2006/relationships/image" Target="../media/image30.png"/><Relationship Id="rId7" Type="http://schemas.openxmlformats.org/officeDocument/2006/relationships/image" Target="../media/image34.png"/><Relationship Id="rId2" Type="http://schemas.openxmlformats.org/officeDocument/2006/relationships/notesSlide" Target="../notesSlides/notesSlide7.xml"/><Relationship Id="rId1" Type="http://schemas.openxmlformats.org/officeDocument/2006/relationships/slideLayout" Target="../slideLayouts/slideLayout12.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 Id="rId9" Type="http://schemas.openxmlformats.org/officeDocument/2006/relationships/image" Target="../media/image36.png"/></Relationships>
</file>

<file path=ppt/slides/_rels/slide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37.png"/><Relationship Id="rId7" Type="http://schemas.openxmlformats.org/officeDocument/2006/relationships/image" Target="../media/image39.pn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20.png"/><Relationship Id="rId5" Type="http://schemas.openxmlformats.org/officeDocument/2006/relationships/image" Target="../media/image17.png"/><Relationship Id="rId4" Type="http://schemas.openxmlformats.org/officeDocument/2006/relationships/image" Target="../media/image38.png"/><Relationship Id="rId9" Type="http://schemas.openxmlformats.org/officeDocument/2006/relationships/image" Target="../media/image4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3.png"/><Relationship Id="rId7" Type="http://schemas.openxmlformats.org/officeDocument/2006/relationships/image" Target="../media/image40.pn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41.png"/><Relationship Id="rId5" Type="http://schemas.openxmlformats.org/officeDocument/2006/relationships/image" Target="../media/image21.png"/><Relationship Id="rId4" Type="http://schemas.openxmlformats.org/officeDocument/2006/relationships/image" Target="../media/image9.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38.png"/><Relationship Id="rId2" Type="http://schemas.openxmlformats.org/officeDocument/2006/relationships/notesSlide" Target="../notesSlides/notesSlide11.xml"/><Relationship Id="rId1" Type="http://schemas.openxmlformats.org/officeDocument/2006/relationships/slideLayout" Target="../slideLayouts/slideLayout7.xml"/><Relationship Id="rId6" Type="http://schemas.openxmlformats.org/officeDocument/2006/relationships/image" Target="../media/image43.png"/><Relationship Id="rId5" Type="http://schemas.openxmlformats.org/officeDocument/2006/relationships/image" Target="../media/image12.png"/><Relationship Id="rId4" Type="http://schemas.openxmlformats.org/officeDocument/2006/relationships/image" Target="../media/image42.png"/></Relationships>
</file>

<file path=ppt/slides/_rels/slide13.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notesSlide" Target="../notesSlides/notesSlide12.xml"/><Relationship Id="rId1" Type="http://schemas.openxmlformats.org/officeDocument/2006/relationships/slideLayout" Target="../slideLayouts/slideLayout12.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14.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image" Target="../media/image43.png"/><Relationship Id="rId7" Type="http://schemas.openxmlformats.org/officeDocument/2006/relationships/image" Target="../media/image11.png"/><Relationship Id="rId2" Type="http://schemas.openxmlformats.org/officeDocument/2006/relationships/notesSlide" Target="../notesSlides/notesSlide13.xml"/><Relationship Id="rId1" Type="http://schemas.openxmlformats.org/officeDocument/2006/relationships/slideLayout" Target="../slideLayouts/slideLayout7.xml"/><Relationship Id="rId6" Type="http://schemas.openxmlformats.org/officeDocument/2006/relationships/image" Target="../media/image18.png"/><Relationship Id="rId5" Type="http://schemas.openxmlformats.org/officeDocument/2006/relationships/image" Target="../media/image50.png"/><Relationship Id="rId4" Type="http://schemas.openxmlformats.org/officeDocument/2006/relationships/image" Target="../media/image17.png"/></Relationships>
</file>

<file path=ppt/slides/_rels/slide15.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52.png"/><Relationship Id="rId7" Type="http://schemas.openxmlformats.org/officeDocument/2006/relationships/image" Target="../media/image36.png"/><Relationship Id="rId2" Type="http://schemas.openxmlformats.org/officeDocument/2006/relationships/notesSlide" Target="../notesSlides/notesSlide14.xml"/><Relationship Id="rId1" Type="http://schemas.openxmlformats.org/officeDocument/2006/relationships/slideLayout" Target="../slideLayouts/slideLayout12.xml"/><Relationship Id="rId6" Type="http://schemas.openxmlformats.org/officeDocument/2006/relationships/image" Target="../media/image55.png"/><Relationship Id="rId5" Type="http://schemas.openxmlformats.org/officeDocument/2006/relationships/image" Target="../media/image54.png"/><Relationship Id="rId10" Type="http://schemas.openxmlformats.org/officeDocument/2006/relationships/image" Target="../media/image58.png"/><Relationship Id="rId4" Type="http://schemas.openxmlformats.org/officeDocument/2006/relationships/image" Target="../media/image53.png"/><Relationship Id="rId9" Type="http://schemas.openxmlformats.org/officeDocument/2006/relationships/image" Target="../media/image57.png"/></Relationships>
</file>

<file path=ppt/slides/_rels/slide16.xml.rels><?xml version="1.0" encoding="UTF-8" standalone="yes"?>
<Relationships xmlns="http://schemas.openxmlformats.org/package/2006/relationships"><Relationship Id="rId8" Type="http://schemas.openxmlformats.org/officeDocument/2006/relationships/image" Target="../media/image59.png"/><Relationship Id="rId3" Type="http://schemas.openxmlformats.org/officeDocument/2006/relationships/image" Target="../media/image23.png"/><Relationship Id="rId7" Type="http://schemas.openxmlformats.org/officeDocument/2006/relationships/image" Target="../media/image11.png"/><Relationship Id="rId2" Type="http://schemas.openxmlformats.org/officeDocument/2006/relationships/notesSlide" Target="../notesSlides/notesSlide15.xml"/><Relationship Id="rId1" Type="http://schemas.openxmlformats.org/officeDocument/2006/relationships/slideLayout" Target="../slideLayouts/slideLayout7.xml"/><Relationship Id="rId6" Type="http://schemas.openxmlformats.org/officeDocument/2006/relationships/image" Target="../media/image16.png"/><Relationship Id="rId5" Type="http://schemas.openxmlformats.org/officeDocument/2006/relationships/image" Target="../media/image17.png"/><Relationship Id="rId4" Type="http://schemas.openxmlformats.org/officeDocument/2006/relationships/image" Target="../media/image25.png"/></Relationships>
</file>

<file path=ppt/slides/_rels/slide17.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95" name="Left Illustration"/>
          <p:cNvGrpSpPr/>
          <p:nvPr/>
        </p:nvGrpSpPr>
        <p:grpSpPr>
          <a:xfrm>
            <a:off x="137554" y="6031345"/>
            <a:ext cx="952337" cy="749838"/>
            <a:chOff x="398185" y="1853369"/>
            <a:chExt cx="1730294" cy="1556541"/>
          </a:xfrm>
        </p:grpSpPr>
        <p:sp>
          <p:nvSpPr>
            <p:cNvPr id="15" name="left_illustration__coin0_0"/>
            <p:cNvSpPr/>
            <p:nvPr/>
          </p:nvSpPr>
          <p:spPr>
            <a:xfrm>
              <a:off x="398185" y="3315794"/>
              <a:ext cx="376466" cy="94116"/>
            </a:xfrm>
            <a:prstGeom prst="ellipse">
              <a:avLst/>
            </a:prstGeom>
            <a:solidFill>
              <a:srgbClr val="FFC21F"/>
            </a:solidFill>
            <a:ln w="6350">
              <a:solidFill>
                <a:srgbClr val="B87800"/>
              </a:solidFill>
              <a:prstDash val="solid"/>
            </a:ln>
          </p:spPr>
        </p:sp>
        <p:sp>
          <p:nvSpPr>
            <p:cNvPr id="16" name="left_illustration__coin0_1"/>
            <p:cNvSpPr/>
            <p:nvPr/>
          </p:nvSpPr>
          <p:spPr>
            <a:xfrm>
              <a:off x="398185" y="3257876"/>
              <a:ext cx="376466" cy="94116"/>
            </a:xfrm>
            <a:prstGeom prst="ellipse">
              <a:avLst/>
            </a:prstGeom>
            <a:solidFill>
              <a:srgbClr val="F5A800"/>
            </a:solidFill>
            <a:ln w="6350">
              <a:solidFill>
                <a:srgbClr val="B87800"/>
              </a:solidFill>
              <a:prstDash val="solid"/>
            </a:ln>
          </p:spPr>
        </p:sp>
        <p:sp>
          <p:nvSpPr>
            <p:cNvPr id="17" name="left_illustration__coin0_2"/>
            <p:cNvSpPr/>
            <p:nvPr/>
          </p:nvSpPr>
          <p:spPr>
            <a:xfrm>
              <a:off x="398185" y="3199958"/>
              <a:ext cx="376466" cy="94116"/>
            </a:xfrm>
            <a:prstGeom prst="ellipse">
              <a:avLst/>
            </a:prstGeom>
            <a:solidFill>
              <a:srgbClr val="FFC21F"/>
            </a:solidFill>
            <a:ln w="6350">
              <a:solidFill>
                <a:srgbClr val="B87800"/>
              </a:solidFill>
              <a:prstDash val="solid"/>
            </a:ln>
          </p:spPr>
        </p:sp>
        <p:sp>
          <p:nvSpPr>
            <p:cNvPr id="18" name="left_illustration__coin0_3"/>
            <p:cNvSpPr/>
            <p:nvPr/>
          </p:nvSpPr>
          <p:spPr>
            <a:xfrm>
              <a:off x="398185" y="3142040"/>
              <a:ext cx="376466" cy="94116"/>
            </a:xfrm>
            <a:prstGeom prst="ellipse">
              <a:avLst/>
            </a:prstGeom>
            <a:solidFill>
              <a:srgbClr val="F5A800"/>
            </a:solidFill>
            <a:ln w="6350">
              <a:solidFill>
                <a:srgbClr val="B87800"/>
              </a:solidFill>
              <a:prstDash val="solid"/>
            </a:ln>
          </p:spPr>
        </p:sp>
        <p:sp>
          <p:nvSpPr>
            <p:cNvPr id="19" name="left_illustration__coin0_4"/>
            <p:cNvSpPr/>
            <p:nvPr/>
          </p:nvSpPr>
          <p:spPr>
            <a:xfrm>
              <a:off x="398185" y="3084122"/>
              <a:ext cx="376466" cy="94116"/>
            </a:xfrm>
            <a:prstGeom prst="ellipse">
              <a:avLst/>
            </a:prstGeom>
            <a:solidFill>
              <a:srgbClr val="FFD84A"/>
            </a:solidFill>
            <a:ln w="6350">
              <a:solidFill>
                <a:srgbClr val="B87800"/>
              </a:solidFill>
              <a:prstDash val="solid"/>
            </a:ln>
          </p:spPr>
        </p:sp>
        <p:sp>
          <p:nvSpPr>
            <p:cNvPr id="20" name="left_illustration__coin1_0"/>
            <p:cNvSpPr/>
            <p:nvPr/>
          </p:nvSpPr>
          <p:spPr>
            <a:xfrm>
              <a:off x="847048" y="3315794"/>
              <a:ext cx="376466" cy="94116"/>
            </a:xfrm>
            <a:prstGeom prst="ellipse">
              <a:avLst/>
            </a:prstGeom>
            <a:solidFill>
              <a:srgbClr val="FFC21F"/>
            </a:solidFill>
            <a:ln w="6350">
              <a:solidFill>
                <a:srgbClr val="B87800"/>
              </a:solidFill>
              <a:prstDash val="solid"/>
            </a:ln>
          </p:spPr>
        </p:sp>
        <p:sp>
          <p:nvSpPr>
            <p:cNvPr id="21" name="left_illustration__coin1_1"/>
            <p:cNvSpPr/>
            <p:nvPr/>
          </p:nvSpPr>
          <p:spPr>
            <a:xfrm>
              <a:off x="847048" y="3257876"/>
              <a:ext cx="376466" cy="94116"/>
            </a:xfrm>
            <a:prstGeom prst="ellipse">
              <a:avLst/>
            </a:prstGeom>
            <a:solidFill>
              <a:srgbClr val="F5A800"/>
            </a:solidFill>
            <a:ln w="6350">
              <a:solidFill>
                <a:srgbClr val="B87800"/>
              </a:solidFill>
              <a:prstDash val="solid"/>
            </a:ln>
          </p:spPr>
        </p:sp>
        <p:sp>
          <p:nvSpPr>
            <p:cNvPr id="22" name="left_illustration__coin1_2"/>
            <p:cNvSpPr/>
            <p:nvPr/>
          </p:nvSpPr>
          <p:spPr>
            <a:xfrm>
              <a:off x="847048" y="3199958"/>
              <a:ext cx="376466" cy="94116"/>
            </a:xfrm>
            <a:prstGeom prst="ellipse">
              <a:avLst/>
            </a:prstGeom>
            <a:solidFill>
              <a:srgbClr val="FFC21F"/>
            </a:solidFill>
            <a:ln w="6350">
              <a:solidFill>
                <a:srgbClr val="B87800"/>
              </a:solidFill>
              <a:prstDash val="solid"/>
            </a:ln>
          </p:spPr>
        </p:sp>
        <p:sp>
          <p:nvSpPr>
            <p:cNvPr id="23" name="left_illustration__coin1_3"/>
            <p:cNvSpPr/>
            <p:nvPr/>
          </p:nvSpPr>
          <p:spPr>
            <a:xfrm>
              <a:off x="847048" y="3142040"/>
              <a:ext cx="376466" cy="94116"/>
            </a:xfrm>
            <a:prstGeom prst="ellipse">
              <a:avLst/>
            </a:prstGeom>
            <a:solidFill>
              <a:srgbClr val="F5A800"/>
            </a:solidFill>
            <a:ln w="6350">
              <a:solidFill>
                <a:srgbClr val="B87800"/>
              </a:solidFill>
              <a:prstDash val="solid"/>
            </a:ln>
          </p:spPr>
        </p:sp>
        <p:sp>
          <p:nvSpPr>
            <p:cNvPr id="24" name="left_illustration__coin1_4"/>
            <p:cNvSpPr/>
            <p:nvPr/>
          </p:nvSpPr>
          <p:spPr>
            <a:xfrm>
              <a:off x="847048" y="3084122"/>
              <a:ext cx="376466" cy="94116"/>
            </a:xfrm>
            <a:prstGeom prst="ellipse">
              <a:avLst/>
            </a:prstGeom>
            <a:solidFill>
              <a:srgbClr val="FFC21F"/>
            </a:solidFill>
            <a:ln w="6350">
              <a:solidFill>
                <a:srgbClr val="B87800"/>
              </a:solidFill>
              <a:prstDash val="solid"/>
            </a:ln>
          </p:spPr>
        </p:sp>
        <p:sp>
          <p:nvSpPr>
            <p:cNvPr id="25" name="left_illustration__coin1_5"/>
            <p:cNvSpPr/>
            <p:nvPr/>
          </p:nvSpPr>
          <p:spPr>
            <a:xfrm>
              <a:off x="847048" y="3026205"/>
              <a:ext cx="376466" cy="94116"/>
            </a:xfrm>
            <a:prstGeom prst="ellipse">
              <a:avLst/>
            </a:prstGeom>
            <a:solidFill>
              <a:srgbClr val="F5A800"/>
            </a:solidFill>
            <a:ln w="6350">
              <a:solidFill>
                <a:srgbClr val="B87800"/>
              </a:solidFill>
              <a:prstDash val="solid"/>
            </a:ln>
          </p:spPr>
        </p:sp>
        <p:sp>
          <p:nvSpPr>
            <p:cNvPr id="26" name="left_illustration__coin1_6"/>
            <p:cNvSpPr/>
            <p:nvPr/>
          </p:nvSpPr>
          <p:spPr>
            <a:xfrm>
              <a:off x="847048" y="2968287"/>
              <a:ext cx="376466" cy="94116"/>
            </a:xfrm>
            <a:prstGeom prst="ellipse">
              <a:avLst/>
            </a:prstGeom>
            <a:solidFill>
              <a:srgbClr val="FFC21F"/>
            </a:solidFill>
            <a:ln w="6350">
              <a:solidFill>
                <a:srgbClr val="B87800"/>
              </a:solidFill>
              <a:prstDash val="solid"/>
            </a:ln>
          </p:spPr>
        </p:sp>
        <p:sp>
          <p:nvSpPr>
            <p:cNvPr id="27" name="left_illustration__coin1_7"/>
            <p:cNvSpPr/>
            <p:nvPr/>
          </p:nvSpPr>
          <p:spPr>
            <a:xfrm>
              <a:off x="847048" y="2910369"/>
              <a:ext cx="376466" cy="94116"/>
            </a:xfrm>
            <a:prstGeom prst="ellipse">
              <a:avLst/>
            </a:prstGeom>
            <a:solidFill>
              <a:srgbClr val="FFD84A"/>
            </a:solidFill>
            <a:ln w="6350">
              <a:solidFill>
                <a:srgbClr val="B87800"/>
              </a:solidFill>
              <a:prstDash val="solid"/>
            </a:ln>
          </p:spPr>
        </p:sp>
        <p:sp>
          <p:nvSpPr>
            <p:cNvPr id="28" name="left_illustration__coin2_0"/>
            <p:cNvSpPr/>
            <p:nvPr/>
          </p:nvSpPr>
          <p:spPr>
            <a:xfrm>
              <a:off x="1288671" y="3315794"/>
              <a:ext cx="376466" cy="94116"/>
            </a:xfrm>
            <a:prstGeom prst="ellipse">
              <a:avLst/>
            </a:prstGeom>
            <a:solidFill>
              <a:srgbClr val="FFC21F"/>
            </a:solidFill>
            <a:ln w="6350">
              <a:solidFill>
                <a:srgbClr val="B87800"/>
              </a:solidFill>
              <a:prstDash val="solid"/>
            </a:ln>
          </p:spPr>
        </p:sp>
        <p:sp>
          <p:nvSpPr>
            <p:cNvPr id="29" name="left_illustration__coin2_1"/>
            <p:cNvSpPr/>
            <p:nvPr/>
          </p:nvSpPr>
          <p:spPr>
            <a:xfrm>
              <a:off x="1288671" y="3257876"/>
              <a:ext cx="376466" cy="94116"/>
            </a:xfrm>
            <a:prstGeom prst="ellipse">
              <a:avLst/>
            </a:prstGeom>
            <a:solidFill>
              <a:srgbClr val="F5A800"/>
            </a:solidFill>
            <a:ln w="6350">
              <a:solidFill>
                <a:srgbClr val="B87800"/>
              </a:solidFill>
              <a:prstDash val="solid"/>
            </a:ln>
          </p:spPr>
        </p:sp>
        <p:sp>
          <p:nvSpPr>
            <p:cNvPr id="30" name="left_illustration__coin2_2"/>
            <p:cNvSpPr/>
            <p:nvPr/>
          </p:nvSpPr>
          <p:spPr>
            <a:xfrm>
              <a:off x="1288671" y="3199958"/>
              <a:ext cx="376466" cy="94116"/>
            </a:xfrm>
            <a:prstGeom prst="ellipse">
              <a:avLst/>
            </a:prstGeom>
            <a:solidFill>
              <a:srgbClr val="FFC21F"/>
            </a:solidFill>
            <a:ln w="6350">
              <a:solidFill>
                <a:srgbClr val="B87800"/>
              </a:solidFill>
              <a:prstDash val="solid"/>
            </a:ln>
          </p:spPr>
        </p:sp>
        <p:sp>
          <p:nvSpPr>
            <p:cNvPr id="31" name="left_illustration__coin2_3"/>
            <p:cNvSpPr/>
            <p:nvPr/>
          </p:nvSpPr>
          <p:spPr>
            <a:xfrm>
              <a:off x="1288671" y="3142040"/>
              <a:ext cx="376466" cy="94116"/>
            </a:xfrm>
            <a:prstGeom prst="ellipse">
              <a:avLst/>
            </a:prstGeom>
            <a:solidFill>
              <a:srgbClr val="F5A800"/>
            </a:solidFill>
            <a:ln w="6350">
              <a:solidFill>
                <a:srgbClr val="B87800"/>
              </a:solidFill>
              <a:prstDash val="solid"/>
            </a:ln>
          </p:spPr>
        </p:sp>
        <p:sp>
          <p:nvSpPr>
            <p:cNvPr id="32" name="left_illustration__coin2_4"/>
            <p:cNvSpPr/>
            <p:nvPr/>
          </p:nvSpPr>
          <p:spPr>
            <a:xfrm>
              <a:off x="1288671" y="3084122"/>
              <a:ext cx="376466" cy="94116"/>
            </a:xfrm>
            <a:prstGeom prst="ellipse">
              <a:avLst/>
            </a:prstGeom>
            <a:solidFill>
              <a:srgbClr val="FFC21F"/>
            </a:solidFill>
            <a:ln w="6350">
              <a:solidFill>
                <a:srgbClr val="B87800"/>
              </a:solidFill>
              <a:prstDash val="solid"/>
            </a:ln>
          </p:spPr>
        </p:sp>
        <p:sp>
          <p:nvSpPr>
            <p:cNvPr id="33" name="left_illustration__coin2_5"/>
            <p:cNvSpPr/>
            <p:nvPr/>
          </p:nvSpPr>
          <p:spPr>
            <a:xfrm>
              <a:off x="1288671" y="3026205"/>
              <a:ext cx="376466" cy="94116"/>
            </a:xfrm>
            <a:prstGeom prst="ellipse">
              <a:avLst/>
            </a:prstGeom>
            <a:solidFill>
              <a:srgbClr val="F5A800"/>
            </a:solidFill>
            <a:ln w="6350">
              <a:solidFill>
                <a:srgbClr val="B87800"/>
              </a:solidFill>
              <a:prstDash val="solid"/>
            </a:ln>
          </p:spPr>
        </p:sp>
        <p:sp>
          <p:nvSpPr>
            <p:cNvPr id="34" name="left_illustration__coin2_6"/>
            <p:cNvSpPr/>
            <p:nvPr/>
          </p:nvSpPr>
          <p:spPr>
            <a:xfrm>
              <a:off x="1288671" y="2968287"/>
              <a:ext cx="376466" cy="94116"/>
            </a:xfrm>
            <a:prstGeom prst="ellipse">
              <a:avLst/>
            </a:prstGeom>
            <a:solidFill>
              <a:srgbClr val="FFC21F"/>
            </a:solidFill>
            <a:ln w="6350">
              <a:solidFill>
                <a:srgbClr val="B87800"/>
              </a:solidFill>
              <a:prstDash val="solid"/>
            </a:ln>
          </p:spPr>
        </p:sp>
        <p:sp>
          <p:nvSpPr>
            <p:cNvPr id="35" name="left_illustration__coin2_7"/>
            <p:cNvSpPr/>
            <p:nvPr/>
          </p:nvSpPr>
          <p:spPr>
            <a:xfrm>
              <a:off x="1288671" y="2910369"/>
              <a:ext cx="376466" cy="94116"/>
            </a:xfrm>
            <a:prstGeom prst="ellipse">
              <a:avLst/>
            </a:prstGeom>
            <a:solidFill>
              <a:srgbClr val="F5A800"/>
            </a:solidFill>
            <a:ln w="6350">
              <a:solidFill>
                <a:srgbClr val="B87800"/>
              </a:solidFill>
              <a:prstDash val="solid"/>
            </a:ln>
          </p:spPr>
        </p:sp>
        <p:sp>
          <p:nvSpPr>
            <p:cNvPr id="36" name="left_illustration__coin2_8"/>
            <p:cNvSpPr/>
            <p:nvPr/>
          </p:nvSpPr>
          <p:spPr>
            <a:xfrm>
              <a:off x="1288671" y="2852451"/>
              <a:ext cx="376466" cy="94116"/>
            </a:xfrm>
            <a:prstGeom prst="ellipse">
              <a:avLst/>
            </a:prstGeom>
            <a:solidFill>
              <a:srgbClr val="FFC21F"/>
            </a:solidFill>
            <a:ln w="6350">
              <a:solidFill>
                <a:srgbClr val="B87800"/>
              </a:solidFill>
              <a:prstDash val="solid"/>
            </a:ln>
          </p:spPr>
        </p:sp>
        <p:sp>
          <p:nvSpPr>
            <p:cNvPr id="37" name="left_illustration__coin2_9"/>
            <p:cNvSpPr/>
            <p:nvPr/>
          </p:nvSpPr>
          <p:spPr>
            <a:xfrm>
              <a:off x="1288671" y="2794533"/>
              <a:ext cx="376466" cy="94116"/>
            </a:xfrm>
            <a:prstGeom prst="ellipse">
              <a:avLst/>
            </a:prstGeom>
            <a:solidFill>
              <a:srgbClr val="F5A800"/>
            </a:solidFill>
            <a:ln w="6350">
              <a:solidFill>
                <a:srgbClr val="B87800"/>
              </a:solidFill>
              <a:prstDash val="solid"/>
            </a:ln>
          </p:spPr>
        </p:sp>
        <p:sp>
          <p:nvSpPr>
            <p:cNvPr id="38" name="left_illustration__coin2_10"/>
            <p:cNvSpPr/>
            <p:nvPr/>
          </p:nvSpPr>
          <p:spPr>
            <a:xfrm>
              <a:off x="1288671" y="2736616"/>
              <a:ext cx="376466" cy="94116"/>
            </a:xfrm>
            <a:prstGeom prst="ellipse">
              <a:avLst/>
            </a:prstGeom>
            <a:solidFill>
              <a:srgbClr val="FFC21F"/>
            </a:solidFill>
            <a:ln w="6350">
              <a:solidFill>
                <a:srgbClr val="B87800"/>
              </a:solidFill>
              <a:prstDash val="solid"/>
            </a:ln>
          </p:spPr>
        </p:sp>
        <p:sp>
          <p:nvSpPr>
            <p:cNvPr id="39" name="left_illustration__coin2_11"/>
            <p:cNvSpPr/>
            <p:nvPr/>
          </p:nvSpPr>
          <p:spPr>
            <a:xfrm>
              <a:off x="1288671" y="2678698"/>
              <a:ext cx="376466" cy="94116"/>
            </a:xfrm>
            <a:prstGeom prst="ellipse">
              <a:avLst/>
            </a:prstGeom>
            <a:solidFill>
              <a:srgbClr val="FFD84A"/>
            </a:solidFill>
            <a:ln w="6350">
              <a:solidFill>
                <a:srgbClr val="B87800"/>
              </a:solidFill>
              <a:prstDash val="solid"/>
            </a:ln>
          </p:spPr>
        </p:sp>
        <p:sp>
          <p:nvSpPr>
            <p:cNvPr id="40" name="left_illustration__coin3_0"/>
            <p:cNvSpPr/>
            <p:nvPr/>
          </p:nvSpPr>
          <p:spPr>
            <a:xfrm>
              <a:off x="1737534" y="3315794"/>
              <a:ext cx="376466" cy="94116"/>
            </a:xfrm>
            <a:prstGeom prst="ellipse">
              <a:avLst/>
            </a:prstGeom>
            <a:solidFill>
              <a:srgbClr val="FFC21F"/>
            </a:solidFill>
            <a:ln w="6350">
              <a:solidFill>
                <a:srgbClr val="B87800"/>
              </a:solidFill>
              <a:prstDash val="solid"/>
            </a:ln>
          </p:spPr>
        </p:sp>
        <p:sp>
          <p:nvSpPr>
            <p:cNvPr id="41" name="left_illustration__coin3_1"/>
            <p:cNvSpPr/>
            <p:nvPr/>
          </p:nvSpPr>
          <p:spPr>
            <a:xfrm>
              <a:off x="1737534" y="3257876"/>
              <a:ext cx="376466" cy="94116"/>
            </a:xfrm>
            <a:prstGeom prst="ellipse">
              <a:avLst/>
            </a:prstGeom>
            <a:solidFill>
              <a:srgbClr val="F5A800"/>
            </a:solidFill>
            <a:ln w="6350">
              <a:solidFill>
                <a:srgbClr val="B87800"/>
              </a:solidFill>
              <a:prstDash val="solid"/>
            </a:ln>
          </p:spPr>
        </p:sp>
        <p:sp>
          <p:nvSpPr>
            <p:cNvPr id="42" name="left_illustration__coin3_2"/>
            <p:cNvSpPr/>
            <p:nvPr/>
          </p:nvSpPr>
          <p:spPr>
            <a:xfrm>
              <a:off x="1737534" y="3199958"/>
              <a:ext cx="376466" cy="94116"/>
            </a:xfrm>
            <a:prstGeom prst="ellipse">
              <a:avLst/>
            </a:prstGeom>
            <a:solidFill>
              <a:srgbClr val="FFC21F"/>
            </a:solidFill>
            <a:ln w="6350">
              <a:solidFill>
                <a:srgbClr val="B87800"/>
              </a:solidFill>
              <a:prstDash val="solid"/>
            </a:ln>
          </p:spPr>
        </p:sp>
        <p:sp>
          <p:nvSpPr>
            <p:cNvPr id="43" name="left_illustration__coin3_3"/>
            <p:cNvSpPr/>
            <p:nvPr/>
          </p:nvSpPr>
          <p:spPr>
            <a:xfrm>
              <a:off x="1737534" y="3142040"/>
              <a:ext cx="376466" cy="94116"/>
            </a:xfrm>
            <a:prstGeom prst="ellipse">
              <a:avLst/>
            </a:prstGeom>
            <a:solidFill>
              <a:srgbClr val="F5A800"/>
            </a:solidFill>
            <a:ln w="6350">
              <a:solidFill>
                <a:srgbClr val="B87800"/>
              </a:solidFill>
              <a:prstDash val="solid"/>
            </a:ln>
          </p:spPr>
        </p:sp>
        <p:sp>
          <p:nvSpPr>
            <p:cNvPr id="44" name="left_illustration__coin3_4"/>
            <p:cNvSpPr/>
            <p:nvPr/>
          </p:nvSpPr>
          <p:spPr>
            <a:xfrm>
              <a:off x="1737534" y="3084122"/>
              <a:ext cx="376466" cy="94116"/>
            </a:xfrm>
            <a:prstGeom prst="ellipse">
              <a:avLst/>
            </a:prstGeom>
            <a:solidFill>
              <a:srgbClr val="FFC21F"/>
            </a:solidFill>
            <a:ln w="6350">
              <a:solidFill>
                <a:srgbClr val="B87800"/>
              </a:solidFill>
              <a:prstDash val="solid"/>
            </a:ln>
          </p:spPr>
        </p:sp>
        <p:sp>
          <p:nvSpPr>
            <p:cNvPr id="45" name="left_illustration__coin3_5"/>
            <p:cNvSpPr/>
            <p:nvPr/>
          </p:nvSpPr>
          <p:spPr>
            <a:xfrm>
              <a:off x="1737534" y="3026205"/>
              <a:ext cx="376466" cy="94116"/>
            </a:xfrm>
            <a:prstGeom prst="ellipse">
              <a:avLst/>
            </a:prstGeom>
            <a:solidFill>
              <a:srgbClr val="F5A800"/>
            </a:solidFill>
            <a:ln w="6350">
              <a:solidFill>
                <a:srgbClr val="B87800"/>
              </a:solidFill>
              <a:prstDash val="solid"/>
            </a:ln>
          </p:spPr>
        </p:sp>
        <p:sp>
          <p:nvSpPr>
            <p:cNvPr id="46" name="left_illustration__coin3_6"/>
            <p:cNvSpPr/>
            <p:nvPr/>
          </p:nvSpPr>
          <p:spPr>
            <a:xfrm>
              <a:off x="1737534" y="2968287"/>
              <a:ext cx="376466" cy="94116"/>
            </a:xfrm>
            <a:prstGeom prst="ellipse">
              <a:avLst/>
            </a:prstGeom>
            <a:solidFill>
              <a:srgbClr val="FFC21F"/>
            </a:solidFill>
            <a:ln w="6350">
              <a:solidFill>
                <a:srgbClr val="B87800"/>
              </a:solidFill>
              <a:prstDash val="solid"/>
            </a:ln>
          </p:spPr>
        </p:sp>
        <p:sp>
          <p:nvSpPr>
            <p:cNvPr id="47" name="left_illustration__coin3_7"/>
            <p:cNvSpPr/>
            <p:nvPr/>
          </p:nvSpPr>
          <p:spPr>
            <a:xfrm>
              <a:off x="1737534" y="2910369"/>
              <a:ext cx="376466" cy="94116"/>
            </a:xfrm>
            <a:prstGeom prst="ellipse">
              <a:avLst/>
            </a:prstGeom>
            <a:solidFill>
              <a:srgbClr val="F5A800"/>
            </a:solidFill>
            <a:ln w="6350">
              <a:solidFill>
                <a:srgbClr val="B87800"/>
              </a:solidFill>
              <a:prstDash val="solid"/>
            </a:ln>
          </p:spPr>
        </p:sp>
        <p:sp>
          <p:nvSpPr>
            <p:cNvPr id="48" name="left_illustration__coin3_8"/>
            <p:cNvSpPr/>
            <p:nvPr/>
          </p:nvSpPr>
          <p:spPr>
            <a:xfrm>
              <a:off x="1737534" y="2852451"/>
              <a:ext cx="376466" cy="94116"/>
            </a:xfrm>
            <a:prstGeom prst="ellipse">
              <a:avLst/>
            </a:prstGeom>
            <a:solidFill>
              <a:srgbClr val="FFC21F"/>
            </a:solidFill>
            <a:ln w="6350">
              <a:solidFill>
                <a:srgbClr val="B87800"/>
              </a:solidFill>
              <a:prstDash val="solid"/>
            </a:ln>
          </p:spPr>
        </p:sp>
        <p:sp>
          <p:nvSpPr>
            <p:cNvPr id="49" name="left_illustration__coin3_9"/>
            <p:cNvSpPr/>
            <p:nvPr/>
          </p:nvSpPr>
          <p:spPr>
            <a:xfrm>
              <a:off x="1737534" y="2794533"/>
              <a:ext cx="376466" cy="94116"/>
            </a:xfrm>
            <a:prstGeom prst="ellipse">
              <a:avLst/>
            </a:prstGeom>
            <a:solidFill>
              <a:srgbClr val="F5A800"/>
            </a:solidFill>
            <a:ln w="6350">
              <a:solidFill>
                <a:srgbClr val="B87800"/>
              </a:solidFill>
              <a:prstDash val="solid"/>
            </a:ln>
          </p:spPr>
        </p:sp>
        <p:sp>
          <p:nvSpPr>
            <p:cNvPr id="50" name="left_illustration__coin3_10"/>
            <p:cNvSpPr/>
            <p:nvPr/>
          </p:nvSpPr>
          <p:spPr>
            <a:xfrm>
              <a:off x="1737534" y="2736616"/>
              <a:ext cx="376466" cy="94116"/>
            </a:xfrm>
            <a:prstGeom prst="ellipse">
              <a:avLst/>
            </a:prstGeom>
            <a:solidFill>
              <a:srgbClr val="FFC21F"/>
            </a:solidFill>
            <a:ln w="6350">
              <a:solidFill>
                <a:srgbClr val="B87800"/>
              </a:solidFill>
              <a:prstDash val="solid"/>
            </a:ln>
          </p:spPr>
        </p:sp>
        <p:sp>
          <p:nvSpPr>
            <p:cNvPr id="51" name="left_illustration__coin3_11"/>
            <p:cNvSpPr/>
            <p:nvPr/>
          </p:nvSpPr>
          <p:spPr>
            <a:xfrm>
              <a:off x="1737534" y="2678698"/>
              <a:ext cx="376466" cy="94116"/>
            </a:xfrm>
            <a:prstGeom prst="ellipse">
              <a:avLst/>
            </a:prstGeom>
            <a:solidFill>
              <a:srgbClr val="F5A800"/>
            </a:solidFill>
            <a:ln w="6350">
              <a:solidFill>
                <a:srgbClr val="B87800"/>
              </a:solidFill>
              <a:prstDash val="solid"/>
            </a:ln>
          </p:spPr>
        </p:sp>
        <p:sp>
          <p:nvSpPr>
            <p:cNvPr id="52" name="left_illustration__coin3_12"/>
            <p:cNvSpPr/>
            <p:nvPr/>
          </p:nvSpPr>
          <p:spPr>
            <a:xfrm>
              <a:off x="1737534" y="2620780"/>
              <a:ext cx="376466" cy="94116"/>
            </a:xfrm>
            <a:prstGeom prst="ellipse">
              <a:avLst/>
            </a:prstGeom>
            <a:solidFill>
              <a:srgbClr val="FFC21F"/>
            </a:solidFill>
            <a:ln w="6350">
              <a:solidFill>
                <a:srgbClr val="B87800"/>
              </a:solidFill>
              <a:prstDash val="solid"/>
            </a:ln>
          </p:spPr>
        </p:sp>
        <p:sp>
          <p:nvSpPr>
            <p:cNvPr id="53" name="left_illustration__coin3_13"/>
            <p:cNvSpPr/>
            <p:nvPr/>
          </p:nvSpPr>
          <p:spPr>
            <a:xfrm>
              <a:off x="1737534" y="2562862"/>
              <a:ext cx="376466" cy="94116"/>
            </a:xfrm>
            <a:prstGeom prst="ellipse">
              <a:avLst/>
            </a:prstGeom>
            <a:solidFill>
              <a:srgbClr val="F5A800"/>
            </a:solidFill>
            <a:ln w="6350">
              <a:solidFill>
                <a:srgbClr val="B87800"/>
              </a:solidFill>
              <a:prstDash val="solid"/>
            </a:ln>
          </p:spPr>
        </p:sp>
        <p:sp>
          <p:nvSpPr>
            <p:cNvPr id="54" name="left_illustration__coin3_14"/>
            <p:cNvSpPr/>
            <p:nvPr/>
          </p:nvSpPr>
          <p:spPr>
            <a:xfrm>
              <a:off x="1737534" y="2504945"/>
              <a:ext cx="376466" cy="94116"/>
            </a:xfrm>
            <a:prstGeom prst="ellipse">
              <a:avLst/>
            </a:prstGeom>
            <a:solidFill>
              <a:srgbClr val="FFC21F"/>
            </a:solidFill>
            <a:ln w="6350">
              <a:solidFill>
                <a:srgbClr val="B87800"/>
              </a:solidFill>
              <a:prstDash val="solid"/>
            </a:ln>
          </p:spPr>
        </p:sp>
        <p:sp>
          <p:nvSpPr>
            <p:cNvPr id="55" name="left_illustration__coin3_15"/>
            <p:cNvSpPr/>
            <p:nvPr/>
          </p:nvSpPr>
          <p:spPr>
            <a:xfrm>
              <a:off x="1737534" y="2447027"/>
              <a:ext cx="376466" cy="94116"/>
            </a:xfrm>
            <a:prstGeom prst="ellipse">
              <a:avLst/>
            </a:prstGeom>
            <a:solidFill>
              <a:srgbClr val="F5A800"/>
            </a:solidFill>
            <a:ln w="6350">
              <a:solidFill>
                <a:srgbClr val="B87800"/>
              </a:solidFill>
              <a:prstDash val="solid"/>
            </a:ln>
          </p:spPr>
        </p:sp>
        <p:sp>
          <p:nvSpPr>
            <p:cNvPr id="56" name="left_illustration__coin3_16"/>
            <p:cNvSpPr/>
            <p:nvPr/>
          </p:nvSpPr>
          <p:spPr>
            <a:xfrm>
              <a:off x="1737534" y="2389109"/>
              <a:ext cx="376466" cy="94116"/>
            </a:xfrm>
            <a:prstGeom prst="ellipse">
              <a:avLst/>
            </a:prstGeom>
            <a:solidFill>
              <a:srgbClr val="FFC21F"/>
            </a:solidFill>
            <a:ln w="6350">
              <a:solidFill>
                <a:srgbClr val="B87800"/>
              </a:solidFill>
              <a:prstDash val="solid"/>
            </a:ln>
          </p:spPr>
        </p:sp>
        <p:sp>
          <p:nvSpPr>
            <p:cNvPr id="57" name="left_illustration__coin3_17"/>
            <p:cNvSpPr/>
            <p:nvPr/>
          </p:nvSpPr>
          <p:spPr>
            <a:xfrm>
              <a:off x="1737534" y="2331191"/>
              <a:ext cx="376466" cy="94116"/>
            </a:xfrm>
            <a:prstGeom prst="ellipse">
              <a:avLst/>
            </a:prstGeom>
            <a:solidFill>
              <a:srgbClr val="FFD84A"/>
            </a:solidFill>
            <a:ln w="6350">
              <a:solidFill>
                <a:srgbClr val="B87800"/>
              </a:solidFill>
              <a:prstDash val="solid"/>
            </a:ln>
          </p:spPr>
        </p:sp>
        <p:sp>
          <p:nvSpPr>
            <p:cNvPr id="58" name="left_illustration__trend line"/>
            <p:cNvSpPr/>
            <p:nvPr/>
          </p:nvSpPr>
          <p:spPr>
            <a:xfrm>
              <a:off x="470582" y="2215356"/>
              <a:ext cx="1194554" cy="767411"/>
            </a:xfrm>
            <a:custGeom>
              <a:avLst/>
              <a:gdLst/>
              <a:ahLst/>
              <a:cxnLst/>
              <a:rect l="l" t="t" r="r" b="b"/>
              <a:pathLst>
                <a:path w="1194554" h="767411">
                  <a:moveTo>
                    <a:pt x="0" y="767411"/>
                  </a:moveTo>
                  <a:lnTo>
                    <a:pt x="492301" y="333027"/>
                  </a:lnTo>
                  <a:lnTo>
                    <a:pt x="673294" y="499541"/>
                  </a:lnTo>
                  <a:lnTo>
                    <a:pt x="1194554" y="0"/>
                  </a:lnTo>
                </a:path>
              </a:pathLst>
            </a:custGeom>
            <a:noFill/>
            <a:ln w="50800">
              <a:solidFill>
                <a:srgbClr val="F5A800"/>
              </a:solidFill>
              <a:prstDash val="solid"/>
              <a:tailEnd type="triangle"/>
            </a:ln>
          </p:spPr>
        </p:sp>
        <p:sp>
          <p:nvSpPr>
            <p:cNvPr id="59" name="left_illustration__stem"/>
            <p:cNvSpPr/>
            <p:nvPr/>
          </p:nvSpPr>
          <p:spPr>
            <a:xfrm>
              <a:off x="1925767" y="1983684"/>
              <a:ext cx="0" cy="376466"/>
            </a:xfrm>
            <a:prstGeom prst="line">
              <a:avLst/>
            </a:prstGeom>
            <a:noFill/>
            <a:ln w="38100">
              <a:solidFill>
                <a:srgbClr val="3FA83A"/>
              </a:solidFill>
              <a:prstDash val="solid"/>
            </a:ln>
          </p:spPr>
        </p:sp>
        <p:sp>
          <p:nvSpPr>
            <p:cNvPr id="60" name="left_illustration__leaf left"/>
            <p:cNvSpPr/>
            <p:nvPr/>
          </p:nvSpPr>
          <p:spPr>
            <a:xfrm rot="-1800000">
              <a:off x="1737534" y="1911287"/>
              <a:ext cx="217192" cy="108596"/>
            </a:xfrm>
            <a:prstGeom prst="ellipse">
              <a:avLst/>
            </a:prstGeom>
            <a:solidFill>
              <a:srgbClr val="49B845"/>
            </a:solidFill>
            <a:ln w="6350">
              <a:solidFill>
                <a:srgbClr val="2E8B2E"/>
              </a:solidFill>
              <a:prstDash val="solid"/>
            </a:ln>
          </p:spPr>
        </p:sp>
        <p:sp>
          <p:nvSpPr>
            <p:cNvPr id="61" name="left_illustration__leaf right"/>
            <p:cNvSpPr/>
            <p:nvPr/>
          </p:nvSpPr>
          <p:spPr>
            <a:xfrm rot="2100000">
              <a:off x="1911287" y="1853369"/>
              <a:ext cx="217192" cy="108596"/>
            </a:xfrm>
            <a:prstGeom prst="ellipse">
              <a:avLst/>
            </a:prstGeom>
            <a:solidFill>
              <a:srgbClr val="6FD35A"/>
            </a:solidFill>
            <a:ln w="6350">
              <a:solidFill>
                <a:srgbClr val="2E8B2E"/>
              </a:solidFill>
              <a:prstDash val="solid"/>
            </a:ln>
          </p:spPr>
        </p:sp>
      </p:grpSp>
      <p:grpSp>
        <p:nvGrpSpPr>
          <p:cNvPr id="103" name="Graphic 2">
            <a:extLst>
              <a:ext uri="{FF2B5EF4-FFF2-40B4-BE49-F238E27FC236}">
                <a16:creationId xmlns:a16="http://schemas.microsoft.com/office/drawing/2014/main" id="{D9A51694-FA00-9BBA-520B-91C0EE2E4A80}"/>
              </a:ext>
            </a:extLst>
          </p:cNvPr>
          <p:cNvGrpSpPr/>
          <p:nvPr/>
        </p:nvGrpSpPr>
        <p:grpSpPr>
          <a:xfrm>
            <a:off x="-4985396" y="5878655"/>
            <a:ext cx="22278322" cy="1206501"/>
            <a:chOff x="-1701658" y="3997633"/>
            <a:chExt cx="14003150" cy="3533927"/>
          </a:xfrm>
          <a:noFill/>
          <a:effectLst>
            <a:outerShdw blurRad="635000" algn="ctr" rotWithShape="0">
              <a:schemeClr val="bg1"/>
            </a:outerShdw>
          </a:effectLst>
        </p:grpSpPr>
        <p:grpSp>
          <p:nvGrpSpPr>
            <p:cNvPr id="104" name="Graphic 2">
              <a:extLst>
                <a:ext uri="{FF2B5EF4-FFF2-40B4-BE49-F238E27FC236}">
                  <a16:creationId xmlns:a16="http://schemas.microsoft.com/office/drawing/2014/main" id="{3665B401-E560-3F62-F585-E7B9BD01A723}"/>
                </a:ext>
              </a:extLst>
            </p:cNvPr>
            <p:cNvGrpSpPr/>
            <p:nvPr/>
          </p:nvGrpSpPr>
          <p:grpSpPr>
            <a:xfrm>
              <a:off x="-1701658" y="3997633"/>
              <a:ext cx="14003150" cy="3531261"/>
              <a:chOff x="-1701658" y="3997633"/>
              <a:chExt cx="14003150" cy="3531261"/>
            </a:xfrm>
            <a:grpFill/>
          </p:grpSpPr>
          <p:sp>
            <p:nvSpPr>
              <p:cNvPr id="1018" name="Freeform: Shape 1017">
                <a:extLst>
                  <a:ext uri="{FF2B5EF4-FFF2-40B4-BE49-F238E27FC236}">
                    <a16:creationId xmlns:a16="http://schemas.microsoft.com/office/drawing/2014/main" id="{9DF126E4-F249-ACAC-70F9-663023C48C77}"/>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4F36E92E-FCF9-8C5E-703E-92167E3F2AAE}"/>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4AF6D9F9-B7B5-AFAA-E8F2-C7A844AFB5A0}"/>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083DD88E-8115-E922-B0B1-EA313CB27AAB}"/>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3D6B975C-5118-0DAC-FBD6-313D4823D0A9}"/>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1CDB1AD9-9A7D-935A-6C4F-92D556C7D22B}"/>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6C16BBDF-9ABA-0E51-C839-60F5FF62AAF9}"/>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7CBAE626-47AD-E18A-0286-E8878E44FD83}"/>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792E7A5E-FA3D-F744-D84A-7E2C94BB2900}"/>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1B560D52-8B07-B7C7-3F10-AFD96C65BDDB}"/>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8" name="Freeform: Shape 1027">
                <a:extLst>
                  <a:ext uri="{FF2B5EF4-FFF2-40B4-BE49-F238E27FC236}">
                    <a16:creationId xmlns:a16="http://schemas.microsoft.com/office/drawing/2014/main" id="{D27EEB9B-00F6-E06F-02EE-063CF77E19BD}"/>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9" name="Freeform: Shape 1028">
                <a:extLst>
                  <a:ext uri="{FF2B5EF4-FFF2-40B4-BE49-F238E27FC236}">
                    <a16:creationId xmlns:a16="http://schemas.microsoft.com/office/drawing/2014/main" id="{392A2AA8-53F9-F501-7EBA-593A6DCD609F}"/>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0" name="Freeform: Shape 1029">
                <a:extLst>
                  <a:ext uri="{FF2B5EF4-FFF2-40B4-BE49-F238E27FC236}">
                    <a16:creationId xmlns:a16="http://schemas.microsoft.com/office/drawing/2014/main" id="{47C92993-75D6-D420-37B9-3B4AC5445014}"/>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1" name="Freeform: Shape 1030">
                <a:extLst>
                  <a:ext uri="{FF2B5EF4-FFF2-40B4-BE49-F238E27FC236}">
                    <a16:creationId xmlns:a16="http://schemas.microsoft.com/office/drawing/2014/main" id="{DD467007-900C-E7EE-0D3F-70783DCCA6BE}"/>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2" name="Freeform: Shape 1031">
                <a:extLst>
                  <a:ext uri="{FF2B5EF4-FFF2-40B4-BE49-F238E27FC236}">
                    <a16:creationId xmlns:a16="http://schemas.microsoft.com/office/drawing/2014/main" id="{F322B0B6-88ED-ACAD-92BE-97715E6A026A}"/>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3" name="Freeform: Shape 1032">
                <a:extLst>
                  <a:ext uri="{FF2B5EF4-FFF2-40B4-BE49-F238E27FC236}">
                    <a16:creationId xmlns:a16="http://schemas.microsoft.com/office/drawing/2014/main" id="{B21E4D06-56C7-0FB3-DA79-7862AA659F20}"/>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4" name="Freeform: Shape 1033">
                <a:extLst>
                  <a:ext uri="{FF2B5EF4-FFF2-40B4-BE49-F238E27FC236}">
                    <a16:creationId xmlns:a16="http://schemas.microsoft.com/office/drawing/2014/main" id="{101A331A-A382-B28E-75BF-646DA18212FB}"/>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5" name="Freeform: Shape 1034">
                <a:extLst>
                  <a:ext uri="{FF2B5EF4-FFF2-40B4-BE49-F238E27FC236}">
                    <a16:creationId xmlns:a16="http://schemas.microsoft.com/office/drawing/2014/main" id="{1F22514F-0E54-DA7D-A76E-831810BD6760}"/>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6" name="Freeform: Shape 1035">
                <a:extLst>
                  <a:ext uri="{FF2B5EF4-FFF2-40B4-BE49-F238E27FC236}">
                    <a16:creationId xmlns:a16="http://schemas.microsoft.com/office/drawing/2014/main" id="{A4F8C30A-89DD-E88F-CDC5-FAEE8760A9CF}"/>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7" name="Freeform: Shape 1036">
                <a:extLst>
                  <a:ext uri="{FF2B5EF4-FFF2-40B4-BE49-F238E27FC236}">
                    <a16:creationId xmlns:a16="http://schemas.microsoft.com/office/drawing/2014/main" id="{34DFA524-BA74-02EE-BD7A-7B7D5A3A8C67}"/>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8" name="Freeform: Shape 1037">
                <a:extLst>
                  <a:ext uri="{FF2B5EF4-FFF2-40B4-BE49-F238E27FC236}">
                    <a16:creationId xmlns:a16="http://schemas.microsoft.com/office/drawing/2014/main" id="{F8005696-96E3-FF3B-F180-AE5CC4B5F564}"/>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9" name="Freeform: Shape 1038">
                <a:extLst>
                  <a:ext uri="{FF2B5EF4-FFF2-40B4-BE49-F238E27FC236}">
                    <a16:creationId xmlns:a16="http://schemas.microsoft.com/office/drawing/2014/main" id="{AD4828C3-6C2D-1CBE-7DA0-6F7EEFC0CF7C}"/>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0" name="Freeform: Shape 1039">
                <a:extLst>
                  <a:ext uri="{FF2B5EF4-FFF2-40B4-BE49-F238E27FC236}">
                    <a16:creationId xmlns:a16="http://schemas.microsoft.com/office/drawing/2014/main" id="{8CFDE210-8275-51BC-624F-41955C3B914E}"/>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1" name="Freeform: Shape 1040">
                <a:extLst>
                  <a:ext uri="{FF2B5EF4-FFF2-40B4-BE49-F238E27FC236}">
                    <a16:creationId xmlns:a16="http://schemas.microsoft.com/office/drawing/2014/main" id="{351213CE-2FB8-67A4-1435-27B2AAF970A2}"/>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2" name="Freeform: Shape 1041">
                <a:extLst>
                  <a:ext uri="{FF2B5EF4-FFF2-40B4-BE49-F238E27FC236}">
                    <a16:creationId xmlns:a16="http://schemas.microsoft.com/office/drawing/2014/main" id="{16292DCB-CB29-C34B-1B28-135607725EB0}"/>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3" name="Freeform: Shape 1042">
                <a:extLst>
                  <a:ext uri="{FF2B5EF4-FFF2-40B4-BE49-F238E27FC236}">
                    <a16:creationId xmlns:a16="http://schemas.microsoft.com/office/drawing/2014/main" id="{77BC6015-DD3B-9416-5275-B58833622236}"/>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4" name="Freeform: Shape 1043">
                <a:extLst>
                  <a:ext uri="{FF2B5EF4-FFF2-40B4-BE49-F238E27FC236}">
                    <a16:creationId xmlns:a16="http://schemas.microsoft.com/office/drawing/2014/main" id="{749E6FFC-3F0F-13FE-B2A6-E99631FC2F57}"/>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5" name="Freeform: Shape 1044">
                <a:extLst>
                  <a:ext uri="{FF2B5EF4-FFF2-40B4-BE49-F238E27FC236}">
                    <a16:creationId xmlns:a16="http://schemas.microsoft.com/office/drawing/2014/main" id="{A32052F2-8FC5-B624-2EC7-570567A40A4C}"/>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6" name="Freeform: Shape 1045">
                <a:extLst>
                  <a:ext uri="{FF2B5EF4-FFF2-40B4-BE49-F238E27FC236}">
                    <a16:creationId xmlns:a16="http://schemas.microsoft.com/office/drawing/2014/main" id="{4DE1F41F-11F1-B311-9882-B43AB9787A74}"/>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7" name="Freeform: Shape 1046">
                <a:extLst>
                  <a:ext uri="{FF2B5EF4-FFF2-40B4-BE49-F238E27FC236}">
                    <a16:creationId xmlns:a16="http://schemas.microsoft.com/office/drawing/2014/main" id="{5DADC43E-8D26-7986-0E44-C2EEAD123927}"/>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8" name="Freeform: Shape 1047">
                <a:extLst>
                  <a:ext uri="{FF2B5EF4-FFF2-40B4-BE49-F238E27FC236}">
                    <a16:creationId xmlns:a16="http://schemas.microsoft.com/office/drawing/2014/main" id="{18633C87-6CAC-EDAA-A937-64A134B3DDFE}"/>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9" name="Freeform: Shape 1048">
                <a:extLst>
                  <a:ext uri="{FF2B5EF4-FFF2-40B4-BE49-F238E27FC236}">
                    <a16:creationId xmlns:a16="http://schemas.microsoft.com/office/drawing/2014/main" id="{26BA4597-A6F2-4726-B209-5661EA7051F3}"/>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0" name="Freeform: Shape 1049">
                <a:extLst>
                  <a:ext uri="{FF2B5EF4-FFF2-40B4-BE49-F238E27FC236}">
                    <a16:creationId xmlns:a16="http://schemas.microsoft.com/office/drawing/2014/main" id="{8ECDCD9E-4668-0001-E071-D81F690DDEE0}"/>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1" name="Freeform: Shape 1050">
                <a:extLst>
                  <a:ext uri="{FF2B5EF4-FFF2-40B4-BE49-F238E27FC236}">
                    <a16:creationId xmlns:a16="http://schemas.microsoft.com/office/drawing/2014/main" id="{D1DB272E-00A8-9159-8670-9072F5735FCB}"/>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2" name="Freeform: Shape 1051">
                <a:extLst>
                  <a:ext uri="{FF2B5EF4-FFF2-40B4-BE49-F238E27FC236}">
                    <a16:creationId xmlns:a16="http://schemas.microsoft.com/office/drawing/2014/main" id="{AE78583D-DD81-8F59-619B-21E8D842E3B1}"/>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3" name="Freeform: Shape 1052">
                <a:extLst>
                  <a:ext uri="{FF2B5EF4-FFF2-40B4-BE49-F238E27FC236}">
                    <a16:creationId xmlns:a16="http://schemas.microsoft.com/office/drawing/2014/main" id="{E5383C9B-13BE-A639-ED7E-513FB9FC08A6}"/>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4" name="Freeform: Shape 1053">
                <a:extLst>
                  <a:ext uri="{FF2B5EF4-FFF2-40B4-BE49-F238E27FC236}">
                    <a16:creationId xmlns:a16="http://schemas.microsoft.com/office/drawing/2014/main" id="{4D517872-86AA-9BCD-A06C-712F65D77B10}"/>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5" name="Freeform: Shape 1054">
                <a:extLst>
                  <a:ext uri="{FF2B5EF4-FFF2-40B4-BE49-F238E27FC236}">
                    <a16:creationId xmlns:a16="http://schemas.microsoft.com/office/drawing/2014/main" id="{BA049D9F-3DAA-CBF2-C6DA-E6AC73E8956C}"/>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6" name="Freeform: Shape 1055">
                <a:extLst>
                  <a:ext uri="{FF2B5EF4-FFF2-40B4-BE49-F238E27FC236}">
                    <a16:creationId xmlns:a16="http://schemas.microsoft.com/office/drawing/2014/main" id="{A9A9C589-00AC-B9F5-1394-F8F9626EA87B}"/>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7" name="Freeform: Shape 1056">
                <a:extLst>
                  <a:ext uri="{FF2B5EF4-FFF2-40B4-BE49-F238E27FC236}">
                    <a16:creationId xmlns:a16="http://schemas.microsoft.com/office/drawing/2014/main" id="{06B3192A-8553-1E9A-F95B-E09F15B269FA}"/>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8" name="Freeform: Shape 1057">
                <a:extLst>
                  <a:ext uri="{FF2B5EF4-FFF2-40B4-BE49-F238E27FC236}">
                    <a16:creationId xmlns:a16="http://schemas.microsoft.com/office/drawing/2014/main" id="{46F76ED3-472E-435D-D493-FF07350A7D6B}"/>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9" name="Freeform: Shape 1058">
                <a:extLst>
                  <a:ext uri="{FF2B5EF4-FFF2-40B4-BE49-F238E27FC236}">
                    <a16:creationId xmlns:a16="http://schemas.microsoft.com/office/drawing/2014/main" id="{7972AC92-8E21-A614-6A00-C997B9795D95}"/>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0" name="Freeform: Shape 1059">
                <a:extLst>
                  <a:ext uri="{FF2B5EF4-FFF2-40B4-BE49-F238E27FC236}">
                    <a16:creationId xmlns:a16="http://schemas.microsoft.com/office/drawing/2014/main" id="{6161D18C-8B53-24A1-BBC2-177CB450B4DC}"/>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1" name="Freeform: Shape 1060">
                <a:extLst>
                  <a:ext uri="{FF2B5EF4-FFF2-40B4-BE49-F238E27FC236}">
                    <a16:creationId xmlns:a16="http://schemas.microsoft.com/office/drawing/2014/main" id="{AA270BBB-36B6-54BC-6D13-F9BC97589887}"/>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2" name="Freeform: Shape 1061">
                <a:extLst>
                  <a:ext uri="{FF2B5EF4-FFF2-40B4-BE49-F238E27FC236}">
                    <a16:creationId xmlns:a16="http://schemas.microsoft.com/office/drawing/2014/main" id="{C1EEF6B0-C918-4578-DAE0-DE4CA3F223F0}"/>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3" name="Freeform: Shape 1062">
                <a:extLst>
                  <a:ext uri="{FF2B5EF4-FFF2-40B4-BE49-F238E27FC236}">
                    <a16:creationId xmlns:a16="http://schemas.microsoft.com/office/drawing/2014/main" id="{455D7AD0-F625-CCF1-1A84-89B42372F1F7}"/>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4" name="Freeform: Shape 1063">
                <a:extLst>
                  <a:ext uri="{FF2B5EF4-FFF2-40B4-BE49-F238E27FC236}">
                    <a16:creationId xmlns:a16="http://schemas.microsoft.com/office/drawing/2014/main" id="{C428CE71-1CF2-67D3-5264-14837B1E6356}"/>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5" name="Freeform: Shape 1064">
                <a:extLst>
                  <a:ext uri="{FF2B5EF4-FFF2-40B4-BE49-F238E27FC236}">
                    <a16:creationId xmlns:a16="http://schemas.microsoft.com/office/drawing/2014/main" id="{47D9C62C-C996-C78B-1BD6-5AC44968D135}"/>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6" name="Freeform: Shape 1065">
                <a:extLst>
                  <a:ext uri="{FF2B5EF4-FFF2-40B4-BE49-F238E27FC236}">
                    <a16:creationId xmlns:a16="http://schemas.microsoft.com/office/drawing/2014/main" id="{87E73454-AB44-8B22-76EC-23177A627024}"/>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7" name="Freeform: Shape 1066">
                <a:extLst>
                  <a:ext uri="{FF2B5EF4-FFF2-40B4-BE49-F238E27FC236}">
                    <a16:creationId xmlns:a16="http://schemas.microsoft.com/office/drawing/2014/main" id="{E79A6079-FF73-ACC5-21A1-32A7871B3C28}"/>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8" name="Freeform: Shape 1067">
                <a:extLst>
                  <a:ext uri="{FF2B5EF4-FFF2-40B4-BE49-F238E27FC236}">
                    <a16:creationId xmlns:a16="http://schemas.microsoft.com/office/drawing/2014/main" id="{72E9636A-FDD8-95AF-BA04-BD889BC4B08D}"/>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9" name="Freeform: Shape 1068">
                <a:extLst>
                  <a:ext uri="{FF2B5EF4-FFF2-40B4-BE49-F238E27FC236}">
                    <a16:creationId xmlns:a16="http://schemas.microsoft.com/office/drawing/2014/main" id="{D996F373-788D-974B-F582-3CF89921AEEE}"/>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0" name="Freeform: Shape 1069">
                <a:extLst>
                  <a:ext uri="{FF2B5EF4-FFF2-40B4-BE49-F238E27FC236}">
                    <a16:creationId xmlns:a16="http://schemas.microsoft.com/office/drawing/2014/main" id="{E7FC4DB8-58CD-1008-6012-80C50A438651}"/>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1" name="Freeform: Shape 1070">
                <a:extLst>
                  <a:ext uri="{FF2B5EF4-FFF2-40B4-BE49-F238E27FC236}">
                    <a16:creationId xmlns:a16="http://schemas.microsoft.com/office/drawing/2014/main" id="{E66FEDC0-1CE0-C422-96A8-B4D731754317}"/>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2" name="Freeform: Shape 1071">
                <a:extLst>
                  <a:ext uri="{FF2B5EF4-FFF2-40B4-BE49-F238E27FC236}">
                    <a16:creationId xmlns:a16="http://schemas.microsoft.com/office/drawing/2014/main" id="{BF726ABA-6619-5E6F-A711-80D1E4C37F72}"/>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3" name="Freeform: Shape 1072">
                <a:extLst>
                  <a:ext uri="{FF2B5EF4-FFF2-40B4-BE49-F238E27FC236}">
                    <a16:creationId xmlns:a16="http://schemas.microsoft.com/office/drawing/2014/main" id="{43E972A0-0CD4-0630-1BA1-2B79370A269F}"/>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4" name="Freeform: Shape 1073">
                <a:extLst>
                  <a:ext uri="{FF2B5EF4-FFF2-40B4-BE49-F238E27FC236}">
                    <a16:creationId xmlns:a16="http://schemas.microsoft.com/office/drawing/2014/main" id="{CB3DB996-1923-91A0-DC96-7D6D113A840F}"/>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5" name="Freeform: Shape 1074">
                <a:extLst>
                  <a:ext uri="{FF2B5EF4-FFF2-40B4-BE49-F238E27FC236}">
                    <a16:creationId xmlns:a16="http://schemas.microsoft.com/office/drawing/2014/main" id="{67D425FE-875B-1C6B-FF18-2EF2F842FFB2}"/>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6" name="Freeform: Shape 1075">
                <a:extLst>
                  <a:ext uri="{FF2B5EF4-FFF2-40B4-BE49-F238E27FC236}">
                    <a16:creationId xmlns:a16="http://schemas.microsoft.com/office/drawing/2014/main" id="{482BAD21-B4F9-5863-52B3-4FEF8F52A128}"/>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7" name="Freeform: Shape 1076">
                <a:extLst>
                  <a:ext uri="{FF2B5EF4-FFF2-40B4-BE49-F238E27FC236}">
                    <a16:creationId xmlns:a16="http://schemas.microsoft.com/office/drawing/2014/main" id="{023A4570-86BB-AF9B-3873-504C8AEDC14E}"/>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8" name="Freeform: Shape 1077">
                <a:extLst>
                  <a:ext uri="{FF2B5EF4-FFF2-40B4-BE49-F238E27FC236}">
                    <a16:creationId xmlns:a16="http://schemas.microsoft.com/office/drawing/2014/main" id="{0A4A7F0E-CFCB-C62D-23C4-6F1DDD8A102A}"/>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105" name="Graphic 2">
              <a:extLst>
                <a:ext uri="{FF2B5EF4-FFF2-40B4-BE49-F238E27FC236}">
                  <a16:creationId xmlns:a16="http://schemas.microsoft.com/office/drawing/2014/main" id="{819EE727-015A-4977-B652-CDB299739B46}"/>
                </a:ext>
              </a:extLst>
            </p:cNvPr>
            <p:cNvGrpSpPr/>
            <p:nvPr/>
          </p:nvGrpSpPr>
          <p:grpSpPr>
            <a:xfrm>
              <a:off x="-1350054" y="4031449"/>
              <a:ext cx="13299963" cy="3500111"/>
              <a:chOff x="-1350054" y="4031449"/>
              <a:chExt cx="13299963" cy="3500111"/>
            </a:xfrm>
            <a:grpFill/>
          </p:grpSpPr>
          <p:sp>
            <p:nvSpPr>
              <p:cNvPr id="106" name="Freeform: Shape 105">
                <a:extLst>
                  <a:ext uri="{FF2B5EF4-FFF2-40B4-BE49-F238E27FC236}">
                    <a16:creationId xmlns:a16="http://schemas.microsoft.com/office/drawing/2014/main" id="{A5FE97BE-F743-9F83-FA81-012311EDA424}"/>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C9A7DA36-171E-5B78-34E2-C568BF623696}"/>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70095156-87A9-69CA-D1AA-897A5561D0A9}"/>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4128A8F2-DFD0-B776-3454-7FA0B15B5020}"/>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2233B392-CFA5-B826-3CF1-9AC9DB4EFD2F}"/>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03A8F7E8-10D4-BB9C-DB78-688AAD145E9B}"/>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85D10686-1449-A4AC-D286-C1D141AE19CA}"/>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5E41C67A-E7B8-7502-2A6E-3E162222229D}"/>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9804C3BD-74BF-0C1A-7D58-7D1C5CD2E3F5}"/>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C139B623-849C-E63C-E2D0-342DA693AE26}"/>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039E8AD4-DC6A-036B-2644-C54D52BF926C}"/>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910FCEC4-6CC0-286F-33E1-FC84E694AB88}"/>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37B1B0B3-5FC2-00B2-9BEB-BFFD9A83A731}"/>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8382E4AD-3497-47BC-C326-67F16BE532FC}"/>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33B8E871-C304-7231-1841-060950EB5D1E}"/>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FF8FD012-F959-4DA2-8F8B-CEAF08512D2E}"/>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51C3BC39-F7D5-4F03-3F8C-C6A18A40EAAD}"/>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47F45F25-2484-7035-12C2-3FB7850C791D}"/>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7142CF1D-2529-F504-0839-293D0AFCC12E}"/>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6E79EBAF-24BA-4FA4-5B6D-CC3CFFC750EC}"/>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CE252476-13BD-C2A6-6C87-36B9BFC2E404}"/>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73F0CB73-3DD3-3FD9-B380-A1C568CA1359}"/>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F82F0DF1-020B-609D-4FD3-33B5160A9ACB}"/>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AAE7B1C1-2D1D-3412-0F36-6E7CBCEC53BC}"/>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7D69C488-6A80-5834-57DB-CCC65DD2403D}"/>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4BE1DA79-A743-9D02-9C85-39E01C08C120}"/>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C0E54013-0DB0-041B-00A6-58A4B8E181B2}"/>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4C2D67B2-74D6-D4FD-77DC-5EA3A1B7A745}"/>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83C0E631-631C-3E0B-469E-F529018BC853}"/>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B46519FE-B82F-2E6F-034F-932A8467DB12}"/>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57742751-F9EA-3581-286B-68D8A46E651F}"/>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E42ABCFB-2CD3-FB74-143E-CFDC4A207880}"/>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A3752D24-27FB-3D62-C58A-DA0D08FDFCBE}"/>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BC93C942-9D4B-7B86-3F25-4BFE5BF2D80A}"/>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6EC73859-F4F1-6CB2-B6DB-910CDBEA7145}"/>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F23582CE-9E56-1571-FC33-DCB5BB8376B1}"/>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9A7BA63B-1EAF-880D-5B9B-2F3FCE913D55}"/>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24825989-098D-7BDB-1588-6FAA4CE180EB}"/>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B1DE7C1D-FB0C-330C-7DC6-DA1875A1DD49}"/>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4C713F55-5309-701C-AA51-6CC8FC132711}"/>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515AA04D-0296-D6A4-45B6-639B7F7B4FBD}"/>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E6A1E8FF-A6A6-D989-D7B6-F880D3FE2F7E}"/>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3036FBCC-4F02-B246-DAF0-39FF54D10741}"/>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7B6569B6-84A0-49EC-D9AC-F46CD3A84728}"/>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DBEB4509-9253-5885-9585-CCA27C1DD824}"/>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E20FC481-DE54-25A2-A780-15284489425A}"/>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D52F898D-780C-F570-129D-B21B82F72E25}"/>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DB322F5F-966F-20C9-8BD6-6BE02CD5323E}"/>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AB393A94-5144-BC44-0B5E-789A5E1F0FB7}"/>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D11B6166-65D9-8321-B00F-E3FE903AAA74}"/>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CB7CAE7F-4320-AC54-DC6C-D1AE373938EE}"/>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AB986C48-86C3-DF49-CA42-F6D770C77FE0}"/>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28A5E49E-F87A-86D1-D494-2E43084E65A5}"/>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602DDE61-CDBC-7ECE-DEA9-4F1B397FD0B3}"/>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64C89B97-9CD4-2AAA-2FB6-3B37CF2F7888}"/>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160C4B99-3DD6-C4D2-C778-98CE69741EB5}"/>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B2066250-BC88-7277-2D4B-05AE1AE20E68}"/>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FC41A1D0-1CBA-B61B-D559-7E367A77C35F}"/>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C2535EF3-D14B-6DCA-6EC2-F51146AE6E8B}"/>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56CCD635-BF1E-8B68-8529-222911D88A10}"/>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E13B823F-B960-0949-0BDE-C74865328DD8}"/>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0D3411EA-9FBB-B650-7B8A-A115B44F5FC3}"/>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927AC0B9-2918-9E8F-2FF7-4551E7B5261B}"/>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0429FA73-3DFA-13C7-693F-3CFDC47BBF67}"/>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EE488BF8-4DC1-563B-216F-7888241DF018}"/>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4C427781-315C-4477-3C46-2BAF4C96033B}"/>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38CCAE90-8AF3-687A-0EA5-A658F6F7CEC6}"/>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14A74033-B157-3303-615D-517FC4D4411B}"/>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D0C843B8-2917-16E3-CF47-9C0DC848ADAE}"/>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6CD1AA15-1543-3184-5560-2E1887C79FC8}"/>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B550C59B-815C-1693-00E3-E29743AD7780}"/>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C332E7A1-8C36-7FFA-EF53-74BEC64AD128}"/>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29E6A357-9AA1-8967-8DCB-55BEFDA47803}"/>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78A66B2B-2E27-FFCE-4CC3-B3585A0F0CDC}"/>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CE3A599C-FC11-2DD7-A415-353EBB5A12D6}"/>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7E238F45-C2A0-EE09-6C3C-2A3F96010F48}"/>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84ECA806-B78D-DE87-4B64-DD511C6E46A0}"/>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61287F00-3BCB-33DF-3D3D-41AF5CC7B86D}"/>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BC7BB081-8DB1-D359-3AEC-21684BCFC0EA}"/>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2C59DD93-583A-38F5-6707-13D1200EE0F8}"/>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A3CC222D-8C51-B927-37B7-D534CC25FB1B}"/>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FAE55B50-43BD-70C5-F1D7-1DE7EFA85D80}"/>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31554CC3-7D33-7425-3B5B-53805418E42D}"/>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B562055B-BF55-52E6-E8EB-694CACB96DE2}"/>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6C2C75ED-B927-62E8-4720-D5FE693400F2}"/>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B95E28A3-93B7-DB7B-8209-F721E95CE6D8}"/>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20AEE472-0477-E92F-78F6-215EDBFA44EC}"/>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B0EE5F3B-A384-5B5C-7BAD-DEA3D16EBCD0}"/>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526B3E36-B408-1B98-1AE8-169EAD2D926C}"/>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DF6A442E-D74D-1755-6113-0CD7EBC65300}"/>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7D683C9D-5092-083D-5FC7-0A29EC3D384C}"/>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64607F11-F032-E225-F013-78EC3B49CB12}"/>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0AE74EB2-931A-6A77-0FAC-037F05113973}"/>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BCD22757-2F5B-CA69-BA4A-C99561A1F382}"/>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62DA56A0-CA8F-807D-32E1-24C714F02702}"/>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F7604FA8-95DB-341B-933E-505EE3EAD8A6}"/>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F4C43B84-E698-132B-A484-033DFC7517C5}"/>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EE95B4D5-CA74-6620-92FE-FA908679D4C1}"/>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8EEE4F0E-6928-A1D7-A6FC-609DA3B32DA5}"/>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EFF93335-EA0B-6859-B668-932BF9A31F54}"/>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18D60533-A82F-82A4-C4E5-965E081C6567}"/>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054EB3B9-282E-EC25-241F-F6AFD08F3C75}"/>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AF7B18A0-117F-3900-8E1A-2F852DEC34F7}"/>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0EF23047-F846-8409-AF3B-5484ED857D26}"/>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176B94EF-817A-9023-1C03-6BE26FEE6697}"/>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FDF02E6B-960B-86BC-09C2-BE7B92DD35A4}"/>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49E991EE-1F38-05A6-DFA2-579BC372D844}"/>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9CEF2051-74DD-34CA-BC0B-F16836EC20DF}"/>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A083EE8B-2335-1F25-5B47-321DF7B68CF1}"/>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38F0703E-07D7-A05C-6D2A-6FADD554E933}"/>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86B13157-FFDB-E878-AD97-7C6672FFEE0F}"/>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77F7262A-6BB1-A43F-8974-A7B28591B58F}"/>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0857CA23-4DD6-6ECC-B0F9-E3191F5150A0}"/>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AED04F24-5CB1-0F52-8315-F6AB797682B8}"/>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B37C95C5-BE54-36B7-7BAF-F54D30F47485}"/>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1ACFE8D5-A40E-A8DD-3C35-7525DE763E11}"/>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173A1A13-5EF1-91EB-E012-88A210303CF7}"/>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AB77A2F7-BC58-702D-E0F0-62C318B87BC7}"/>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9A51D6F7-F4E1-6E86-12B3-6FE4F3BF3341}"/>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7C7D6587-8C18-2C45-3E52-F0F77C147364}"/>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CD815FF4-1339-E1FD-C5D3-4929F71F5D56}"/>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6903451B-B10F-659B-7C3D-E0DA8F0959FF}"/>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39D06C20-FD28-E681-37FA-3089372A4691}"/>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CA45F74C-6CAE-472A-966F-ABAA74E7654D}"/>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1AD31064-4851-35F1-233A-126A4D06F34D}"/>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AE98DBAB-5898-F26A-7289-6E9E2CAEA500}"/>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D3A8A484-2DEA-24F9-EE9B-E32260266413}"/>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FC9E90C1-A90B-F5EC-8271-CCCBD0EB39A5}"/>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082062CB-BDDB-58F9-892A-F3C516D797E0}"/>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6131BD0F-1883-99DB-07DB-3EADD0A5FB92}"/>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7135558F-1190-6D8F-84C5-1ED471237AA6}"/>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12D5600B-7D7F-A4D2-7A43-1137A050994E}"/>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EF2F44A4-3FB2-1C18-A0ED-DC207A01FDBA}"/>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59150B69-96D8-67A9-028A-A27C670F494E}"/>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20921F79-A0A0-6CB9-DD09-7B0F28B3C963}"/>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A1FAB4E5-5876-354C-D381-0BA5566EAB69}"/>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1D40EA6F-40E7-BCC2-3E66-5691BD31D7D8}"/>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C3932F71-52F5-1ED2-7389-7F5CEAADDBA5}"/>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C5EEBC79-260C-0E36-E04F-141EB4DEBE9E}"/>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68E06D01-2C7B-FC91-5F00-F7ABF53AE19B}"/>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16FD4502-C55A-90C8-1C33-CE1CA1FC6E29}"/>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CB859C88-011E-A609-40FE-49526E5AE79B}"/>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A3B6458B-4103-0980-40CB-58E221EDBF7E}"/>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34EE4F8F-60A0-0B29-5616-6BC227F0234A}"/>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99D7206D-616D-9DF8-FEAD-A22EC96CB4C5}"/>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BD69347D-0D09-BE39-A849-F0DF89E8F2D5}"/>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C5CD55D9-43C8-CB3B-E325-0330634D623C}"/>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92B1E1B0-F02C-E0C7-9CDC-66EFDCF7B6FA}"/>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E763F31D-1759-3CC4-703B-4F8D1457E5BC}"/>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FD8D85E5-7374-244C-6313-D49B2814EBBE}"/>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E9B01262-9595-B59C-7E29-B0FE271A33CA}"/>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3C4D4197-9B39-7AEE-CE2B-6A3A12D306CA}"/>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96C36673-EDC5-413A-2018-4C409FBBA795}"/>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4154F839-25D2-B42D-9934-0DE1D7C0F9F8}"/>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90F80E32-41F5-0208-FAD3-B07F74A8961F}"/>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D8530CEE-2B23-510E-22A4-3562447E3F53}"/>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087A412B-4ACF-2241-6B0D-2573AEA19442}"/>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B3F91E1C-FA61-E99C-2DF2-A103A7B20890}"/>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8F155C19-997A-3C26-04F4-8FB8A204F326}"/>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867478DB-B82C-FF13-5C9A-A17F20C0BBAB}"/>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4BFFB611-FFEA-47E6-ABC1-BBE6E80A6F0A}"/>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60A340C1-A68F-58AE-7078-05A716697343}"/>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3DB1B107-F132-48FA-5351-09B6DFFD14F2}"/>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757BAE88-A2D3-5595-2913-5C3A17C5455D}"/>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BF92CB27-FCB9-6B8A-7291-F1EACBFB4C02}"/>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CAFACFCF-9EE8-6268-51F4-3DDA8FB0BB0E}"/>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85CB2BCC-C9C2-124E-4FFA-908D0E2DFB55}"/>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3074E871-792D-4BF8-342B-C6A4C0CCA83C}"/>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EEB1A51D-C619-9D06-8A8E-F64FAB7A1FF7}"/>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2560EB2C-2784-4EC0-FBA3-95BE9BC381CD}"/>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B860188B-8E02-2C38-14FF-F963D11E44C5}"/>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7B7A665C-FF3C-3EB5-BB0D-BEEA1628D468}"/>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FDDBC67C-8024-AB35-342D-4A0322CD2BB7}"/>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C2F425E0-7FAE-30C3-18B7-0737243CDEB0}"/>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5E87D4FB-77BC-A919-DA6F-92E8F3568AB7}"/>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5A4F4529-7155-0FDD-BF58-1B586D87FB45}"/>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54426485-DC54-4EB9-92D7-73B938574D55}"/>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10959E73-FFEB-EF9F-DE4A-50634D0BAA09}"/>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A0A9D646-32B2-A896-1E96-6A4696DD929B}"/>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45E3383E-C64F-1967-44AB-255CD8979AA2}"/>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7DC98AD4-2EAA-96D3-C630-75AF3486D19D}"/>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9AE0D2B4-43C7-2BAB-B793-DFE5038D560D}"/>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28F2C95A-A7B7-1C4C-2EFA-C54E0CCA89E7}"/>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DCF35CAC-BA29-6E38-3B97-823EA50D3845}"/>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F6305A05-2952-D82B-53F6-ACBF87F4C34A}"/>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0AF72F79-69C5-A2F1-C094-78398DFC46C5}"/>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F791FB9F-680E-9D2D-1AE2-52A5F1071FC1}"/>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E7A1B9B0-E460-37D0-9309-80A438A4D344}"/>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0E7CE292-8162-90F1-67F6-FDDC6DF43FF6}"/>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C1E4D228-CA8A-EB8C-87F7-56FF950E4488}"/>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C35B6D8A-FD31-4018-DE6E-A5E4731AE974}"/>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CEA18497-915B-2F87-DCA3-7A46EA227BFC}"/>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E4E5A943-26D3-D714-6274-4CFBF5F815B0}"/>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A5D05FBA-A2A2-AC4D-89ED-0A41818FDBA4}"/>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02C7E880-C65C-B3F5-88CC-23501E5F474F}"/>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DF01DC8D-2B0F-8BDD-9389-C47E41D25DA6}"/>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6CD96593-21C4-676B-A801-138F2396C2B1}"/>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B40403BB-2BD1-A62C-60EC-5D315BF77F4C}"/>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9700D091-5031-C669-9C71-EC58EBB01BD4}"/>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4EA47AAC-EA14-D961-2AEB-B9C6A33FD368}"/>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E91DF10F-6BC9-E26C-9801-CE971F4BFE37}"/>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E9492C09-DA6D-5B71-6EF0-111BF11FA456}"/>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CD6A9259-CBE3-0E4A-BBD4-7237910288CD}"/>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A24195B1-0748-15A2-933A-10A6D210D09D}"/>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87B6C2F6-E82A-498E-D2DD-D8723D2BFFFE}"/>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20A3AB5E-0C70-223D-CE57-F8F609D3F75A}"/>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956143E0-4FB7-26BC-0093-8E600A47F6EA}"/>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A05D34EE-875C-3976-C924-1B5367E0A711}"/>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C677AF7C-A833-B6DB-0840-EA7CEDD04E5D}"/>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EC8D0A3F-296B-ABE6-09C2-D9A698AA9C05}"/>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53E94063-2CAB-D839-7BA5-44018BE6C319}"/>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3AB977DC-EB76-1BB3-051C-3EA357CD784C}"/>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2CA0AD71-01ED-5A2A-8C00-DBC12102D844}"/>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BF484F0C-1302-92EE-7E82-610E63C51A92}"/>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9DC404FF-D1A5-675E-299B-FA8CE9C561CF}"/>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0A3697DA-4359-5E4C-5D39-856EF77E1C7A}"/>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05E628BD-1A85-3BFF-C791-79BC5A38071F}"/>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05A7B816-2B95-0C22-77AC-EEBEB39FBA3E}"/>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C90EEB4A-50D9-1843-664C-E8F245EEE623}"/>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E94AA3D6-F025-778B-04AA-273485D8D058}"/>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2C2D9BDB-BCE4-3DAA-FF74-A8D44DFB6E03}"/>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E3F89FFC-9761-0D5C-0884-6B9A45889F4F}"/>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FAB9C346-AEDE-1104-67A0-F9BC7CC7CEA0}"/>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D79C2A4E-E5D0-2BAD-0BD0-2077C036915D}"/>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7744D75A-470D-B5AC-D3C1-B053C21F65A0}"/>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22F95967-1B58-A08A-1C18-84B60103CE13}"/>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AE98E01A-FDF0-B5B6-F0BC-B93D21EA3DA6}"/>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9948DFEC-DAC5-B478-C636-77D5574F83BB}"/>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5E31F0CA-4D23-0531-F062-7281E1C48243}"/>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E4144AE1-9990-C9FC-E804-E18923DC0DAF}"/>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4F1ECCAB-F7A7-2301-9B16-24C217F5ACE4}"/>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4D81C3D6-97F6-3F83-CC96-85FD769F0925}"/>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EBFB2607-4934-8E02-AF00-3C482F8E54EB}"/>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1683144C-5FA9-813E-64B4-BA4F88F4D7EF}"/>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3B5A5610-B1D5-F713-18A8-A7C6C05432C7}"/>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8FCC2C62-17D6-6B9F-76F4-A608EA3E7F6B}"/>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7D29E187-59BE-232C-6D2D-A3AC18B61CE1}"/>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60FE5F97-7006-46EE-A127-DF026F8D22DE}"/>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DBB23EA3-C207-3B62-8DC9-A78943E0F8D0}"/>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AD5B9B5F-BDBB-5E3C-76A9-B24EE6251C10}"/>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0DD6A383-AAC8-F0B1-D13C-13ABFF4C34B9}"/>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74D0C34D-4166-F73C-24A7-7A22A09C475A}"/>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5779EDF1-15F3-09EA-E3BA-0691735C19EF}"/>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7B7C07DA-0979-7493-AEC2-AE2308B2B7D5}"/>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459D06C3-495B-4CFB-AF3F-9C09C6392D32}"/>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2CF6E829-F7A6-0CBA-14A7-D6A9C9BFA2A1}"/>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77048D66-53E6-76BD-871F-4815CF663624}"/>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761E201A-924D-A631-0716-02AC75C12388}"/>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C309C93D-937D-85AC-D0B1-CFD5A4473BE3}"/>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D9C888A3-A389-C790-3111-6794B865FFF3}"/>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7CE81902-2DB5-A912-C861-88F80BB315E7}"/>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4574F8F4-B920-0FDA-9AF6-2D62ECEC0CCB}"/>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A5AF1B9B-E778-5638-1E51-EEC0671C7DD4}"/>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B8C4A00D-557F-61FC-EEC0-132316599C2C}"/>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25AEFD03-7FCC-7523-9E3E-C724F05A5343}"/>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B6556AD4-67FD-89D1-EFEF-D48BE51D58FE}"/>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474CE9CE-1A97-5227-B29C-B34B88EA6028}"/>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40805542-3B86-7D77-FFFF-48E4691D5FBC}"/>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2E0935C1-2E93-4602-00BF-1E9D0B84968E}"/>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361C7226-4306-F2F8-88F9-610590CC9C0F}"/>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8A19A957-6CEB-7D2A-84FA-9C2C8A211DBD}"/>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D62C221A-0220-D844-27F9-03F0992B4C32}"/>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AB30301E-F0F5-EEB8-4FE3-504B16816B99}"/>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BF943199-04DB-F3A5-3E6F-E71CDF2309F6}"/>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5838C024-18D0-5AA2-00A8-7C4EF4C6FF68}"/>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95DE4032-610D-8304-C42E-3FB4E718CCBA}"/>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7057083D-E321-B2D6-AC7D-CAE24906FE87}"/>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F5C2021D-7AC9-2F14-4424-48B05FEF5BB6}"/>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C34B0CE0-8098-3798-4398-71F3D9EDE0E7}"/>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E5E8210E-42B6-282C-3568-38D2F10C053E}"/>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88C83420-94E0-512B-BA92-F2EE02D043D9}"/>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E0E8D4E4-120E-FFAB-5900-CB131EEA347A}"/>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99881326-D767-EA6F-B8A6-1E10ED9FB7AF}"/>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E0BAEA0B-5DAF-14F0-2B5A-1D60B842FA3B}"/>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0509461E-68F2-A136-E52B-11D20B761A0F}"/>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8C8B1D11-00F4-1183-9E23-92AE2E83EF6D}"/>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10400A5F-2764-57C2-6A48-2B4338ACB405}"/>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571FDD0D-3509-4842-2CBC-1E80130CD58A}"/>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4B236843-0D49-1305-39D7-8D208F33A80F}"/>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9E269969-A13D-609C-6DB5-5BC6194B3DE5}"/>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91C02FE1-708F-C29F-DDB1-6E9487CFDEF1}"/>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73D9B0B7-28E3-83B8-E227-157DC7C33188}"/>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36B533DE-1576-0202-D5A8-34770BDF7746}"/>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41C96C05-A387-6380-F710-F43707162D1C}"/>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D33FAE30-1413-B5BD-BF3D-09BF83D4FF7D}"/>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FF1CAC0B-F0A0-B383-8399-33DCDEE7F64C}"/>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13B43DF1-3ABE-9588-748B-E004F02A245B}"/>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86510CD1-F755-C5F4-190E-669170FC24A7}"/>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42F07565-9566-C397-F16B-3107D6BA9FC5}"/>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6626BEF3-A3C9-13CC-7FA1-782BDB489703}"/>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3A8D7E35-8F50-931C-2114-E0EDF387F17E}"/>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8A15093D-1DE3-9C23-6C70-EEB5E812F96A}"/>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19E6418B-63A6-8113-F3D3-6A8A6D27D10E}"/>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D66E4C0C-587F-7637-D3FE-20BBA2EABD0E}"/>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888C22D5-8680-6670-420B-8BFA91BA86F1}"/>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08FA78C3-1112-D767-71B4-CE3F35756C5D}"/>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105BB3B8-CB62-727A-9406-C54084B3BD3A}"/>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9BD27F97-D314-9333-37E8-E4BD0A2AB50A}"/>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5D083FF8-0FDA-FD44-CCDD-F84CC8B29F68}"/>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A8969C32-D75F-9D1F-D71C-8E407ABE06CE}"/>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B382ACCC-1441-58D3-5A3A-73CBA5DB6AF0}"/>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3387C942-4BCF-11C0-FEDB-80F4231BB4F6}"/>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E1A67961-D912-796A-8F4C-BE37F536E697}"/>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8D2D5ADB-4896-D495-FE6F-11CC9C1453C6}"/>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966E8BAC-8CF7-FBC0-D490-CB3A900DF0E2}"/>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95FBBDAF-6042-7147-55DE-53AB84CE3E60}"/>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3AB7086F-6DE7-F225-3FDE-882DEA0D5D48}"/>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8DA85FC6-997A-FA36-6427-5FD6D3FFF824}"/>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6217CEA0-B8ED-7F8C-8D50-8984EFE52FEB}"/>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813191D5-03B5-2628-C1A4-A88705C285EA}"/>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58A94C6C-FCFC-ED68-B86E-CA13A583C1B0}"/>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A1A09E2A-3395-10D5-D8E9-A498B8832D53}"/>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398091B3-6B3F-C294-A171-A89EF9C12064}"/>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0CF732C7-AA81-D499-F89A-796CC795EA42}"/>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5EA80547-7F9D-945C-8CDD-A46E9545A245}"/>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A0F7265B-ECE7-EB63-CD2B-FCA3122859C1}"/>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CCB732B1-7A33-25F6-318C-AFB650811B4E}"/>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F73C250E-66E5-19F7-C031-0DFF9B5BD246}"/>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9A391C60-9638-82EC-720B-197349E490B4}"/>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37E991A2-A589-0634-0EFF-2916919E3BC7}"/>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15EF1990-EE5B-193C-F98D-9B7E88980CEC}"/>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DA72D47F-CE8F-8B09-A99D-C81F1A079067}"/>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9973EB61-B6D0-C10B-231E-17B7B743E66E}"/>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46FF5B52-F795-82F3-537A-494C8391A344}"/>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62B8A5BB-FD3E-7E66-9480-8EEFB5530AF0}"/>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66BE6742-F4B0-37A2-7105-E08CF1B57CEB}"/>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661ED81B-A309-F43E-EC5B-7628B6FCEEE4}"/>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3964D5CC-5FF6-CBC0-5722-AF2CEB68E12C}"/>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7FE811C8-E84B-17A2-1350-249E9A084215}"/>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0A6A2FCA-AADB-DA51-080D-DAC7D1EC07B7}"/>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AF2782F8-CCAB-0884-7A85-A612DC048770}"/>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96E6805C-CE50-7829-BF6A-DA98606E5A72}"/>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132E773B-5740-3E4B-CC2D-0443389A2727}"/>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7029A660-60E1-5A12-E2A9-DE3019D87893}"/>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3F2067D5-BE99-659F-5194-F25DF2A2B0E5}"/>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6DB1F476-CA57-7151-AAA6-64FE49A8240A}"/>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175538C8-343C-E058-D27F-637E5426E869}"/>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06C09D17-D492-F2C3-3AD1-B819C41AA108}"/>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26408C84-9D48-05D0-531C-C78A13429D6E}"/>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C6828227-0CC0-F263-040D-989A073C3CDE}"/>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E6F90460-ADCD-8AE8-E710-2938EABE5703}"/>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86F672B2-373C-6E84-AB12-2A6578C82375}"/>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4228E4ED-8656-7A09-E350-DF150394DD33}"/>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E842E7A7-43CB-D4A5-7BFA-9A33F8D2431A}"/>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A4162473-5808-7E3E-85DE-3979F101D290}"/>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6397AF91-D9F1-46A0-1662-A39B0E828269}"/>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A14C781A-B780-6D42-EA6E-77964FDB0CDE}"/>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DBBC0D91-EDE2-88AE-560F-8AEADC0C316F}"/>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53C75A64-4A40-3218-5BF1-B31C90276342}"/>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1FEA5E3C-9920-A3B1-CA77-E8AF57BFEC09}"/>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48D18688-CA00-324E-31CD-6063FA5B0ADE}"/>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342AEADC-CA5C-FDE1-2488-54963A12B9F8}"/>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61F9ED6F-B07E-1B36-22D8-F916647B14DC}"/>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2A1FCAB1-3E73-4CD6-2BBE-219E3DDA9827}"/>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D6F04E99-A2DE-1312-F6A1-AE043C8D754D}"/>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8F155717-83B9-C262-BEC0-7D04BC872C7F}"/>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BD91DF74-BCC0-6257-94E8-971BD04A0A91}"/>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F399FC67-BAA3-3737-DB0B-97CA8F335A4D}"/>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53F7018C-C24B-3BF3-FDFB-7B3AE5274818}"/>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82E5A8E3-BDD0-1DFC-1318-AAA5B6B31DC9}"/>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656EC4FB-81C0-25CD-C13D-4DD80AD9BFC6}"/>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3131FA4B-BFEF-B322-4B1A-06C4807E353C}"/>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53190D50-3F5C-F236-9A4A-5FAAFC04AA82}"/>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5E4F8F67-827B-8B43-2A0B-FA5A7A13B97D}"/>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9FCC4C91-DF2D-EA34-0084-F4C13C86D5FC}"/>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F0AB2A4C-D56F-266D-0F73-B33D02D1BAAB}"/>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17AB4C56-7AA6-49D5-5E9C-899C81F7672B}"/>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50839AE1-2C61-8E34-7D48-24F6882D6338}"/>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8EB8EF90-F26E-8DBD-C985-261EA95BDE31}"/>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D8161D6E-D76F-580B-2606-A5CAEF841A5E}"/>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1E7A7174-CA2B-B641-9E54-FD7BCFF3A4EC}"/>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1849C15E-811A-C69E-2664-1E49D2A25E3D}"/>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DB5FF4AA-0864-82A3-F9A0-FD7155BBAAE2}"/>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9332ECE1-9DFE-FCD6-C1C2-3C11DE8AA9B0}"/>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BAC54B12-41FA-5343-B268-BA95F1B2745C}"/>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B6548131-9FD3-A87C-01B5-2BF2E7966CEF}"/>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53F78302-BCB9-B9A6-6205-80942648720F}"/>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5B58B83B-BE72-4B72-CE96-328C99D1E558}"/>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DBD93A31-CE0B-21A6-DA1A-B90CF3430B0E}"/>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C5BEE201-449D-FE41-D7EE-A8B2AB6B3319}"/>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EA9B9B21-02E1-F62A-CBB2-C1CF61E2886F}"/>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9B9EFEB3-C4C4-6CF9-8D48-9FFE20D784B0}"/>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F01D75B2-117A-4CDE-7E99-8EC0D6DB3245}"/>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3AB76911-B657-0AA4-34D9-FFAC77FED7BA}"/>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43C3A197-290C-A4CF-04B2-236C2F5FE6FB}"/>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C702696E-1496-8BB4-5A42-21BCEC1E5290}"/>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111CAD14-798D-6413-2D3D-5B838DDCA87F}"/>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AF2038EA-C485-C30D-5FD2-960EEE22E3FC}"/>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19A30AC5-6350-B5DE-6F7E-98C39EBED296}"/>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3C1C7D6D-34B3-5158-9949-026DFB44D5FB}"/>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2D9AB233-89E4-1693-FB6B-6979A7DA94C7}"/>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75831DB9-6185-2E6F-0459-1991EEE96C78}"/>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18468AE8-F979-2E9D-40D9-6E4D15227272}"/>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9C102103-1E74-5B22-67FE-9B02514BB12F}"/>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15D82EF9-006D-9A22-82D5-B6DABB6DD682}"/>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FF81DE86-77DE-6306-16D1-CAAF75AE5735}"/>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6DA5CAAD-F408-707E-3BB4-2B7889015A7B}"/>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48E987BF-083F-85B8-DF74-8BC90EA09454}"/>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1EE64072-7577-02AD-843A-66D7B9810674}"/>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3CE7F221-EC39-24E1-CF08-BA0D148D80AF}"/>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D761FD64-5437-0685-E7A2-5716884DC0DC}"/>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E09CCD88-BDDE-5DEC-2F87-FD472E5F2337}"/>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E6631788-A001-2904-1C47-5187C84A941F}"/>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40C6A37F-7050-2E01-E3FB-2E314298B387}"/>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6D04FEB0-A99C-ADCB-9B43-A3D19B41005C}"/>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5C3D91C7-F4BC-57FF-608F-F7632163EBD5}"/>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30EDEF22-CF3E-EBEA-ABE4-D753BDED6EF1}"/>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D91DE9D3-1B79-30B6-179E-42144C7CBAAA}"/>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FC2B4021-1E48-AD40-02D2-7EF3091DC096}"/>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71E0ACC0-D05E-8A73-6DFA-67F26B12F762}"/>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04E5AD85-BBAD-0E0D-7E58-4DA5FC53E60C}"/>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0F3B4B40-727B-A1BA-B09E-133079CA53CB}"/>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AEC727A8-82B5-A49C-C4FA-D7D15C19B789}"/>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C0472816-890C-CAFA-3B16-679DF633A576}"/>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8AF66D45-BFD3-4548-905E-B68C594A5A37}"/>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F4638990-F424-9CB3-F041-6F75380299CA}"/>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F4C92FAB-C114-B38F-89DA-A872BECAD3C9}"/>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E9B93B87-F030-D386-C3AC-7CC0015A3832}"/>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6C7C7A46-C724-05DD-4371-5B2A9203A96A}"/>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14352432-20F9-EEB3-28BC-FF3F2167C1F5}"/>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51039056-8421-B7B4-2BF5-8B5D4FCD66E2}"/>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4346D19E-F7E7-A9EE-C8DC-383D50B349D3}"/>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1F2A49F4-5BF1-84BE-1F85-15D91F1502D9}"/>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D8B6E733-7A2D-E7ED-9008-4CB055520415}"/>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E2267B10-7C36-0461-06BC-AFE6FE3E98CA}"/>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03BEF338-5D5D-48A9-FDD7-4F447D975D13}"/>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B91A3FA8-5000-262F-9D9C-60BA8DF6635C}"/>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17201F9F-7D36-A3F2-1954-211924F19774}"/>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A4F8AEA1-E934-13F5-1574-AF15FBCDE3F8}"/>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F6A1B6D8-34D4-677E-0B50-6FA885AF3A1F}"/>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940D6C9A-9FD1-F123-7C46-A836BF46E9B0}"/>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32AA1793-5034-86B9-BEDA-06C2963A6546}"/>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FE1715D8-A237-E63B-0707-FC9A2DE778D7}"/>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491426A1-CFCE-C5F7-8C09-DE5EA8BFD34D}"/>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68C6286B-23A3-6ECE-0405-FB7531A3210C}"/>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9CF310B2-21FE-2003-37B3-388E7D172B35}"/>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8393E53D-185B-5D94-C882-C995ABB7DB5F}"/>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2C8448B2-B8EF-52F3-3806-E2303967D78B}"/>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4E80063B-65DF-CAAF-07A0-D7FFD1C31511}"/>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9254E69F-0493-044D-3338-EC8820D21CDE}"/>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A79056DD-B8C0-F07A-EDA0-0143288BB98B}"/>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A153C29A-34DB-9597-05A2-4FD248AA1460}"/>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0CDEC222-8237-82A5-7813-50FABA829F9C}"/>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156C3C11-4320-B4C3-2EF4-C098B7280CF0}"/>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66E86F07-7669-A700-9C77-0F6E2546363A}"/>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35AA14D6-ECF1-B123-9708-5C9139487E2A}"/>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6D6011AC-A42A-2F01-7CBE-536A1B51CC31}"/>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D9976A72-65ED-6EDF-97AE-0CDFB0271B70}"/>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C0238F4D-132B-D27C-9497-13343CD34858}"/>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DCB5FF95-8456-0722-4250-53729B518537}"/>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3E0C874B-CA60-2CD1-F74E-8E296DF8204A}"/>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7445BB3A-B35D-A214-723C-CE2C30AEE513}"/>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89F70F98-5DCC-85EA-E422-3F7277082273}"/>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8568269C-B545-6040-082C-D3A2C5866081}"/>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1E036DF4-21A3-CED8-27BD-001CA9669B6B}"/>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78926D61-C1F4-39BD-B213-01CC028BB199}"/>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1CF7AEB4-0AEF-5169-2DC8-E36A310E15B6}"/>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FF0E7864-3F57-99CF-088C-F0E8A33DB42E}"/>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E5FBA7B3-CB82-390D-223B-DD4E38FB4A0A}"/>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0F63078C-DD22-10CE-F12D-635A87CCE278}"/>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AB0E4624-04C0-4BBC-C0E8-EFBD839B0B96}"/>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271BAF11-C353-63A3-612F-97FDDE21A5A0}"/>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D5605DC0-FC84-C183-9F90-0339FA897245}"/>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526CA5FE-7E76-3C6A-5364-97D882CAF259}"/>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9CC8ED94-7973-85F2-85B9-469D697CE25D}"/>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6D5FBC0B-A8F9-96C1-4384-5401B985E482}"/>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F19CEDC4-1125-F001-C577-440F3FEC5775}"/>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6D3EDC03-8B46-9049-9603-C42E46F678C7}"/>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9F44FFBD-83E7-4D5F-0537-895446EF0907}"/>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82CF5DDC-1CA5-3E13-6B4B-80E6D41753B8}"/>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DE8CEC6A-8D4F-A3B8-977D-E7530F06AB7C}"/>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6B742548-1362-1554-6170-3FA33C7A8BF2}"/>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C93A4758-6590-3656-6916-97721466E4D6}"/>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ED635BE0-E157-AE79-53FB-B0EE547CF51F}"/>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DCB40139-28D2-E4E7-C0EE-C4EC069E596D}"/>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DBB6228A-7D1C-2245-B410-0BFD3A05A535}"/>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450E0E97-C92A-98F9-BDE6-7444D24F8F8E}"/>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B2C4D411-46A1-E3DA-FCC6-84793AA2101A}"/>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23A3F136-6537-2066-601A-F5C1820C1B48}"/>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7C117AE5-D7D3-0253-59E0-0C269FE6EC48}"/>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31F40C45-7827-5F8A-1FBD-EE323E7F9FB6}"/>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C6938E7A-395F-DFFE-434A-A0F45F1B743D}"/>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8B98DEC1-E3D9-F9C8-C228-F584A44DB50B}"/>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90DA7FF9-261A-95ED-B8B9-73A7D81003AF}"/>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7F7CF413-89E4-CE64-EF5C-9F682E17595D}"/>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411A18D0-F00A-F29C-53BF-92DFFB104734}"/>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E1AD9B04-90CA-CAF9-F194-7D5B04B8C712}"/>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1169A908-AB98-F008-1C03-771F60045876}"/>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A45645E4-C2A6-FBE7-B1E3-CC7B35961F25}"/>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9956714A-2D32-531C-79D3-40183334B23C}"/>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7DA1F237-1663-88A7-E165-1F449F923B94}"/>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D472E561-EAC3-A597-DD1B-521419CDEE4C}"/>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B5D0F754-7E51-B366-0EBA-FEBB77EB64BB}"/>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46147036-EE16-54F1-069B-64BCC194C0E4}"/>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7FC13E5A-EAFD-23D3-147B-4EC0670CE2AA}"/>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3B03B597-B596-5627-A585-EB1ACA705DE4}"/>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8A24D037-1709-D053-AEE5-283C13F85BC5}"/>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B89D7862-D386-31BC-AFE4-16963EF3EC0E}"/>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ACE45D25-A62E-EA66-06A9-807EA9FF105F}"/>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ABD07654-89B3-FD6A-10AF-1B8E80433664}"/>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34CB57BB-E60E-EAA4-C79D-15E4AE3AD15A}"/>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110CC6F0-2758-D8F8-908E-3033FF1AA3F0}"/>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21AB719B-C13F-A80E-1F2D-E1C4D12B8D55}"/>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AD113927-2901-364B-1417-DBF5A49FA82B}"/>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A2DFA0AE-DFB4-6DD6-EE5F-53DCA4166207}"/>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C5C10FEF-FD93-4461-5E5F-72826227CD4B}"/>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93932A54-808A-F89E-24B2-ED8531610E27}"/>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02351B3F-1E7D-16EA-AC5E-4B8DD1311612}"/>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609A4794-7E34-1EAD-012C-48FE734D7C9D}"/>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2CF118A2-3B36-B96F-4B40-3B8D0A344BFC}"/>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92E87D9A-8D64-DBE6-C66C-58643712EEC2}"/>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6857F804-1DFA-17DE-D280-105BD177E5EA}"/>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1BFE9C28-B81A-0363-6630-B2E3665E922F}"/>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E1F6C2A0-55E2-35D4-D953-82829EFE97CE}"/>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377890E8-50FA-D669-B59A-64974AEB97C1}"/>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FBA949F1-F58C-C415-DCCF-15049F9D1432}"/>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0564CA84-BABA-E5B1-3871-AD470DF816CA}"/>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64F1E122-89FC-8A8A-C448-9B454AAAF01F}"/>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D18E6D5A-4135-746B-E152-916419A8B10D}"/>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E4674B15-F40C-CFF5-1901-C1A38A5AB554}"/>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7EA7FB1E-31D1-0790-1F61-0DEE88C4A2E7}"/>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969E808B-B239-A077-9E78-E5C0CF2850B6}"/>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A62C1D61-650D-CDEF-311D-053FD4AAAAD8}"/>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0B4D48B1-2C10-06F2-051F-1BC2B1868CCE}"/>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D3C48B5D-05E3-567B-AB1B-A3582349F6D3}"/>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32A43FED-61C7-2B7E-1100-39EAAE0173D9}"/>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ABFF919D-845B-9C48-D1EB-3ACB586FE95F}"/>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070727EA-D4B4-D9C4-5762-B6ABC22FED45}"/>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CBCBF3DC-3D85-0459-09F6-9A1A39E3110C}"/>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F91C773A-448E-0001-6D02-0BAFCEC637C3}"/>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0A995EB9-18EF-A941-4607-929E5B9E254F}"/>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156097F2-17AB-1DD0-A9B2-CA650B2D5D11}"/>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F5BE04C9-4905-C0FD-6BDE-772788E1F255}"/>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4F993024-58E3-4157-C7B2-72DD8343A7B2}"/>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E4884AD1-AFC0-69EC-3952-BBD4E2EAD266}"/>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CA101AFD-0F36-85D5-0DD8-85BDA9FF82E6}"/>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C18B4A09-2AA9-94BB-D065-A04A30E88B96}"/>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51962A9D-64F7-4828-C905-7D6FCDAF779C}"/>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DB0852B7-E5A8-EF70-35D4-9F64C4929ABA}"/>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DEC16C3C-7E93-934F-FEEF-D4DFCCC71826}"/>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179E6920-434D-FD37-5C15-479051F97C48}"/>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8BF09B7B-2A96-CD9F-1509-4A02E5636BD5}"/>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28B1356A-CC41-3178-9C9C-3B2A361C8810}"/>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A12F60CE-5C24-98F5-1AA9-19B7DBEC5E1F}"/>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C62663B1-4CAC-EDC4-B46B-881084ACBF01}"/>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41837B72-E48F-0A14-E2A0-293FEA920FFC}"/>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44C6CD8C-B39C-48B4-5A14-7CF6658DA8BA}"/>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94621A36-9DE6-EFF2-9284-D61F3FE1AD07}"/>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4F4FE9FA-0AA5-BB51-7454-B3EF99CDCBAE}"/>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FE7455C2-ADBA-B091-23EF-921DF8173EC5}"/>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54D14733-2571-E723-7938-05739F53BF9E}"/>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705AFC97-D77C-9B0E-56A1-946A239FFF93}"/>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982293AB-BA0A-5FF2-B90C-B22EED6807F2}"/>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7852FF3D-06E1-08AF-7E68-CABAFA67D9D9}"/>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135B21FA-2764-0883-EA6E-677DC638E82E}"/>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9375F319-F9C7-D00F-0F00-E70F0A46D7F4}"/>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3D477886-66AB-61A9-C477-2C5E2688065F}"/>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DFC4444B-609B-F727-5B18-4EA0D32161B2}"/>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542C962B-48D8-2F9F-3DEF-83228F299BFA}"/>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5C35609D-ED7D-691B-3B40-E00D85BF7CED}"/>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3E3FEF40-5533-3670-43ED-A057F0F91F66}"/>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F2220D00-E210-E130-30F6-7FD130723D8B}"/>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C8F313A7-8B14-B3C1-00D3-8AC98AA21D30}"/>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F80FF4EF-F883-5AE1-DFB1-DDF077DB99B1}"/>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EE9C7D30-A10D-7E0D-289F-3F796FC265DE}"/>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7DC3CD79-9ACD-013D-0CA9-C964FE69E2E7}"/>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FDF6E3A3-7EE9-4164-BBE1-B833628A1A98}"/>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BDDF13E3-8AB4-CA04-D52F-CB92A3F406C0}"/>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1C8FBB9E-3982-123A-8E40-9DE77388C114}"/>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203E4217-6E50-71ED-8B3B-67140C4E7B84}"/>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94CD95C3-F4F1-7789-E40D-015A661DC6ED}"/>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FD845166-E7FF-37FF-260E-5F8C00A362E5}"/>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762D6172-2E5F-A6AF-6A75-81D60F7B8072}"/>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19D5A95C-5A53-E8F6-8384-9EB79925483B}"/>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4D8CB83C-B28A-857E-2147-9947AB5AAA17}"/>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B9497470-0294-22DA-E8F9-2F6A02230972}"/>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5DBA6C5A-82F7-B27D-81C0-03550F1F8E85}"/>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A62EB7D3-D0B8-B702-5486-A64B6E62186C}"/>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09320D5F-81CB-4F67-BA2F-080C91FE8442}"/>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156CC08B-0FB6-3B7A-BE35-7E3A19DB3840}"/>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0535B84F-F821-BE6E-29A0-E2680B3E93CB}"/>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551D0306-2947-1324-673F-22277467D530}"/>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CBA123AF-69FD-A00F-0AF8-1CBB108F8463}"/>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61E5FCEE-1FE0-3A65-67DE-777CAF36716F}"/>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6686FFA0-8BAB-C319-94DA-1E35F611FDF1}"/>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8E7F7E1D-893C-2244-0E53-000B89A8F5F0}"/>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0CBE15AA-AC90-1FCD-2542-56503E4EA2C8}"/>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1CD6F413-11A1-4336-7486-9CC05744AE91}"/>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D5C2D2CF-E149-8264-B436-3E39B3EBFE38}"/>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FFA4F959-B382-48CA-3B53-08FABC779DF9}"/>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EC883460-C4E4-3612-0E60-8ABD04497114}"/>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AF8807AB-CC9A-7968-DC54-962716E9F123}"/>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B84AA517-D0B7-9B76-6F8D-099D43FA5390}"/>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ED6D3F5A-E788-D934-47B5-B02E41E82909}"/>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AAB72A3B-91E3-9379-D082-7D47AB6B376A}"/>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988638E1-A062-F1CF-466B-DC3B4BA3F07E}"/>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AD715D01-8397-7C41-76A8-E273204B4BCA}"/>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F9F82C1E-6D61-A43E-22F5-FA12F069A131}"/>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C2768DCB-ABB4-88A7-AE0E-6291FBB5E03E}"/>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D183977B-1C60-2406-C4B0-70643E509FBE}"/>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D284F5EB-1399-851A-15BB-CBDD01BB5E97}"/>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B850C88B-6CF2-9EF1-AB16-B2B026096A2C}"/>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50ED1ECA-E87A-57EC-3D05-E57509AFBB2D}"/>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1EF80BCE-62D3-9792-F293-A0E2657C3888}"/>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69DD1737-5984-AD7C-D319-5D0973F13126}"/>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58B221F5-2E8C-20B3-F3B4-22E303EEA408}"/>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69F474C4-5798-2C36-FDC9-83573DF4AE6A}"/>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2DE89C32-45C2-B4E3-15E3-5C34AEF046DB}"/>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6EADC16F-D78E-EED2-C02A-61A0625F120F}"/>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7493BC87-7307-FB86-BF65-F429678D274E}"/>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B73DAA7B-3F6D-F745-B172-5EEF91D993AF}"/>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2500D704-88F0-613D-BF38-D1F4CCA47377}"/>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4CB81509-FB41-06DC-C5BF-1D4250F36BAB}"/>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95F36104-B05E-BF40-B18C-86119A33F937}"/>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990D94BF-D5C6-50F7-D8F7-EAD66F549584}"/>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AE9CB2EE-0845-215B-5047-BFAF916F71AC}"/>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CEF1448D-95B0-E4C0-D104-9E2F953E53F4}"/>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2F544E59-21BC-2A96-BF9A-AB9BD05F5F83}"/>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DD9D137D-5F5A-4562-6E06-ABB2227C8E56}"/>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1D9158EF-1AF6-97CE-9917-0E2B6656B585}"/>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EE92A781-BE90-B58C-A22C-B67011DE39B8}"/>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09CF590F-FB04-C572-AAEF-DC7A80C84EDB}"/>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07B07EFF-9A26-65C9-1200-09AB795C23C9}"/>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767D4B50-27E0-2716-D2CF-783C515CEA85}"/>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381B5555-49B7-19B3-2575-494CCE2A81D7}"/>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3CC94375-36B3-13BD-689D-0696146C78D6}"/>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288663AB-1213-7D6F-6728-89A6F8CAC4D8}"/>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9F385C20-82F5-CA11-2536-BCD4BCFE1283}"/>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470C4937-CCB8-21CA-A2B4-9ECBEDEAFE0A}"/>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9D290C4F-C4AA-CCFD-CE51-9B1AB9403B66}"/>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9E07A7C1-6CC4-2170-1495-BC32A6B3C4C7}"/>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D9713035-126A-5C20-FEA6-E90A6CD877EF}"/>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1668972E-A5DF-ACE2-8DA3-F74C1F0285D9}"/>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1EE71440-E2AB-FB46-7F3F-7B7709AD3136}"/>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2F6E285A-13EF-E81A-EE3B-E852059F1B90}"/>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60CCEE9D-B094-8EA4-1C4F-3DFBEDF00EE0}"/>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1F31ED8F-BD27-3DDD-185B-CD3BEA6410C5}"/>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85015857-A5E0-C5C5-DE34-3E8D56ED8E6C}"/>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D298268B-059A-B5EA-6BC1-03100B491F22}"/>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8B5A3420-5D3F-E0F2-C233-E2C7FB131376}"/>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FFBF7C37-0E97-7F60-152C-CA8B57E5AFBC}"/>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033A678C-5AB0-606A-617A-A2CCA97B09DD}"/>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7D9CEF4D-E70B-4F8A-F4B9-E9039DECDB4E}"/>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D7CBF0E3-F510-9E18-FBAD-3B46086B4830}"/>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201A94D2-0D36-A409-E530-62E50872AFE1}"/>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A0BA804B-8A89-C25F-D321-BB3A77667AD6}"/>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78EAE2C4-D19E-4906-35A3-345429DBC4C9}"/>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FD82D483-1898-F4BD-1D74-ED689D531FAF}"/>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829806E8-61FA-C96F-0AFD-A4195D935EB0}"/>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CAFD9976-F5C3-4385-B7EE-38E527EB0E97}"/>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E5D648A4-7840-A771-7308-BA21129322FA}"/>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E7CACA38-3AA7-0527-610B-ADDBE4CFBB50}"/>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5B8769CC-47DB-2273-0066-8398B8A5DC1F}"/>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27BF4181-E51F-D48C-1FE5-B7E98BB78A35}"/>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E2CEA03B-8475-10F4-A164-EA5C6D0B30E4}"/>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C0011371-4CF7-1F0C-44E6-49336188B4AB}"/>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5FA8FFEF-EDC8-F346-3068-BFB3E8FA526D}"/>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FC414488-1BA6-7F1A-54F9-0272557057FB}"/>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7D23F485-7B52-BB0E-9DFC-9D453400EC4D}"/>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17492873-F87F-D87F-819A-F9564DD7B389}"/>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C423BD76-C4E6-7EF8-F1D4-369C239D25C3}"/>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41F076BB-630B-F5AD-DD65-7373CCAB06E1}"/>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C6B294A3-5BDB-F905-2885-3FCA906FEB7A}"/>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E60AC7D6-5319-ABC9-3FEF-507AB0AA8386}"/>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B915E910-BE32-F1F2-C864-431A358247E4}"/>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40C1FFC0-B316-7852-5A5E-723140D2776E}"/>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41C38AAC-5D6E-9E98-4618-F62FB8C38B15}"/>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642BA5F3-89B4-7D93-BA00-0B3C3796FBD2}"/>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5EDA975D-0332-F670-3C6B-B5EA0EB8BA8D}"/>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59AD6F66-6ADA-8979-6D34-94762EF7ECA7}"/>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DF1DADA7-CC3B-6236-71E6-930F9AB9FDD4}"/>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01D7552E-11CF-A355-B2F7-2CC921368C05}"/>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6A84EB66-FDCB-101A-FDC6-BAF20F58C68E}"/>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B497B58E-2B19-2771-0342-F4544FEDDEFF}"/>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34A811F3-8EB6-F4E4-1F32-462D3494E5B0}"/>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643F4EBC-E8EF-D652-608D-B2D7F62BB82A}"/>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15F8E43D-A074-527A-077C-24864EDE5D88}"/>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C7E3080D-A372-69C1-7D24-85C93467EEA4}"/>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15FD8A1C-5AE5-032E-0644-A0D243746B4C}"/>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BBC8B588-891E-45F0-C425-BAED3426A1EA}"/>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3A40D106-051F-602E-915D-EDEB54C07F19}"/>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43F098BB-2B81-4119-2E75-F912224D6F61}"/>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7396BA60-AA0B-3992-3A42-B3B2BFC51617}"/>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061E4354-179A-E04E-E4B2-3877FA7AF483}"/>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4A238F53-B0BF-0F99-015B-AD6CB2C2A341}"/>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A30E022F-3C02-CC58-460F-ADF05DBFEA1D}"/>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817DA383-7B56-6359-D6F2-002F5AA53CEE}"/>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270160C2-508B-95A6-E052-9CF1CC2DA625}"/>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03CBF846-05A4-4007-FACA-6121183D5387}"/>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4EBE62C3-9130-2580-A734-E0525A9F7ED2}"/>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53D42667-2298-E4F3-3A6D-8A583EEB7FDC}"/>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FFF7E740-2062-30DA-14F6-5B769EE27B0B}"/>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3A95126D-964F-2FC7-392D-C589165038C8}"/>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86787398-A6D6-146D-424E-1D773F4A6AC1}"/>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B93DC20D-85B2-AE97-EE97-5431D23FCC10}"/>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803BA6E0-C5CC-15E4-6A52-8B02B174BBB3}"/>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CD94E495-795C-A3C9-F187-19D829EF03FE}"/>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F946EBC1-BEAB-F5CD-DF59-4B0EBFA2B4E3}"/>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D57666C1-5234-1395-2AAB-8D74C35C2615}"/>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AAF35B95-C3C4-3006-C148-8E51A41F3928}"/>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E2CB66AD-3C81-FB3F-7F50-6FF6034409A0}"/>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DBE0893F-E81D-CF32-C603-FB2486973B70}"/>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16BAF36F-C63C-29B3-BC50-A08DC0CB5883}"/>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374AD117-4DAB-DD46-A7D0-203DC21FB0AA}"/>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CE34D131-6F54-4E7A-6CD0-52DFF14131BD}"/>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F7CF5C4B-B9F7-8284-7390-4B410D928F42}"/>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D9F6CE47-8383-83EE-2E30-924840F3A337}"/>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79BBBC85-999B-1515-0C0B-9D1D561B9A21}"/>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06E2CD26-0908-938E-2E2E-98A7972D0129}"/>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FA653D56-DD15-4FDB-C0C9-8EDD38BDF24F}"/>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D5B91FE4-87E5-26EA-0A71-49C02C41267C}"/>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182A4CA3-BE27-F1C4-65A9-3D69F0A2C23D}"/>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54683775-389E-D68E-BA04-D18589366A5D}"/>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14D9BC97-2AA7-D9AA-F5C0-EEF1F0A4D83C}"/>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2807FE0D-1E10-4CD9-AA59-B7930B12D7CD}"/>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DD03F7A7-E75E-30DA-7726-4077FB906487}"/>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98644127-D82F-69F2-9952-800A4821BC87}"/>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425451BB-AD83-4D87-5470-3750121F6F1C}"/>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E1218E8C-7AD6-4056-5F0D-8CDEEC5E598F}"/>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F468A849-015F-019D-5D03-08287DBC3245}"/>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3AF14C81-B591-C17E-3473-2AC5E96220DE}"/>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D6A1C166-7DA2-413D-6F60-781B2E82A820}"/>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7F80594D-7D2E-B367-458E-D568B577F436}"/>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2CEB82B7-252A-383C-75AA-EB00FE926100}"/>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7BBBE8AF-6A0B-84DE-6D3B-AEDDC5344D0A}"/>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1588B623-C848-CFE4-BF62-D031150FC52F}"/>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371428B0-295B-AAE5-7FB2-4661A89E7B10}"/>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D383234F-1822-62C0-E37B-8778FEA0FDB7}"/>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7BA84839-1FBF-05A1-548D-0E582AC6B8A8}"/>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1FAF583D-A3D5-4380-22C0-FBA8F24F4BA6}"/>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EADB3922-9311-1385-FDDF-D0D16179170A}"/>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5467D0B2-5B74-5FCD-17BC-3CD82C3AD789}"/>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F7242C63-6289-D788-1AE3-BC0E16F10711}"/>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11476D08-6653-C2F8-0DEE-042FB876D8A8}"/>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0E24BF44-EEAE-6ABC-C8D3-401F8EA7A69E}"/>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A73945AB-9F39-14B5-1020-544E34AB197B}"/>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42CB2FF4-7747-FDEF-603B-F5047CE8DAFB}"/>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F8157B7E-28A5-0CD1-F03F-E5FBE5E7AE9B}"/>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BE84D14B-AFE2-13C2-A806-D75AC151A272}"/>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55237522-D0D0-E2C3-9F76-FC67801E81B8}"/>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2960186B-0EE7-04CD-D660-CE8987A04EB3}"/>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7D7F59DE-6D3F-7DD1-1020-CFC747A88D93}"/>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1CEF9CEF-CA80-51E6-B8AA-0150F70E91D8}"/>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8B6880F2-D35C-D0EC-1186-201D521AF945}"/>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1EFA508C-AD7F-5DC1-B024-FBBA36A1A927}"/>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F8D14B12-7DA3-93AE-BBF7-BAA7B5ACB061}"/>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0EA3353E-2A20-CD27-34E0-C7072C79BC95}"/>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8716D018-196A-729E-DE41-D88DF687902B}"/>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DFAE22CE-333C-7C01-492E-90961A9E9731}"/>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A79742D6-2F17-7074-BE94-B02D9CE5CE00}"/>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F26378D5-1671-CAA8-6C52-2C7622E6E3EA}"/>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C628F970-9E6C-CEA1-AB83-028D7455BE08}"/>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A9A1EBD1-44B3-3683-42B8-373A63E31D45}"/>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9EB0DE08-BFE1-E51E-8385-AFEBD4A0421C}"/>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0705CEF4-AB2B-4EFD-4CBA-442B4EA46EDB}"/>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7846DF24-7532-3FF9-9D29-688CC958FF89}"/>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45D52E94-E9CE-BF97-DE04-9751E6685977}"/>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6BDAFA6E-BC0F-A612-62C7-8D8F024E2C9E}"/>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D5014D28-F7ED-2402-DEFB-474D059465AF}"/>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5E177365-EBAD-EB9E-A2EC-5E862E9D1C95}"/>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CAEC47C1-DD8C-F0DC-DC57-B2B953E866C9}"/>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6063C415-7BEE-533D-99E3-5DEBC17AF961}"/>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B62C2E4C-D056-3458-F43A-8663116DA59A}"/>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FFB9EE27-45A8-F081-6A55-B338D8F89A59}"/>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C41EEC62-0BBC-F3A6-FFD7-1139A229D643}"/>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3AF157D4-968A-A5B6-6099-514C0128E492}"/>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ADB8AE81-6409-BDA7-3E8A-8EFEC01047E7}"/>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7D8F5279-34FD-8227-3E08-CE0651E6F1DC}"/>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971B02A9-2A0A-19D1-378A-C806FA245BAD}"/>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69E10589-379E-09C7-E995-9E675E425455}"/>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BF7710F3-AE82-08F8-A0EC-7BFA38296EA3}"/>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BA93AEC7-6AD1-BBD8-B894-B0442E04A058}"/>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DDF7DCB1-7074-3934-4E06-C31C17335B27}"/>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BF666325-5AED-43F2-14F4-391E80C7EBC4}"/>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E4145460-049B-46F2-58E4-501202183F16}"/>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14422FB1-C841-BE1F-CC3B-2F45876F9654}"/>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BA08D83B-4569-B5B7-938B-6472337F7DF8}"/>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959D37DE-DEAB-CECC-566E-B2323F1D72C8}"/>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D2D485D2-34AD-E065-B44C-D2B531BBF605}"/>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87A89BFA-0908-458F-6966-803645AB7101}"/>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F3BD3451-4D3C-C1F6-4E0D-D344F6FD027D}"/>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33375C53-4D30-AD23-9B4D-B9202108EDF3}"/>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D6C14AA0-3C91-D274-599D-66DC4960AD78}"/>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104F9881-EB39-989F-ADEA-E0BF64CBDA94}"/>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89528FAA-4BEF-D1CF-8444-EA923B3EA6FB}"/>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951DAE83-6D7E-08A5-D039-B149A7BDEB8E}"/>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8AD765B5-330C-52B5-CA0A-A3CF1BBCDBEF}"/>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BD86DFE4-D2A3-FCB7-ACA7-CD9ECB304485}"/>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E33BE8A4-5D42-49BD-9C5A-50CCFFD8A0B9}"/>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5B5415DF-080D-3764-9A6A-D3EC4D7D22E0}"/>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6B0FAF2D-79C1-F10E-D2E5-B026659DBA84}"/>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73A586FE-650E-98E5-A06E-896825C7B6B3}"/>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BC9A7120-BA98-864A-A959-256E476874FF}"/>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03182E7E-8B35-63B1-14C4-0128DE129DE7}"/>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3C2F24FB-7611-43CD-E94F-7625B8B42394}"/>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50335980-26F7-491C-B6EA-B35C1303568D}"/>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D2F7648A-E575-CA9A-A27E-B0B7196923C0}"/>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A642EB3B-87A7-49CA-5441-957B014921D2}"/>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99A4CC03-85E4-124C-1B14-30CF751E1D5B}"/>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B45797B5-1205-A85B-E466-7D7F5A69E91D}"/>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21CAEA58-D5FC-C38A-A4E0-D898ECE56EEF}"/>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0391F365-7EAF-AF38-22EA-7B9BA586FED9}"/>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2200E3CB-93B5-2D5C-728E-5393A3C92BCB}"/>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28357BB2-B910-B847-A9C6-0DFE8D51791A}"/>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818A9A38-15FF-7C28-1596-56714769335D}"/>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8AA13590-B655-4C3F-DEEE-2A6B01ABA3EF}"/>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F24DB0B8-3082-9B97-42A0-85B76AA110FE}"/>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1FAAEA91-68ED-9C9E-5AF7-C6CCFC9F487B}"/>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6412A3E7-CB4C-968F-CA80-A5AE0F808933}"/>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39C8121F-412C-01E5-0698-22D3C9A4F422}"/>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3912E156-8AC4-093F-DCDF-A8639ABA9142}"/>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ACC38633-A2B2-743D-67FF-8C68DD85913E}"/>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6834910C-B6BE-A4D2-B4FC-17D00634AECC}"/>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293E485C-7E11-7681-58AD-F3E6E0CB720A}"/>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EDBE4173-E54C-4252-8320-70179C337C10}"/>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E98A7E43-C195-DBC1-F8ED-A307CEEDF3E9}"/>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4BCB6E9A-697A-C4A9-4DE5-43AA33A4D5E0}"/>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C2E08532-05EE-558F-3E71-D2BE5C224524}"/>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45A75265-50C0-E6BA-4D71-1EAB34FA58E5}"/>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BB8B35D7-7E90-43F3-284B-47998780A17D}"/>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AC235376-ABC9-A656-0DC7-DC2362F6A209}"/>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3F78AE4B-42F9-968E-CDD3-6E650BF822A8}"/>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818EAE93-9C6B-AA92-6F1C-3E6F70565F15}"/>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16B28955-099E-B690-743A-2CB8CFEAD971}"/>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38AB1EC5-40D2-F773-8694-75AD8326FADF}"/>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717DD480-B953-F0F3-DF74-7C7E8E847B1F}"/>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98CA3542-FBCD-8FE0-89D3-0B98DA9E3630}"/>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0C5AAAC4-ADBF-CF57-C834-5845324F01DC}"/>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931B7DB1-D687-4A07-692B-E5C7AC1C443D}"/>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A7B6E0E0-2E34-2A21-7021-EF8CCE7293DA}"/>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7FD83C6C-EE61-30FC-8823-7772EE7AA745}"/>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F1971201-3C7E-D6D6-826B-6C9ECF2027EA}"/>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F527896D-94DE-B140-D0D4-4209C11E4023}"/>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8DEF709A-F238-33E6-FC90-E1E221CD9D6C}"/>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4AF736AE-4166-B3E3-2393-F848DFE6B78C}"/>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5575CD78-F8E4-E723-6654-FD1FBB79D937}"/>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8737F3B2-68F9-C4D2-1BE4-1485E8685429}"/>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4CAFA548-4783-B9B0-77C6-BCB1C705E5A1}"/>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208C45DB-6EF1-CF9B-161D-773865FE50FA}"/>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E2DA0870-CFF9-AC9D-9BE6-CCF45BB5B132}"/>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F9366685-276B-5F97-FD04-68573A06ECAB}"/>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37F7BB74-7D97-6F14-CCE3-1FF4056DD49F}"/>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CF8A1CAE-F58C-ADF3-498D-391FB0A40E2F}"/>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40D11DFC-A55B-5EFD-4623-708791B8D1A3}"/>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4795431E-3AE0-935A-3786-75942A9AF44A}"/>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B888CE80-6F01-4093-F513-4AE77B63A0FF}"/>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9AB703AD-F075-C198-FC37-DFE0C78B2296}"/>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3CE354EC-9BF6-DF17-70C8-BE56075CA717}"/>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14822BD1-5250-B496-F8AD-5D539F94A1CE}"/>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9C8D8A22-C6DC-5B84-9B42-37BBE3B83741}"/>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ED98FA51-1E77-B3C8-26A4-640FB7AE4840}"/>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F4EC807B-A3BA-86BA-5A57-E50D2CEEDD35}"/>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35167B3D-2FEF-75ED-196B-B3FF46A50E90}"/>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C87A7DD9-8AA3-E383-D10F-46AD6EDA0D6E}"/>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30C699BF-2B06-3A89-3173-576F14BBCE1B}"/>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090E3D6F-E5C3-C45D-FFE6-F5B68F3C9A06}"/>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020299D8-2126-A232-6C33-F3519C6BBE4D}"/>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FEF185DE-FB47-208F-C673-CAD8B546F3A8}"/>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97EDE476-6D3E-286A-4F76-B570F2ACDDFB}"/>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26FC85F6-4AA9-6983-5030-ED06938EE523}"/>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6F2EECE5-1571-C9BD-0AD3-6387BD9D0A28}"/>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98D7F00F-8280-D6A7-D5D4-1E6B3E9173DE}"/>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F81FBEBF-6BFE-5DD2-CE4E-BD5E005F7235}"/>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D4C348B0-9C44-E365-A151-0D5D6ACEBF92}"/>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56F9C070-5515-CECC-6CFE-5947B6472778}"/>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D366F9A4-8FA7-B9ED-978A-768FE6EA6122}"/>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3DC50BCF-4E06-3FA3-883F-0943F341D33F}"/>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1CBCE096-2EB6-1922-8D1E-3409F925C2E7}"/>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17A78EB1-96CB-598A-2F01-0F0EB356FE5F}"/>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B3523718-BF3D-984B-D3A7-3653F39E5EC0}"/>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0A01FF48-CF59-0CE0-6A54-EE87CA5F86B1}"/>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11A5E8F0-BD9F-564B-0866-3C96F3D96794}"/>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2BE9175F-F663-1346-DE4F-9F79AC607BB2}"/>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E22F9C22-656B-C05F-4FED-FFE749C8EFEF}"/>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D68A8DEC-C9AB-A76B-4531-1F6207A17D90}"/>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F2D5D12F-FE26-0F98-1739-8DC1EB83D99A}"/>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3E22D1DC-535F-6EFD-5B5E-5F27E2070E13}"/>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B36EDC58-DDF6-A776-BF05-1D07AB984ED7}"/>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417DBAD7-6C59-E5D4-08EF-1B4E1A444E68}"/>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BEFC5487-A47D-A84D-9571-66B33E76BD0C}"/>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00793EED-EA83-0137-FE83-8FAE64290D77}"/>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624DD427-1031-A491-B171-90E9743C98DE}"/>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E337A61D-B94C-89EC-6DF6-FD09AC625A91}"/>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681A82B1-80A6-D2AE-5C26-D3D665DBF9E8}"/>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178C00B7-4709-4E01-E809-E9A73FBA8BC8}"/>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A33B6482-414A-CB62-A3A9-EE763C4CE6A7}"/>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FAF44810-6CD2-D579-B898-EB2BB8F4E70D}"/>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5BB4DDD4-E1C5-EC38-BE40-2A7FD8ED5171}"/>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9A059156-9692-8300-E725-83D2B927F0EF}"/>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FD0D7BBF-A230-A954-5815-F5CEFE93681B}"/>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61BFC316-9665-C19C-A934-D1048B03915E}"/>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12C504E5-FD60-674A-9A2B-33C177D39027}"/>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3B25967F-0D15-313A-95D0-B18D4EA93FAA}"/>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59824DD6-2207-5647-4563-A0DA1CF5A931}"/>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F5DF29DF-F1B7-87FC-0FEC-F9D5FA7BB74B}"/>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D103E565-4C9D-54DD-F71F-7D3C090D0F8B}"/>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70EB34BD-CBCC-3A31-6E3D-C15F9C5F723F}"/>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0C342A79-FDC0-C58E-C290-35C83D685162}"/>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B1F2BEE4-B650-0963-84ED-4B650DBC2F7A}"/>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05C01E77-801D-2A31-C1C6-5DE146AADC22}"/>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B3EAF777-AC59-DAED-6AF4-4ADAA8E140DA}"/>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F964F39F-982E-9CF4-4AE1-1A4EC4F03727}"/>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933CF180-1EB5-04F6-59AB-6F1E07527F40}"/>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5E30AB85-206F-3EB5-809F-A9F366312A27}"/>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ECC4CECA-C346-7FB5-15A7-E1B173E90931}"/>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07071006-2092-A3EB-0E2E-63E797258470}"/>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D1B08258-A1C6-B021-E401-E803DF3A40D9}"/>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BE56C709-CC23-A025-1220-EBE241077AA3}"/>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BC45C173-730F-E63D-8BF5-F55C8025D276}"/>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5DE8689B-6AC4-E6FC-E087-7AA1025EEB9F}"/>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3D66DFA3-B8C7-5640-ECCA-90D1BFDD4B29}"/>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1DDD0D8D-548E-F39E-A69A-395BFEAAEC77}"/>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
        <p:nvSpPr>
          <p:cNvPr id="6" name="University name"/>
          <p:cNvSpPr txBox="1"/>
          <p:nvPr/>
        </p:nvSpPr>
        <p:spPr>
          <a:xfrm>
            <a:off x="4032526" y="260630"/>
            <a:ext cx="5502190" cy="448863"/>
          </a:xfrm>
          <a:prstGeom prst="rect">
            <a:avLst/>
          </a:prstGeom>
          <a:noFill/>
          <a:ln/>
          <a:effectLst>
            <a:outerShdw blurRad="101600" dist="50800" dir="16200000" algn="bl" rotWithShape="0">
              <a:srgbClr val="FFFFFF">
                <a:alpha val="35000"/>
              </a:srgbClr>
            </a:outerShdw>
          </a:effectLst>
        </p:spPr>
        <p:txBody>
          <a:bodyPr wrap="non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Maharishi Markandeshwar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University subtitle"/>
          <p:cNvSpPr txBox="1"/>
          <p:nvPr/>
        </p:nvSpPr>
        <p:spPr>
          <a:xfrm>
            <a:off x="4068725" y="709493"/>
            <a:ext cx="4054245" cy="318548"/>
          </a:xfrm>
          <a:prstGeom prst="rect">
            <a:avLst/>
          </a:prstGeom>
          <a:noFill/>
          <a:ln/>
        </p:spPr>
        <p:txBody>
          <a:bodyPr wrap="non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Deemed to be University</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Header gold line"/>
          <p:cNvSpPr/>
          <p:nvPr/>
        </p:nvSpPr>
        <p:spPr>
          <a:xfrm>
            <a:off x="4068725" y="1129397"/>
            <a:ext cx="5140204" cy="0"/>
          </a:xfrm>
          <a:prstGeom prst="line">
            <a:avLst/>
          </a:prstGeom>
          <a:noFill/>
          <a:ln w="38100">
            <a:solidFill>
              <a:srgbClr val="FFBE16"/>
            </a:solidFill>
            <a:prstDash val="solid"/>
          </a:ln>
        </p:spPr>
      </p:sp>
      <p:sp>
        <p:nvSpPr>
          <p:cNvPr id="9" name="Department"/>
          <p:cNvSpPr txBox="1"/>
          <p:nvPr/>
        </p:nvSpPr>
        <p:spPr>
          <a:xfrm>
            <a:off x="4068725" y="1230753"/>
            <a:ext cx="5067807" cy="304068"/>
          </a:xfrm>
          <a:prstGeom prst="rect">
            <a:avLst/>
          </a:prstGeom>
          <a:noFill/>
          <a:ln/>
        </p:spPr>
        <p:txBody>
          <a:bodyPr wrap="non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MMIM (Department of Management)</a:t>
            </a:r>
            <a:endParaRPr kumimoji="0" lang="en-US" sz="23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Title line 1"/>
          <p:cNvSpPr txBox="1"/>
          <p:nvPr/>
        </p:nvSpPr>
        <p:spPr>
          <a:xfrm>
            <a:off x="1809931" y="1846130"/>
            <a:ext cx="8687669" cy="723972"/>
          </a:xfrm>
          <a:prstGeom prst="rect">
            <a:avLst/>
          </a:prstGeom>
          <a:noFill/>
          <a:ln/>
          <a:effectLst>
            <a:outerShdw blurRad="177800" dist="50800" dir="16200000" algn="bl" rotWithShape="0">
              <a:srgbClr val="BDA2FF">
                <a:alpha val="60000"/>
              </a:srgbClr>
            </a:outerShdw>
          </a:effectLst>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srgbClr val="F4EEFF"/>
                </a:solidFill>
                <a:effectLst/>
                <a:uLnTx/>
                <a:uFillTx/>
                <a:latin typeface="Times New Roman" pitchFamily="34" charset="0"/>
                <a:ea typeface="Times New Roman" pitchFamily="34" charset="-122"/>
                <a:cs typeface="Times New Roman" pitchFamily="34" charset="-120"/>
              </a:rPr>
              <a:t>Emerging Trends in</a:t>
            </a:r>
            <a:endParaRPr kumimoji="0" lang="en-US" sz="6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itle line 2"/>
          <p:cNvSpPr txBox="1"/>
          <p:nvPr/>
        </p:nvSpPr>
        <p:spPr>
          <a:xfrm>
            <a:off x="1809931" y="2751095"/>
            <a:ext cx="8687669" cy="796370"/>
          </a:xfrm>
          <a:prstGeom prst="rect">
            <a:avLst/>
          </a:prstGeom>
          <a:noFill/>
          <a:ln/>
          <a:effectLst>
            <a:outerShdw blurRad="177800" dist="50800" dir="16200000" algn="bl" rotWithShape="0">
              <a:srgbClr val="FFBE16">
                <a:alpha val="55000"/>
              </a:srgbClr>
            </a:outerShdw>
          </a:effectLst>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800" b="1" i="0" u="none" strike="noStrike" kern="1200" cap="none" spc="0" normalizeH="0" baseline="0" noProof="0" dirty="0">
                <a:ln>
                  <a:noFill/>
                </a:ln>
                <a:solidFill>
                  <a:srgbClr val="FFBE16"/>
                </a:solidFill>
                <a:effectLst/>
                <a:uLnTx/>
                <a:uFillTx/>
                <a:latin typeface="Times New Roman" pitchFamily="34" charset="0"/>
                <a:ea typeface="Times New Roman" pitchFamily="34" charset="-122"/>
                <a:cs typeface="Times New Roman" pitchFamily="34" charset="-120"/>
              </a:rPr>
              <a:t>Financial Services</a:t>
            </a:r>
            <a:endParaRPr kumimoji="0" lang="en-US" sz="6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Presenter divider 1"/>
          <p:cNvSpPr/>
          <p:nvPr/>
        </p:nvSpPr>
        <p:spPr>
          <a:xfrm>
            <a:off x="4843375" y="4322115"/>
            <a:ext cx="0" cy="781890"/>
          </a:xfrm>
          <a:prstGeom prst="line">
            <a:avLst/>
          </a:prstGeom>
          <a:noFill/>
          <a:ln w="31750">
            <a:solidFill>
              <a:srgbClr val="FFBE16"/>
            </a:solidFill>
            <a:prstDash val="solid"/>
          </a:ln>
        </p:spPr>
      </p:sp>
      <p:sp>
        <p:nvSpPr>
          <p:cNvPr id="84" name="Presenter divider 2"/>
          <p:cNvSpPr/>
          <p:nvPr/>
        </p:nvSpPr>
        <p:spPr>
          <a:xfrm>
            <a:off x="7362799" y="4322115"/>
            <a:ext cx="0" cy="781890"/>
          </a:xfrm>
          <a:prstGeom prst="line">
            <a:avLst/>
          </a:prstGeom>
          <a:noFill/>
          <a:ln w="31750">
            <a:solidFill>
              <a:srgbClr val="FFBE16"/>
            </a:solidFill>
            <a:prstDash val="solid"/>
          </a:ln>
        </p:spPr>
      </p:sp>
      <p:sp>
        <p:nvSpPr>
          <p:cNvPr id="91" name="Strip divider 1"/>
          <p:cNvSpPr/>
          <p:nvPr/>
        </p:nvSpPr>
        <p:spPr>
          <a:xfrm>
            <a:off x="4546547" y="5429793"/>
            <a:ext cx="0" cy="405425"/>
          </a:xfrm>
          <a:prstGeom prst="line">
            <a:avLst/>
          </a:prstGeom>
          <a:noFill/>
          <a:ln w="31750">
            <a:solidFill>
              <a:srgbClr val="FFBE16"/>
            </a:solidFill>
            <a:prstDash val="solid"/>
          </a:ln>
        </p:spPr>
      </p:sp>
      <p:sp>
        <p:nvSpPr>
          <p:cNvPr id="92" name="Strip divider 2"/>
          <p:cNvSpPr/>
          <p:nvPr/>
        </p:nvSpPr>
        <p:spPr>
          <a:xfrm>
            <a:off x="6551950" y="5429793"/>
            <a:ext cx="0" cy="405425"/>
          </a:xfrm>
          <a:prstGeom prst="line">
            <a:avLst/>
          </a:prstGeom>
          <a:noFill/>
          <a:ln w="31750">
            <a:solidFill>
              <a:srgbClr val="FFBE16"/>
            </a:solidFill>
            <a:prstDash val="solid"/>
          </a:ln>
        </p:spPr>
      </p:sp>
      <p:grpSp>
        <p:nvGrpSpPr>
          <p:cNvPr id="94" name="Titleorn"/>
          <p:cNvGrpSpPr/>
          <p:nvPr/>
        </p:nvGrpSpPr>
        <p:grpSpPr>
          <a:xfrm>
            <a:off x="2425308" y="3648821"/>
            <a:ext cx="7362799" cy="173753"/>
            <a:chOff x="2425308" y="3648821"/>
            <a:chExt cx="7362799" cy="173753"/>
          </a:xfrm>
        </p:grpSpPr>
        <p:sp>
          <p:nvSpPr>
            <p:cNvPr id="12" name="titleorn__left line"/>
            <p:cNvSpPr/>
            <p:nvPr/>
          </p:nvSpPr>
          <p:spPr>
            <a:xfrm>
              <a:off x="2425308" y="3735698"/>
              <a:ext cx="3453348" cy="0"/>
            </a:xfrm>
            <a:prstGeom prst="line">
              <a:avLst/>
            </a:prstGeom>
            <a:noFill/>
            <a:ln w="31750">
              <a:solidFill>
                <a:srgbClr val="FFBE16"/>
              </a:solidFill>
              <a:prstDash val="solid"/>
            </a:ln>
          </p:spPr>
        </p:sp>
        <p:sp>
          <p:nvSpPr>
            <p:cNvPr id="13" name="titleorn__right line"/>
            <p:cNvSpPr/>
            <p:nvPr/>
          </p:nvSpPr>
          <p:spPr>
            <a:xfrm>
              <a:off x="6313039" y="3735698"/>
              <a:ext cx="3475068" cy="0"/>
            </a:xfrm>
            <a:prstGeom prst="line">
              <a:avLst/>
            </a:prstGeom>
            <a:noFill/>
            <a:ln w="31750">
              <a:solidFill>
                <a:srgbClr val="FFBE16"/>
              </a:solidFill>
              <a:prstDash val="solid"/>
            </a:ln>
          </p:spPr>
        </p:sp>
        <p:sp>
          <p:nvSpPr>
            <p:cNvPr id="14" name="titleorn__diamond"/>
            <p:cNvSpPr/>
            <p:nvPr/>
          </p:nvSpPr>
          <p:spPr>
            <a:xfrm>
              <a:off x="6008971" y="3648821"/>
              <a:ext cx="173753" cy="173753"/>
            </a:xfrm>
            <a:prstGeom prst="diamond">
              <a:avLst/>
            </a:prstGeom>
            <a:solidFill>
              <a:srgbClr val="FFBE16"/>
            </a:solidFill>
            <a:ln w="12700">
              <a:solidFill>
                <a:srgbClr val="FFBE16"/>
              </a:solidFill>
              <a:prstDash val="solid"/>
            </a:ln>
          </p:spPr>
        </p:sp>
      </p:grpSp>
      <p:grpSp>
        <p:nvGrpSpPr>
          <p:cNvPr id="97" name="Presenter Ridham"/>
          <p:cNvGrpSpPr/>
          <p:nvPr/>
        </p:nvGrpSpPr>
        <p:grpSpPr>
          <a:xfrm>
            <a:off x="2338431" y="3996328"/>
            <a:ext cx="2461506" cy="1114917"/>
            <a:chOff x="2338431" y="3996328"/>
            <a:chExt cx="2461506" cy="1114917"/>
          </a:xfrm>
        </p:grpSpPr>
        <p:sp>
          <p:nvSpPr>
            <p:cNvPr id="68" name="presenter_Ridham__ring"/>
            <p:cNvSpPr/>
            <p:nvPr/>
          </p:nvSpPr>
          <p:spPr>
            <a:xfrm>
              <a:off x="3330273" y="3996328"/>
              <a:ext cx="477822" cy="477822"/>
            </a:xfrm>
            <a:prstGeom prst="ellipse">
              <a:avLst/>
            </a:prstGeom>
            <a:solidFill>
              <a:srgbClr val="FFBE16"/>
            </a:solidFill>
            <a:ln w="12700">
              <a:solidFill>
                <a:srgbClr val="FFBE16"/>
              </a:solidFill>
              <a:prstDash val="solid"/>
            </a:ln>
          </p:spPr>
        </p:sp>
        <p:sp>
          <p:nvSpPr>
            <p:cNvPr id="69" name="presenter_Ridham__bg"/>
            <p:cNvSpPr/>
            <p:nvPr/>
          </p:nvSpPr>
          <p:spPr>
            <a:xfrm>
              <a:off x="3366472" y="4032526"/>
              <a:ext cx="405425" cy="405425"/>
            </a:xfrm>
            <a:prstGeom prst="ellipse">
              <a:avLst/>
            </a:prstGeom>
            <a:solidFill>
              <a:srgbClr val="1B0A4A"/>
            </a:solidFill>
            <a:ln w="12700">
              <a:solidFill>
                <a:srgbClr val="1B0A4A"/>
              </a:solidFill>
              <a:prstDash val="solid"/>
            </a:ln>
          </p:spPr>
        </p:sp>
        <p:pic>
          <p:nvPicPr>
            <p:cNvPr id="70" name="presenter_Ridham__icon" descr="preencoded.png"/>
            <p:cNvPicPr>
              <a:picLocks noChangeAspect="1"/>
            </p:cNvPicPr>
            <p:nvPr/>
          </p:nvPicPr>
          <p:blipFill>
            <a:blip r:embed="rId4"/>
            <a:stretch>
              <a:fillRect/>
            </a:stretch>
          </p:blipFill>
          <p:spPr>
            <a:xfrm>
              <a:off x="3460588" y="4126643"/>
              <a:ext cx="217192" cy="217192"/>
            </a:xfrm>
            <a:prstGeom prst="rect">
              <a:avLst/>
            </a:prstGeom>
          </p:spPr>
        </p:pic>
        <p:sp>
          <p:nvSpPr>
            <p:cNvPr id="71" name="presenter_Ridham__name"/>
            <p:cNvSpPr txBox="1"/>
            <p:nvPr/>
          </p:nvSpPr>
          <p:spPr>
            <a:xfrm>
              <a:off x="2338431" y="4488629"/>
              <a:ext cx="2461506" cy="361986"/>
            </a:xfrm>
            <a:prstGeom prst="rect">
              <a:avLst/>
            </a:prstGeom>
            <a:noFill/>
            <a:ln/>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Ridham</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presenter_Ridham__roll"/>
            <p:cNvSpPr txBox="1"/>
            <p:nvPr/>
          </p:nvSpPr>
          <p:spPr>
            <a:xfrm>
              <a:off x="2338431" y="4792697"/>
              <a:ext cx="2461506" cy="318548"/>
            </a:xfrm>
            <a:prstGeom prst="rect">
              <a:avLst/>
            </a:prstGeom>
            <a:noFill/>
            <a:ln/>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0"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(12258040)</a:t>
              </a: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8" name="Presenter Purvi"/>
          <p:cNvGrpSpPr/>
          <p:nvPr/>
        </p:nvGrpSpPr>
        <p:grpSpPr>
          <a:xfrm>
            <a:off x="4865095" y="3996328"/>
            <a:ext cx="2461506" cy="1114917"/>
            <a:chOff x="4865095" y="3996328"/>
            <a:chExt cx="2461506" cy="1114917"/>
          </a:xfrm>
        </p:grpSpPr>
        <p:sp>
          <p:nvSpPr>
            <p:cNvPr id="73" name="presenter_Purvi__ring"/>
            <p:cNvSpPr/>
            <p:nvPr/>
          </p:nvSpPr>
          <p:spPr>
            <a:xfrm>
              <a:off x="5856937" y="3996328"/>
              <a:ext cx="477822" cy="477822"/>
            </a:xfrm>
            <a:prstGeom prst="ellipse">
              <a:avLst/>
            </a:prstGeom>
            <a:solidFill>
              <a:srgbClr val="FFBE16"/>
            </a:solidFill>
            <a:ln w="12700">
              <a:solidFill>
                <a:srgbClr val="FFBE16"/>
              </a:solidFill>
              <a:prstDash val="solid"/>
            </a:ln>
          </p:spPr>
        </p:sp>
        <p:sp>
          <p:nvSpPr>
            <p:cNvPr id="74" name="presenter_Purvi__bg"/>
            <p:cNvSpPr/>
            <p:nvPr/>
          </p:nvSpPr>
          <p:spPr>
            <a:xfrm>
              <a:off x="5893135" y="4032526"/>
              <a:ext cx="405425" cy="405425"/>
            </a:xfrm>
            <a:prstGeom prst="ellipse">
              <a:avLst/>
            </a:prstGeom>
            <a:solidFill>
              <a:srgbClr val="1B0A4A"/>
            </a:solidFill>
            <a:ln w="12700">
              <a:solidFill>
                <a:srgbClr val="1B0A4A"/>
              </a:solidFill>
              <a:prstDash val="solid"/>
            </a:ln>
          </p:spPr>
        </p:sp>
        <p:pic>
          <p:nvPicPr>
            <p:cNvPr id="75" name="presenter_Purvi__icon" descr="preencoded.png"/>
            <p:cNvPicPr>
              <a:picLocks noChangeAspect="1"/>
            </p:cNvPicPr>
            <p:nvPr/>
          </p:nvPicPr>
          <p:blipFill>
            <a:blip r:embed="rId4"/>
            <a:stretch>
              <a:fillRect/>
            </a:stretch>
          </p:blipFill>
          <p:spPr>
            <a:xfrm>
              <a:off x="5987252" y="4126643"/>
              <a:ext cx="217192" cy="217192"/>
            </a:xfrm>
            <a:prstGeom prst="rect">
              <a:avLst/>
            </a:prstGeom>
          </p:spPr>
        </p:pic>
        <p:sp>
          <p:nvSpPr>
            <p:cNvPr id="76" name="presenter_Purvi__name"/>
            <p:cNvSpPr txBox="1"/>
            <p:nvPr/>
          </p:nvSpPr>
          <p:spPr>
            <a:xfrm>
              <a:off x="4865095" y="4488629"/>
              <a:ext cx="2461506" cy="361986"/>
            </a:xfrm>
            <a:prstGeom prst="rect">
              <a:avLst/>
            </a:prstGeom>
            <a:noFill/>
            <a:ln/>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Purvi</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presenter_Purvi__roll"/>
            <p:cNvSpPr txBox="1"/>
            <p:nvPr/>
          </p:nvSpPr>
          <p:spPr>
            <a:xfrm>
              <a:off x="4865095" y="4792697"/>
              <a:ext cx="2461506" cy="318548"/>
            </a:xfrm>
            <a:prstGeom prst="rect">
              <a:avLst/>
            </a:prstGeom>
            <a:noFill/>
            <a:ln/>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0"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(12258038)</a:t>
              </a: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9" name="Presenter Pravinder"/>
          <p:cNvGrpSpPr/>
          <p:nvPr/>
        </p:nvGrpSpPr>
        <p:grpSpPr>
          <a:xfrm>
            <a:off x="7384518" y="3996328"/>
            <a:ext cx="2461506" cy="1114917"/>
            <a:chOff x="7384518" y="3996328"/>
            <a:chExt cx="2461506" cy="1114917"/>
          </a:xfrm>
        </p:grpSpPr>
        <p:sp>
          <p:nvSpPr>
            <p:cNvPr id="78" name="presenter_Pravinder__ring"/>
            <p:cNvSpPr/>
            <p:nvPr/>
          </p:nvSpPr>
          <p:spPr>
            <a:xfrm>
              <a:off x="8376361" y="3996328"/>
              <a:ext cx="477822" cy="477822"/>
            </a:xfrm>
            <a:prstGeom prst="ellipse">
              <a:avLst/>
            </a:prstGeom>
            <a:solidFill>
              <a:srgbClr val="FFBE16"/>
            </a:solidFill>
            <a:ln w="12700">
              <a:solidFill>
                <a:srgbClr val="FFBE16"/>
              </a:solidFill>
              <a:prstDash val="solid"/>
            </a:ln>
          </p:spPr>
        </p:sp>
        <p:sp>
          <p:nvSpPr>
            <p:cNvPr id="79" name="presenter_Pravinder__bg"/>
            <p:cNvSpPr/>
            <p:nvPr/>
          </p:nvSpPr>
          <p:spPr>
            <a:xfrm>
              <a:off x="8412559" y="4032526"/>
              <a:ext cx="405425" cy="405425"/>
            </a:xfrm>
            <a:prstGeom prst="ellipse">
              <a:avLst/>
            </a:prstGeom>
            <a:solidFill>
              <a:srgbClr val="1B0A4A"/>
            </a:solidFill>
            <a:ln w="12700">
              <a:solidFill>
                <a:srgbClr val="1B0A4A"/>
              </a:solidFill>
              <a:prstDash val="solid"/>
            </a:ln>
          </p:spPr>
        </p:sp>
        <p:pic>
          <p:nvPicPr>
            <p:cNvPr id="80" name="presenter_Pravinder__icon" descr="preencoded.png"/>
            <p:cNvPicPr>
              <a:picLocks noChangeAspect="1"/>
            </p:cNvPicPr>
            <p:nvPr/>
          </p:nvPicPr>
          <p:blipFill>
            <a:blip r:embed="rId4"/>
            <a:stretch>
              <a:fillRect/>
            </a:stretch>
          </p:blipFill>
          <p:spPr>
            <a:xfrm>
              <a:off x="8506676" y="4126643"/>
              <a:ext cx="217192" cy="217192"/>
            </a:xfrm>
            <a:prstGeom prst="rect">
              <a:avLst/>
            </a:prstGeom>
          </p:spPr>
        </p:pic>
        <p:sp>
          <p:nvSpPr>
            <p:cNvPr id="81" name="presenter_Pravinder__name"/>
            <p:cNvSpPr txBox="1"/>
            <p:nvPr/>
          </p:nvSpPr>
          <p:spPr>
            <a:xfrm>
              <a:off x="7384518" y="4488629"/>
              <a:ext cx="2461506" cy="361986"/>
            </a:xfrm>
            <a:prstGeom prst="rect">
              <a:avLst/>
            </a:prstGeom>
            <a:noFill/>
            <a:ln/>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Pravinder</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presenter_Pravinder__roll"/>
            <p:cNvSpPr txBox="1"/>
            <p:nvPr/>
          </p:nvSpPr>
          <p:spPr>
            <a:xfrm>
              <a:off x="7384518" y="4792697"/>
              <a:ext cx="2461506" cy="318548"/>
            </a:xfrm>
            <a:prstGeom prst="rect">
              <a:avLst/>
            </a:prstGeom>
            <a:noFill/>
            <a:ln/>
          </p:spPr>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0"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(12258037)</a:t>
              </a: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Strip Mba"/>
          <p:cNvGrpSpPr/>
          <p:nvPr/>
        </p:nvGrpSpPr>
        <p:grpSpPr>
          <a:xfrm>
            <a:off x="2722136" y="5393594"/>
            <a:ext cx="1788212" cy="542979"/>
            <a:chOff x="2722136" y="5393594"/>
            <a:chExt cx="1788212" cy="542979"/>
          </a:xfrm>
        </p:grpSpPr>
        <p:pic>
          <p:nvPicPr>
            <p:cNvPr id="85" name="strip_mba__cap icon" descr="preencoded.png"/>
            <p:cNvPicPr>
              <a:picLocks noChangeAspect="1"/>
            </p:cNvPicPr>
            <p:nvPr/>
          </p:nvPicPr>
          <p:blipFill>
            <a:blip r:embed="rId5"/>
            <a:stretch>
              <a:fillRect/>
            </a:stretch>
          </p:blipFill>
          <p:spPr>
            <a:xfrm>
              <a:off x="2722136" y="5444272"/>
              <a:ext cx="492301" cy="492301"/>
            </a:xfrm>
            <a:prstGeom prst="rect">
              <a:avLst/>
            </a:prstGeom>
          </p:spPr>
        </p:pic>
        <p:sp>
          <p:nvSpPr>
            <p:cNvPr id="86" name="strip_mba__text"/>
            <p:cNvSpPr txBox="1"/>
            <p:nvPr/>
          </p:nvSpPr>
          <p:spPr>
            <a:xfrm>
              <a:off x="3351992" y="5393594"/>
              <a:ext cx="1158356" cy="448863"/>
            </a:xfrm>
            <a:prstGeom prst="rect">
              <a:avLst/>
            </a:prstGeom>
            <a:noFill/>
            <a:ln/>
          </p:spPr>
          <p:txBody>
            <a:bodyPr wrap="non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MBA</a:t>
              </a:r>
              <a:endParaRPr kumimoji="0" lang="en-US" sz="19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(Finance)</a:t>
              </a:r>
              <a:endParaRPr kumimoji="0" lang="en-US" sz="19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1" name="Strip Mmim"/>
          <p:cNvGrpSpPr/>
          <p:nvPr/>
        </p:nvGrpSpPr>
        <p:grpSpPr>
          <a:xfrm>
            <a:off x="4894053" y="5444272"/>
            <a:ext cx="1534822" cy="463342"/>
            <a:chOff x="4894053" y="5444272"/>
            <a:chExt cx="1534822" cy="463342"/>
          </a:xfrm>
        </p:grpSpPr>
        <p:pic>
          <p:nvPicPr>
            <p:cNvPr id="87" name="strip_mmim__group icon" descr="preencoded.png"/>
            <p:cNvPicPr>
              <a:picLocks noChangeAspect="1"/>
            </p:cNvPicPr>
            <p:nvPr/>
          </p:nvPicPr>
          <p:blipFill>
            <a:blip r:embed="rId6"/>
            <a:stretch>
              <a:fillRect/>
            </a:stretch>
          </p:blipFill>
          <p:spPr>
            <a:xfrm>
              <a:off x="4894053" y="5444272"/>
              <a:ext cx="463342" cy="463342"/>
            </a:xfrm>
            <a:prstGeom prst="rect">
              <a:avLst/>
            </a:prstGeom>
          </p:spPr>
        </p:pic>
        <p:sp>
          <p:nvSpPr>
            <p:cNvPr id="88" name="strip_mmim__text"/>
            <p:cNvSpPr txBox="1"/>
            <p:nvPr/>
          </p:nvSpPr>
          <p:spPr>
            <a:xfrm>
              <a:off x="5487711" y="5444272"/>
              <a:ext cx="941164" cy="333027"/>
            </a:xfrm>
            <a:prstGeom prst="rect">
              <a:avLst/>
            </a:prstGeom>
            <a:noFill/>
            <a:ln/>
          </p:spPr>
          <p:txBody>
            <a:bodyPr wrap="non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MMIM</a:t>
              </a:r>
              <a:endPar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Strip Uni"/>
          <p:cNvGrpSpPr/>
          <p:nvPr/>
        </p:nvGrpSpPr>
        <p:grpSpPr>
          <a:xfrm>
            <a:off x="6841539" y="5393594"/>
            <a:ext cx="3214438" cy="456103"/>
            <a:chOff x="6841539" y="5393594"/>
            <a:chExt cx="3214438" cy="456103"/>
          </a:xfrm>
        </p:grpSpPr>
        <p:pic>
          <p:nvPicPr>
            <p:cNvPr id="89" name="strip_uni__pin icon" descr="preencoded.png"/>
            <p:cNvPicPr>
              <a:picLocks noChangeAspect="1"/>
            </p:cNvPicPr>
            <p:nvPr/>
          </p:nvPicPr>
          <p:blipFill>
            <a:blip r:embed="rId7"/>
            <a:stretch>
              <a:fillRect/>
            </a:stretch>
          </p:blipFill>
          <p:spPr>
            <a:xfrm>
              <a:off x="6841539" y="5444272"/>
              <a:ext cx="289589" cy="405425"/>
            </a:xfrm>
            <a:prstGeom prst="rect">
              <a:avLst/>
            </a:prstGeom>
          </p:spPr>
        </p:pic>
        <p:sp>
          <p:nvSpPr>
            <p:cNvPr id="90" name="strip_uni__text"/>
            <p:cNvSpPr txBox="1"/>
            <p:nvPr/>
          </p:nvSpPr>
          <p:spPr>
            <a:xfrm>
              <a:off x="7304882" y="5393594"/>
              <a:ext cx="2751095" cy="448863"/>
            </a:xfrm>
            <a:prstGeom prst="rect">
              <a:avLst/>
            </a:prstGeom>
            <a:noFill/>
            <a:ln/>
          </p:spPr>
          <p:txBody>
            <a:bodyPr wrap="non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Maharishi Markandeshwar</a:t>
              </a:r>
              <a:endParaRPr kumimoji="0" lang="en-US" sz="17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FFFFFF"/>
                  </a:solidFill>
                  <a:effectLst/>
                  <a:uLnTx/>
                  <a:uFillTx/>
                  <a:latin typeface="Times New Roman" pitchFamily="34" charset="0"/>
                  <a:ea typeface="Times New Roman" pitchFamily="34" charset="-122"/>
                  <a:cs typeface="Times New Roman" pitchFamily="34" charset="-120"/>
                </a:rPr>
                <a:t>Deemed to be University</a:t>
              </a:r>
              <a:endParaRPr kumimoji="0" lang="en-US" sz="17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82" name="Picture 1081" descr="Maharishi Markandeshwar logo">
            <a:extLst>
              <a:ext uri="{FF2B5EF4-FFF2-40B4-BE49-F238E27FC236}">
                <a16:creationId xmlns:a16="http://schemas.microsoft.com/office/drawing/2014/main" id="{03356D92-0F90-23AB-4A8E-D1EB295E2E1E}"/>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10000" b="90000" l="10000" r="90000">
                        <a14:foregroundMark x1="43207" y1="36693" x2="43207" y2="37671"/>
                        <a14:foregroundMark x1="47554" y1="36986" x2="49864" y2="45303"/>
                        <a14:foregroundMark x1="45109" y1="36106" x2="56929" y2="40313"/>
                        <a14:foregroundMark x1="56929" y1="40313" x2="52446" y2="43738"/>
                        <a14:foregroundMark x1="51223" y1="33757" x2="42527" y2="42661"/>
                        <a14:foregroundMark x1="42527" y1="42661" x2="56250" y2="47358"/>
                        <a14:foregroundMark x1="56250" y1="47358" x2="58016" y2="38552"/>
                        <a14:foregroundMark x1="58016" y1="38552" x2="49728" y2="36106"/>
                        <a14:foregroundMark x1="72962" y1="79061" x2="72962" y2="79061"/>
                        <a14:foregroundMark x1="71875" y1="78376" x2="71875" y2="78376"/>
                        <a14:foregroundMark x1="71060" y1="78376" x2="71060" y2="78376"/>
                        <a14:foregroundMark x1="24864" y1="77104" x2="24864" y2="77104"/>
                        <a14:foregroundMark x1="35190" y1="69667" x2="36957" y2="71429"/>
                        <a14:foregroundMark x1="70380" y1="69374" x2="65625" y2="70744"/>
                      </a14:backgroundRemoval>
                    </a14:imgEffect>
                  </a14:imgLayer>
                </a14:imgProps>
              </a:ext>
            </a:extLst>
          </a:blip>
          <a:stretch>
            <a:fillRect/>
          </a:stretch>
        </p:blipFill>
        <p:spPr>
          <a:xfrm>
            <a:off x="2572714" y="-236246"/>
            <a:ext cx="1551033" cy="2153745"/>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665E13-5E70-8A12-00E7-FC735BA9BD89}"/>
            </a:ext>
          </a:extLst>
        </p:cNvPr>
        <p:cNvGrpSpPr/>
        <p:nvPr/>
      </p:nvGrpSpPr>
      <p:grpSpPr>
        <a:xfrm>
          <a:off x="0" y="0"/>
          <a:ext cx="0" cy="0"/>
          <a:chOff x="0" y="0"/>
          <a:chExt cx="0" cy="0"/>
        </a:xfrm>
      </p:grpSpPr>
      <p:grpSp>
        <p:nvGrpSpPr>
          <p:cNvPr id="18" name="Graphic 2">
            <a:extLst>
              <a:ext uri="{FF2B5EF4-FFF2-40B4-BE49-F238E27FC236}">
                <a16:creationId xmlns:a16="http://schemas.microsoft.com/office/drawing/2014/main" id="{CFE722C7-3AD6-17D5-82B3-505D914A3D54}"/>
              </a:ext>
            </a:extLst>
          </p:cNvPr>
          <p:cNvGrpSpPr/>
          <p:nvPr/>
        </p:nvGrpSpPr>
        <p:grpSpPr>
          <a:xfrm>
            <a:off x="-4905779" y="5557380"/>
            <a:ext cx="22278322" cy="1369893"/>
            <a:chOff x="-1701658" y="3997633"/>
            <a:chExt cx="14003150" cy="3533927"/>
          </a:xfrm>
          <a:noFill/>
          <a:effectLst>
            <a:outerShdw blurRad="635000" algn="ctr" rotWithShape="0">
              <a:schemeClr val="bg1"/>
            </a:outerShdw>
          </a:effectLst>
        </p:grpSpPr>
        <p:grpSp>
          <p:nvGrpSpPr>
            <p:cNvPr id="19" name="Graphic 2">
              <a:extLst>
                <a:ext uri="{FF2B5EF4-FFF2-40B4-BE49-F238E27FC236}">
                  <a16:creationId xmlns:a16="http://schemas.microsoft.com/office/drawing/2014/main" id="{CEBA1112-AAE9-2349-1B2C-2E83A6B19465}"/>
                </a:ext>
              </a:extLst>
            </p:cNvPr>
            <p:cNvGrpSpPr/>
            <p:nvPr/>
          </p:nvGrpSpPr>
          <p:grpSpPr>
            <a:xfrm>
              <a:off x="-1701658" y="3997633"/>
              <a:ext cx="14003150" cy="3531261"/>
              <a:chOff x="-1701658" y="3997633"/>
              <a:chExt cx="14003150" cy="3531261"/>
            </a:xfrm>
            <a:grpFill/>
          </p:grpSpPr>
          <p:sp>
            <p:nvSpPr>
              <p:cNvPr id="5739" name="Freeform: Shape 5738">
                <a:extLst>
                  <a:ext uri="{FF2B5EF4-FFF2-40B4-BE49-F238E27FC236}">
                    <a16:creationId xmlns:a16="http://schemas.microsoft.com/office/drawing/2014/main" id="{90C83A72-AE3D-F268-1A9E-B2F9195CD069}"/>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0" name="Freeform: Shape 5739">
                <a:extLst>
                  <a:ext uri="{FF2B5EF4-FFF2-40B4-BE49-F238E27FC236}">
                    <a16:creationId xmlns:a16="http://schemas.microsoft.com/office/drawing/2014/main" id="{AE126F59-2D0E-BCD5-E97C-B06C43CB231B}"/>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1" name="Freeform: Shape 5740">
                <a:extLst>
                  <a:ext uri="{FF2B5EF4-FFF2-40B4-BE49-F238E27FC236}">
                    <a16:creationId xmlns:a16="http://schemas.microsoft.com/office/drawing/2014/main" id="{85C39E02-0504-E620-F68A-D7667CF9FB1B}"/>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2" name="Freeform: Shape 5741">
                <a:extLst>
                  <a:ext uri="{FF2B5EF4-FFF2-40B4-BE49-F238E27FC236}">
                    <a16:creationId xmlns:a16="http://schemas.microsoft.com/office/drawing/2014/main" id="{BA8CF372-216A-BF13-2EA4-5EF0BDFB13FE}"/>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3" name="Freeform: Shape 5742">
                <a:extLst>
                  <a:ext uri="{FF2B5EF4-FFF2-40B4-BE49-F238E27FC236}">
                    <a16:creationId xmlns:a16="http://schemas.microsoft.com/office/drawing/2014/main" id="{97C60AA1-B5F8-41B9-3A6A-9959A8BD2897}"/>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4" name="Freeform: Shape 5743">
                <a:extLst>
                  <a:ext uri="{FF2B5EF4-FFF2-40B4-BE49-F238E27FC236}">
                    <a16:creationId xmlns:a16="http://schemas.microsoft.com/office/drawing/2014/main" id="{5EE30E7F-622C-8DEA-751D-7662239A7C9D}"/>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5" name="Freeform: Shape 5744">
                <a:extLst>
                  <a:ext uri="{FF2B5EF4-FFF2-40B4-BE49-F238E27FC236}">
                    <a16:creationId xmlns:a16="http://schemas.microsoft.com/office/drawing/2014/main" id="{1C3AAFB3-5635-2EE1-456C-6FD1FE2191E6}"/>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6" name="Freeform: Shape 5745">
                <a:extLst>
                  <a:ext uri="{FF2B5EF4-FFF2-40B4-BE49-F238E27FC236}">
                    <a16:creationId xmlns:a16="http://schemas.microsoft.com/office/drawing/2014/main" id="{56D9D9C6-2C7C-EFD1-F285-B2FA41FCAEA4}"/>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7" name="Freeform: Shape 5746">
                <a:extLst>
                  <a:ext uri="{FF2B5EF4-FFF2-40B4-BE49-F238E27FC236}">
                    <a16:creationId xmlns:a16="http://schemas.microsoft.com/office/drawing/2014/main" id="{15C1443C-BCBF-50F3-C0A0-3E7018F1E458}"/>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8" name="Freeform: Shape 5747">
                <a:extLst>
                  <a:ext uri="{FF2B5EF4-FFF2-40B4-BE49-F238E27FC236}">
                    <a16:creationId xmlns:a16="http://schemas.microsoft.com/office/drawing/2014/main" id="{B6354661-EAC1-F0EC-0367-F8303BFEB7BA}"/>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9" name="Freeform: Shape 5748">
                <a:extLst>
                  <a:ext uri="{FF2B5EF4-FFF2-40B4-BE49-F238E27FC236}">
                    <a16:creationId xmlns:a16="http://schemas.microsoft.com/office/drawing/2014/main" id="{DD50BABC-7EF3-0FBB-7090-A2363E33E415}"/>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0" name="Freeform: Shape 5749">
                <a:extLst>
                  <a:ext uri="{FF2B5EF4-FFF2-40B4-BE49-F238E27FC236}">
                    <a16:creationId xmlns:a16="http://schemas.microsoft.com/office/drawing/2014/main" id="{C060A905-8DA9-EC89-B548-2EFA87441E6A}"/>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1" name="Freeform: Shape 5750">
                <a:extLst>
                  <a:ext uri="{FF2B5EF4-FFF2-40B4-BE49-F238E27FC236}">
                    <a16:creationId xmlns:a16="http://schemas.microsoft.com/office/drawing/2014/main" id="{0E960F9C-AB7D-9A93-F73B-92C8B940E047}"/>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2" name="Freeform: Shape 5751">
                <a:extLst>
                  <a:ext uri="{FF2B5EF4-FFF2-40B4-BE49-F238E27FC236}">
                    <a16:creationId xmlns:a16="http://schemas.microsoft.com/office/drawing/2014/main" id="{0DEFCF8D-ED82-35B1-3AD3-DD7F3C9F582A}"/>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3" name="Freeform: Shape 5752">
                <a:extLst>
                  <a:ext uri="{FF2B5EF4-FFF2-40B4-BE49-F238E27FC236}">
                    <a16:creationId xmlns:a16="http://schemas.microsoft.com/office/drawing/2014/main" id="{E218F9EE-C950-DF50-F6A9-6F92CE1A9F1C}"/>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4" name="Freeform: Shape 5753">
                <a:extLst>
                  <a:ext uri="{FF2B5EF4-FFF2-40B4-BE49-F238E27FC236}">
                    <a16:creationId xmlns:a16="http://schemas.microsoft.com/office/drawing/2014/main" id="{BA5C4D95-EA71-8F87-EFF0-E2D560E43DE4}"/>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5" name="Freeform: Shape 5754">
                <a:extLst>
                  <a:ext uri="{FF2B5EF4-FFF2-40B4-BE49-F238E27FC236}">
                    <a16:creationId xmlns:a16="http://schemas.microsoft.com/office/drawing/2014/main" id="{847FE174-4629-DC66-6159-DB26C1151B55}"/>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6" name="Freeform: Shape 5755">
                <a:extLst>
                  <a:ext uri="{FF2B5EF4-FFF2-40B4-BE49-F238E27FC236}">
                    <a16:creationId xmlns:a16="http://schemas.microsoft.com/office/drawing/2014/main" id="{24EF848A-E4D8-F475-67C4-FFC19D64BC58}"/>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7" name="Freeform: Shape 5756">
                <a:extLst>
                  <a:ext uri="{FF2B5EF4-FFF2-40B4-BE49-F238E27FC236}">
                    <a16:creationId xmlns:a16="http://schemas.microsoft.com/office/drawing/2014/main" id="{65554193-639F-8952-4682-A85A57361FA2}"/>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8" name="Freeform: Shape 5757">
                <a:extLst>
                  <a:ext uri="{FF2B5EF4-FFF2-40B4-BE49-F238E27FC236}">
                    <a16:creationId xmlns:a16="http://schemas.microsoft.com/office/drawing/2014/main" id="{8F935995-F0F0-903E-4380-6B0C91CA3286}"/>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9" name="Freeform: Shape 5758">
                <a:extLst>
                  <a:ext uri="{FF2B5EF4-FFF2-40B4-BE49-F238E27FC236}">
                    <a16:creationId xmlns:a16="http://schemas.microsoft.com/office/drawing/2014/main" id="{8BCE5EC6-7E4F-24C1-73E1-3A0067497D6F}"/>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0" name="Freeform: Shape 5759">
                <a:extLst>
                  <a:ext uri="{FF2B5EF4-FFF2-40B4-BE49-F238E27FC236}">
                    <a16:creationId xmlns:a16="http://schemas.microsoft.com/office/drawing/2014/main" id="{9BB50739-315D-0BDC-2521-F73E0A177D1A}"/>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1" name="Freeform: Shape 5760">
                <a:extLst>
                  <a:ext uri="{FF2B5EF4-FFF2-40B4-BE49-F238E27FC236}">
                    <a16:creationId xmlns:a16="http://schemas.microsoft.com/office/drawing/2014/main" id="{B6356BEE-ADAC-EA6F-E418-CE4120574E53}"/>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2" name="Freeform: Shape 5761">
                <a:extLst>
                  <a:ext uri="{FF2B5EF4-FFF2-40B4-BE49-F238E27FC236}">
                    <a16:creationId xmlns:a16="http://schemas.microsoft.com/office/drawing/2014/main" id="{B5749376-9144-EFA8-3EB6-8A61DD543744}"/>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3" name="Freeform: Shape 5762">
                <a:extLst>
                  <a:ext uri="{FF2B5EF4-FFF2-40B4-BE49-F238E27FC236}">
                    <a16:creationId xmlns:a16="http://schemas.microsoft.com/office/drawing/2014/main" id="{C258F125-67E7-A86E-4A2E-743D7A5FDDB9}"/>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4" name="Freeform: Shape 5763">
                <a:extLst>
                  <a:ext uri="{FF2B5EF4-FFF2-40B4-BE49-F238E27FC236}">
                    <a16:creationId xmlns:a16="http://schemas.microsoft.com/office/drawing/2014/main" id="{B9E0455F-790F-D6B8-8AB5-C0F50298A23A}"/>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5" name="Freeform: Shape 5764">
                <a:extLst>
                  <a:ext uri="{FF2B5EF4-FFF2-40B4-BE49-F238E27FC236}">
                    <a16:creationId xmlns:a16="http://schemas.microsoft.com/office/drawing/2014/main" id="{C9792199-3FF2-2F0C-DE7E-E90EE8448BD1}"/>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6" name="Freeform: Shape 5765">
                <a:extLst>
                  <a:ext uri="{FF2B5EF4-FFF2-40B4-BE49-F238E27FC236}">
                    <a16:creationId xmlns:a16="http://schemas.microsoft.com/office/drawing/2014/main" id="{BDA61507-A9DF-E2A6-3CA1-6BCB26948057}"/>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7" name="Freeform: Shape 5766">
                <a:extLst>
                  <a:ext uri="{FF2B5EF4-FFF2-40B4-BE49-F238E27FC236}">
                    <a16:creationId xmlns:a16="http://schemas.microsoft.com/office/drawing/2014/main" id="{8B65ECAB-C28F-4FB3-17CB-C9B33DA5DD7F}"/>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8" name="Freeform: Shape 5767">
                <a:extLst>
                  <a:ext uri="{FF2B5EF4-FFF2-40B4-BE49-F238E27FC236}">
                    <a16:creationId xmlns:a16="http://schemas.microsoft.com/office/drawing/2014/main" id="{AE7054D4-2FD6-E8AB-5BEA-B730AD91531E}"/>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9" name="Freeform: Shape 5768">
                <a:extLst>
                  <a:ext uri="{FF2B5EF4-FFF2-40B4-BE49-F238E27FC236}">
                    <a16:creationId xmlns:a16="http://schemas.microsoft.com/office/drawing/2014/main" id="{8749AC95-62DB-2DB0-493F-D941BA374188}"/>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0" name="Freeform: Shape 5769">
                <a:extLst>
                  <a:ext uri="{FF2B5EF4-FFF2-40B4-BE49-F238E27FC236}">
                    <a16:creationId xmlns:a16="http://schemas.microsoft.com/office/drawing/2014/main" id="{2D643519-69F4-E8B7-A39F-261B46FC05BA}"/>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1" name="Freeform: Shape 5770">
                <a:extLst>
                  <a:ext uri="{FF2B5EF4-FFF2-40B4-BE49-F238E27FC236}">
                    <a16:creationId xmlns:a16="http://schemas.microsoft.com/office/drawing/2014/main" id="{AA7D56D0-6F32-1BED-F4E2-F6806A3C8F5C}"/>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2" name="Freeform: Shape 5771">
                <a:extLst>
                  <a:ext uri="{FF2B5EF4-FFF2-40B4-BE49-F238E27FC236}">
                    <a16:creationId xmlns:a16="http://schemas.microsoft.com/office/drawing/2014/main" id="{2A3C2C50-179C-0FAC-80B7-E71E8CE004D0}"/>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3" name="Freeform: Shape 5772">
                <a:extLst>
                  <a:ext uri="{FF2B5EF4-FFF2-40B4-BE49-F238E27FC236}">
                    <a16:creationId xmlns:a16="http://schemas.microsoft.com/office/drawing/2014/main" id="{C8D1FC24-8B91-7842-74AE-D638C74CCB3E}"/>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4" name="Freeform: Shape 5773">
                <a:extLst>
                  <a:ext uri="{FF2B5EF4-FFF2-40B4-BE49-F238E27FC236}">
                    <a16:creationId xmlns:a16="http://schemas.microsoft.com/office/drawing/2014/main" id="{B41E2618-1013-DC41-C22A-3EF15C9D92B9}"/>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5" name="Freeform: Shape 5774">
                <a:extLst>
                  <a:ext uri="{FF2B5EF4-FFF2-40B4-BE49-F238E27FC236}">
                    <a16:creationId xmlns:a16="http://schemas.microsoft.com/office/drawing/2014/main" id="{01929E01-3134-AFFA-E50E-CECA8FB2E0AC}"/>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6" name="Freeform: Shape 5775">
                <a:extLst>
                  <a:ext uri="{FF2B5EF4-FFF2-40B4-BE49-F238E27FC236}">
                    <a16:creationId xmlns:a16="http://schemas.microsoft.com/office/drawing/2014/main" id="{8CA05710-73EF-B5F5-FB2A-080F69D9966D}"/>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7" name="Freeform: Shape 5776">
                <a:extLst>
                  <a:ext uri="{FF2B5EF4-FFF2-40B4-BE49-F238E27FC236}">
                    <a16:creationId xmlns:a16="http://schemas.microsoft.com/office/drawing/2014/main" id="{5A13D271-5624-B238-886D-3F5F0CAEFB4F}"/>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8" name="Freeform: Shape 5777">
                <a:extLst>
                  <a:ext uri="{FF2B5EF4-FFF2-40B4-BE49-F238E27FC236}">
                    <a16:creationId xmlns:a16="http://schemas.microsoft.com/office/drawing/2014/main" id="{E3A1281B-5E3D-261D-E26F-ECA0E33A0C36}"/>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9" name="Freeform: Shape 5778">
                <a:extLst>
                  <a:ext uri="{FF2B5EF4-FFF2-40B4-BE49-F238E27FC236}">
                    <a16:creationId xmlns:a16="http://schemas.microsoft.com/office/drawing/2014/main" id="{B087EAA5-B814-7C13-5D07-88D42780F97A}"/>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0" name="Freeform: Shape 5779">
                <a:extLst>
                  <a:ext uri="{FF2B5EF4-FFF2-40B4-BE49-F238E27FC236}">
                    <a16:creationId xmlns:a16="http://schemas.microsoft.com/office/drawing/2014/main" id="{0EE9DC44-2030-99E1-E91F-A7118D25E41C}"/>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1" name="Freeform: Shape 5780">
                <a:extLst>
                  <a:ext uri="{FF2B5EF4-FFF2-40B4-BE49-F238E27FC236}">
                    <a16:creationId xmlns:a16="http://schemas.microsoft.com/office/drawing/2014/main" id="{2361DBD7-3723-1237-CB82-23C17FC5B213}"/>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2" name="Freeform: Shape 5781">
                <a:extLst>
                  <a:ext uri="{FF2B5EF4-FFF2-40B4-BE49-F238E27FC236}">
                    <a16:creationId xmlns:a16="http://schemas.microsoft.com/office/drawing/2014/main" id="{03CCA2F0-66C1-D7EF-A2B7-FA569CECE75A}"/>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3" name="Freeform: Shape 5782">
                <a:extLst>
                  <a:ext uri="{FF2B5EF4-FFF2-40B4-BE49-F238E27FC236}">
                    <a16:creationId xmlns:a16="http://schemas.microsoft.com/office/drawing/2014/main" id="{6CB22D78-3257-8502-6234-CD6B49382C00}"/>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4" name="Freeform: Shape 5783">
                <a:extLst>
                  <a:ext uri="{FF2B5EF4-FFF2-40B4-BE49-F238E27FC236}">
                    <a16:creationId xmlns:a16="http://schemas.microsoft.com/office/drawing/2014/main" id="{AF1D114C-6DAA-2347-226A-E6621F10B1B3}"/>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5" name="Freeform: Shape 5784">
                <a:extLst>
                  <a:ext uri="{FF2B5EF4-FFF2-40B4-BE49-F238E27FC236}">
                    <a16:creationId xmlns:a16="http://schemas.microsoft.com/office/drawing/2014/main" id="{5C5E4829-24E7-44DC-41A0-BD680A2C3F33}"/>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6" name="Freeform: Shape 5785">
                <a:extLst>
                  <a:ext uri="{FF2B5EF4-FFF2-40B4-BE49-F238E27FC236}">
                    <a16:creationId xmlns:a16="http://schemas.microsoft.com/office/drawing/2014/main" id="{A07CA68A-536E-81F3-B47E-677C5B92B6D3}"/>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7" name="Freeform: Shape 5786">
                <a:extLst>
                  <a:ext uri="{FF2B5EF4-FFF2-40B4-BE49-F238E27FC236}">
                    <a16:creationId xmlns:a16="http://schemas.microsoft.com/office/drawing/2014/main" id="{C9F6D5A1-AD6D-B24A-831F-67CD1D3CA65D}"/>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8" name="Freeform: Shape 5787">
                <a:extLst>
                  <a:ext uri="{FF2B5EF4-FFF2-40B4-BE49-F238E27FC236}">
                    <a16:creationId xmlns:a16="http://schemas.microsoft.com/office/drawing/2014/main" id="{109D8C5A-92A9-EC9B-0C4B-256D61425420}"/>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9" name="Freeform: Shape 5788">
                <a:extLst>
                  <a:ext uri="{FF2B5EF4-FFF2-40B4-BE49-F238E27FC236}">
                    <a16:creationId xmlns:a16="http://schemas.microsoft.com/office/drawing/2014/main" id="{08E23CFD-F595-AAC6-BBE9-91A138CE73CB}"/>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0" name="Freeform: Shape 5789">
                <a:extLst>
                  <a:ext uri="{FF2B5EF4-FFF2-40B4-BE49-F238E27FC236}">
                    <a16:creationId xmlns:a16="http://schemas.microsoft.com/office/drawing/2014/main" id="{6439D750-F8C4-BD4F-DC2A-370521440F22}"/>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1" name="Freeform: Shape 5790">
                <a:extLst>
                  <a:ext uri="{FF2B5EF4-FFF2-40B4-BE49-F238E27FC236}">
                    <a16:creationId xmlns:a16="http://schemas.microsoft.com/office/drawing/2014/main" id="{183B3F84-9AC2-4B4C-4762-43CE42E326A7}"/>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2" name="Freeform: Shape 5791">
                <a:extLst>
                  <a:ext uri="{FF2B5EF4-FFF2-40B4-BE49-F238E27FC236}">
                    <a16:creationId xmlns:a16="http://schemas.microsoft.com/office/drawing/2014/main" id="{458FA413-9CDD-AB33-0561-2DA1781328CF}"/>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3" name="Freeform: Shape 5792">
                <a:extLst>
                  <a:ext uri="{FF2B5EF4-FFF2-40B4-BE49-F238E27FC236}">
                    <a16:creationId xmlns:a16="http://schemas.microsoft.com/office/drawing/2014/main" id="{90580815-3973-1830-806E-FF5854206176}"/>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4" name="Freeform: Shape 5793">
                <a:extLst>
                  <a:ext uri="{FF2B5EF4-FFF2-40B4-BE49-F238E27FC236}">
                    <a16:creationId xmlns:a16="http://schemas.microsoft.com/office/drawing/2014/main" id="{E1FE0DA1-19D5-CF32-9867-EAE0DBCFA64A}"/>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5" name="Freeform: Shape 5794">
                <a:extLst>
                  <a:ext uri="{FF2B5EF4-FFF2-40B4-BE49-F238E27FC236}">
                    <a16:creationId xmlns:a16="http://schemas.microsoft.com/office/drawing/2014/main" id="{0CF6BFFD-8BE0-5558-C724-B140278AFE7A}"/>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6" name="Freeform: Shape 5795">
                <a:extLst>
                  <a:ext uri="{FF2B5EF4-FFF2-40B4-BE49-F238E27FC236}">
                    <a16:creationId xmlns:a16="http://schemas.microsoft.com/office/drawing/2014/main" id="{A59874B2-E90B-0854-C595-CD6F9D6B3DA5}"/>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7" name="Freeform: Shape 5796">
                <a:extLst>
                  <a:ext uri="{FF2B5EF4-FFF2-40B4-BE49-F238E27FC236}">
                    <a16:creationId xmlns:a16="http://schemas.microsoft.com/office/drawing/2014/main" id="{D2D71D44-E8BE-B777-144B-9847B9C93779}"/>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8" name="Freeform: Shape 5797">
                <a:extLst>
                  <a:ext uri="{FF2B5EF4-FFF2-40B4-BE49-F238E27FC236}">
                    <a16:creationId xmlns:a16="http://schemas.microsoft.com/office/drawing/2014/main" id="{F2570C1C-92D6-AF97-6144-5903BB23B5C3}"/>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9" name="Freeform: Shape 5798">
                <a:extLst>
                  <a:ext uri="{FF2B5EF4-FFF2-40B4-BE49-F238E27FC236}">
                    <a16:creationId xmlns:a16="http://schemas.microsoft.com/office/drawing/2014/main" id="{A9A01671-303C-EC26-9963-48F5E008EB72}"/>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20" name="Graphic 2">
              <a:extLst>
                <a:ext uri="{FF2B5EF4-FFF2-40B4-BE49-F238E27FC236}">
                  <a16:creationId xmlns:a16="http://schemas.microsoft.com/office/drawing/2014/main" id="{895E7294-74F8-292E-6A2A-D30956C3E789}"/>
                </a:ext>
              </a:extLst>
            </p:cNvPr>
            <p:cNvGrpSpPr/>
            <p:nvPr/>
          </p:nvGrpSpPr>
          <p:grpSpPr>
            <a:xfrm>
              <a:off x="-1350054" y="4031449"/>
              <a:ext cx="13299963" cy="3500111"/>
              <a:chOff x="-1350054" y="4031449"/>
              <a:chExt cx="13299963" cy="3500111"/>
            </a:xfrm>
            <a:grpFill/>
          </p:grpSpPr>
          <p:sp>
            <p:nvSpPr>
              <p:cNvPr id="21" name="Freeform: Shape 20">
                <a:extLst>
                  <a:ext uri="{FF2B5EF4-FFF2-40B4-BE49-F238E27FC236}">
                    <a16:creationId xmlns:a16="http://schemas.microsoft.com/office/drawing/2014/main" id="{D2877835-DF5C-175A-A585-9F1D83983BFA}"/>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 name="Freeform: Shape 21">
                <a:extLst>
                  <a:ext uri="{FF2B5EF4-FFF2-40B4-BE49-F238E27FC236}">
                    <a16:creationId xmlns:a16="http://schemas.microsoft.com/office/drawing/2014/main" id="{44E6C7EB-5311-BB0C-AF90-D2C35AFBBF95}"/>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 name="Freeform: Shape 22">
                <a:extLst>
                  <a:ext uri="{FF2B5EF4-FFF2-40B4-BE49-F238E27FC236}">
                    <a16:creationId xmlns:a16="http://schemas.microsoft.com/office/drawing/2014/main" id="{E0B05867-E0D7-69FF-3ABB-86B580A6A01A}"/>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 name="Freeform: Shape 23">
                <a:extLst>
                  <a:ext uri="{FF2B5EF4-FFF2-40B4-BE49-F238E27FC236}">
                    <a16:creationId xmlns:a16="http://schemas.microsoft.com/office/drawing/2014/main" id="{A8386167-8411-6DC9-D806-EE9F373BB7DE}"/>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 name="Freeform: Shape 24">
                <a:extLst>
                  <a:ext uri="{FF2B5EF4-FFF2-40B4-BE49-F238E27FC236}">
                    <a16:creationId xmlns:a16="http://schemas.microsoft.com/office/drawing/2014/main" id="{4FD96547-F841-7EE3-C53E-7970E5A84AD9}"/>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 name="Freeform: Shape 25">
                <a:extLst>
                  <a:ext uri="{FF2B5EF4-FFF2-40B4-BE49-F238E27FC236}">
                    <a16:creationId xmlns:a16="http://schemas.microsoft.com/office/drawing/2014/main" id="{84EFE304-8748-E300-2539-A7F39F0AA0D7}"/>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 name="Freeform: Shape 26">
                <a:extLst>
                  <a:ext uri="{FF2B5EF4-FFF2-40B4-BE49-F238E27FC236}">
                    <a16:creationId xmlns:a16="http://schemas.microsoft.com/office/drawing/2014/main" id="{A2C3D76A-5BA3-0CE8-454E-B955DEF4DA8C}"/>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 name="Freeform: Shape 27">
                <a:extLst>
                  <a:ext uri="{FF2B5EF4-FFF2-40B4-BE49-F238E27FC236}">
                    <a16:creationId xmlns:a16="http://schemas.microsoft.com/office/drawing/2014/main" id="{E25019C6-4178-F777-6E3B-E13EBB26F7D9}"/>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 name="Freeform: Shape 28">
                <a:extLst>
                  <a:ext uri="{FF2B5EF4-FFF2-40B4-BE49-F238E27FC236}">
                    <a16:creationId xmlns:a16="http://schemas.microsoft.com/office/drawing/2014/main" id="{FC4FBAF7-AEDB-7B6D-23A6-951280998125}"/>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 name="Freeform: Shape 29">
                <a:extLst>
                  <a:ext uri="{FF2B5EF4-FFF2-40B4-BE49-F238E27FC236}">
                    <a16:creationId xmlns:a16="http://schemas.microsoft.com/office/drawing/2014/main" id="{AA28DACE-3697-D8DF-BEEA-19A32639AF2C}"/>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 name="Freeform: Shape 30">
                <a:extLst>
                  <a:ext uri="{FF2B5EF4-FFF2-40B4-BE49-F238E27FC236}">
                    <a16:creationId xmlns:a16="http://schemas.microsoft.com/office/drawing/2014/main" id="{1B1C1031-3D38-D04A-6DD7-497241A25E9F}"/>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 name="Freeform: Shape 31">
                <a:extLst>
                  <a:ext uri="{FF2B5EF4-FFF2-40B4-BE49-F238E27FC236}">
                    <a16:creationId xmlns:a16="http://schemas.microsoft.com/office/drawing/2014/main" id="{D22AE396-C209-B5F3-0E05-F18868AD0BE5}"/>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3F71F890-9341-453B-052A-0437A75F2A17}"/>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B3E75900-FFB1-6E85-F53F-12607926D5A7}"/>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61C77338-0FFE-B291-AE12-A6471D28D1BF}"/>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78D6B89A-2D6E-DFFF-C7C7-D49F159397B7}"/>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9450C3C0-5BDF-9EB0-39BE-CECEBF557215}"/>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A63970DB-04F7-26B9-5B79-7648C26773B8}"/>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92888918-9BFD-B91C-8113-09F1F1E162B8}"/>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01BBE22B-67B5-01B5-51BE-109E4F91C0B1}"/>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0FCA6A51-F2AD-0884-6DB7-6E3E4A53C97B}"/>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D8A308F9-9F27-3EF0-7BFE-B3506E4BEB2B}"/>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212B0B71-9CC0-B8D7-31BB-5849BF818264}"/>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A9C77F80-8B9E-D472-18EC-233F4C6556D1}"/>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E9C9C1DF-8370-ADD5-73C7-26CE78224530}"/>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D24BB68B-BF57-A115-1942-A12CDBEE8918}"/>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C452202A-9BD0-1F49-55EF-4AC3334E1E32}"/>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184A7061-01DC-837B-53B7-6CB9E9679A0E}"/>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3FC6A6EE-8C82-42FC-BEE5-8CE98D3880EB}"/>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2A6FCCB7-FCA0-5377-E1A7-B98124FFFFFB}"/>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39B301CC-297E-7157-98E1-533A1D0D0545}"/>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58947B87-4726-4E43-99BA-0AC084BEC453}"/>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84FDC97D-F982-8A56-7C7A-B9F8E003043B}"/>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D67C7FE2-CE70-FA9B-7AA2-59542464AE41}"/>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EC321D7D-EBBC-21C6-7B48-C2027C494A2E}"/>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FA576B6E-D00E-45B0-0101-0E34EBB5287D}"/>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20C559DE-958A-47FD-F465-82A728B0BEE1}"/>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981335DA-AFE8-5CA3-808C-98373C0BBC36}"/>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463555EC-9A79-616E-571C-9FCB2EBFDB6C}"/>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9A001313-C1C6-53A8-B3E7-131AF2B3D738}"/>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AC71493B-0420-7F0C-D8D1-5CE802DB9684}"/>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259FC179-33AF-D0B3-0609-1E0B23374C35}"/>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2C098CC8-A80E-AD22-7104-88E312AD2F91}"/>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BA3D90B2-0048-B21B-4DFB-DBBD1AFB4F00}"/>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B403D7C0-9D62-E7E2-D350-6B62D02263D5}"/>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CA342660-5678-8BA7-957A-39D6AB715F60}"/>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96F13F61-9A6E-B797-EA49-6A479D3C62DC}"/>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F8DEF3F5-EC47-BF88-B654-A1A0A0A14902}"/>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712CC470-E74D-D2BD-F51E-B0AAB3CE2949}"/>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F9736FBC-D443-8EEC-93D6-5260BABDE649}"/>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CFFC87DE-316A-C3F0-788C-EAC618D0DA51}"/>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4BE8F1DA-6585-5D62-5363-F13EC90EBCE1}"/>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0267B19B-8D25-00F1-33A3-932ED7C42900}"/>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9E0E3648-885C-DCE9-326C-17847E659CC9}"/>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80279A0F-2BCF-B7D9-C355-94B4616340A0}"/>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1A62C3FF-573D-84C4-E89A-AD284BC96162}"/>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58893DCA-B918-DD03-A31D-E692EAA2F0BD}"/>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313094CD-B1FD-DBD0-411F-D15876CEC32A}"/>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2DA48A4B-0572-E24E-AA55-10D059A2FA2D}"/>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91E4C16D-8823-726F-E44C-612BF5256381}"/>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984FED3C-075C-DF04-2FFF-1639A975B179}"/>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819F5B75-5BE0-3D0A-3A00-EBD60AC11A1C}"/>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A5EF45C7-DB79-B68B-F030-0FBE23A7E7B3}"/>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6C72A82D-8A3C-FC42-D8CC-1FBC8B06647E}"/>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26117F7E-9B1C-4526-6303-BF782D1A3791}"/>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1825C723-96E0-7E8E-4F79-9BC685D83348}"/>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9D85EFA0-26E4-3D08-F98E-F88073727443}"/>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DD551757-4435-FFD6-29B9-C46258E6CFD2}"/>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57F600D8-666E-C6C1-3C8C-7C3A3FB37D6C}"/>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7764616A-E9C0-7B20-62B2-2B6FE6D2AAF1}"/>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3F63685C-50B8-010E-1E82-3B751CE0FFCD}"/>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70A3E680-A121-6532-4D46-553193D470E8}"/>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52A42254-1095-B4DB-21E4-9CA96B60FB15}"/>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B2ED54DD-72CB-1C3E-9097-3F2CE25E8859}"/>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C06380E0-EFD8-D7AE-CCE2-4BBD42BDA311}"/>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02ED0205-E0BF-99BC-2C88-7AD31055D75B}"/>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BCC3AB56-8EA5-C145-47F5-1C14A24574C6}"/>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F2AA0391-70A6-13BC-5FC7-C8007BA57BF7}"/>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DD140609-E438-FDE2-64C0-2C433D682AD7}"/>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40A73EBB-93A9-7F7A-2FAD-B4767BCBD1C7}"/>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187D22B4-6BD5-3C10-9D85-029A70E91294}"/>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76FC29E1-0BC7-14B5-9D49-5D017BE53314}"/>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25DB2261-DA65-80B5-2063-DC2082C30035}"/>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368CE2B6-2A7A-D133-0355-F10B91069E7F}"/>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CE0C9C93-7EB5-ECE3-BB48-189CF2A7F1D7}"/>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F1632203-9F04-93E0-FEBA-67C44B380C58}"/>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996F95BF-E3EC-AD07-0E26-AD99EC944539}"/>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2BFDA674-1D9E-DECA-0082-856A11B0E1EF}"/>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6CC040A3-B5AC-4529-1D35-5BE2C196FCE3}"/>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71CB3262-08F0-03A9-55D8-65DC20E554AD}"/>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43897426-2BC5-5AA9-9A6E-D569AD26D26D}"/>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1ACD354F-2804-6FBD-7257-2F2DC6656C76}"/>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1CF1EB58-0B76-4C40-CA9E-D725AB48B5BF}"/>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86F35FDA-9BF9-1FA0-EC69-9A956A4606E1}"/>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AE12A1EA-5F4C-B982-738C-6F046EAE96D5}"/>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BC116987-1748-C233-CF69-A2B07E0EFE35}"/>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138F4446-01E3-90F4-2463-61A3BBABDC39}"/>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BB14824D-B20C-7C85-3EDC-8C226BF3CF9E}"/>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D82A7ECC-D21C-731B-F344-4E8D11466435}"/>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16C9D50F-4B38-A0DC-A459-11D7146B59F0}"/>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EE6DBF07-79F3-F8E5-C74D-5F33E8E11835}"/>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9B055CFB-04D9-589D-7C6F-29AC028A6E28}"/>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B9666A63-01CE-B0B8-98FE-D0D5B6278A0C}"/>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4DF045C9-74EE-B014-BD9B-4E6DA6C36D77}"/>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10969A3E-D77F-3593-4F75-9C9F47A8E26C}"/>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D7A7FA94-ECB6-4DA7-DF27-9B65996CB485}"/>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2" name="Freeform: Shape 4991">
                <a:extLst>
                  <a:ext uri="{FF2B5EF4-FFF2-40B4-BE49-F238E27FC236}">
                    <a16:creationId xmlns:a16="http://schemas.microsoft.com/office/drawing/2014/main" id="{FAA9470C-857E-C1B0-1B42-C29EDDB46624}"/>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3" name="Freeform: Shape 4992">
                <a:extLst>
                  <a:ext uri="{FF2B5EF4-FFF2-40B4-BE49-F238E27FC236}">
                    <a16:creationId xmlns:a16="http://schemas.microsoft.com/office/drawing/2014/main" id="{CA2236BD-371A-75F9-81CE-6FC836D09AA8}"/>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4" name="Freeform: Shape 4993">
                <a:extLst>
                  <a:ext uri="{FF2B5EF4-FFF2-40B4-BE49-F238E27FC236}">
                    <a16:creationId xmlns:a16="http://schemas.microsoft.com/office/drawing/2014/main" id="{F77FEEA9-9A27-F80D-AB3A-EBAA2774B07F}"/>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5" name="Freeform: Shape 4994">
                <a:extLst>
                  <a:ext uri="{FF2B5EF4-FFF2-40B4-BE49-F238E27FC236}">
                    <a16:creationId xmlns:a16="http://schemas.microsoft.com/office/drawing/2014/main" id="{CED027F3-2F14-B887-AB05-ECB05A53B9EC}"/>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6" name="Freeform: Shape 4995">
                <a:extLst>
                  <a:ext uri="{FF2B5EF4-FFF2-40B4-BE49-F238E27FC236}">
                    <a16:creationId xmlns:a16="http://schemas.microsoft.com/office/drawing/2014/main" id="{B9597790-D094-3E95-F517-E71BB9984F73}"/>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7" name="Freeform: Shape 4996">
                <a:extLst>
                  <a:ext uri="{FF2B5EF4-FFF2-40B4-BE49-F238E27FC236}">
                    <a16:creationId xmlns:a16="http://schemas.microsoft.com/office/drawing/2014/main" id="{6B73E992-7310-4475-5530-9DF70A3FEF07}"/>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8" name="Freeform: Shape 4997">
                <a:extLst>
                  <a:ext uri="{FF2B5EF4-FFF2-40B4-BE49-F238E27FC236}">
                    <a16:creationId xmlns:a16="http://schemas.microsoft.com/office/drawing/2014/main" id="{18EA3AF2-B8CC-5C69-C15E-D26EAC12F2D6}"/>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9" name="Freeform: Shape 4998">
                <a:extLst>
                  <a:ext uri="{FF2B5EF4-FFF2-40B4-BE49-F238E27FC236}">
                    <a16:creationId xmlns:a16="http://schemas.microsoft.com/office/drawing/2014/main" id="{54B1602C-7980-7F78-A4B4-0B464294F543}"/>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0" name="Freeform: Shape 4999">
                <a:extLst>
                  <a:ext uri="{FF2B5EF4-FFF2-40B4-BE49-F238E27FC236}">
                    <a16:creationId xmlns:a16="http://schemas.microsoft.com/office/drawing/2014/main" id="{6C64954F-01D0-904C-6608-9E80EC9090AC}"/>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5" name="Freeform: Shape 5004">
                <a:extLst>
                  <a:ext uri="{FF2B5EF4-FFF2-40B4-BE49-F238E27FC236}">
                    <a16:creationId xmlns:a16="http://schemas.microsoft.com/office/drawing/2014/main" id="{CE89625B-4EA5-969D-BF41-DEC9D827FE03}"/>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6" name="Freeform: Shape 5005">
                <a:extLst>
                  <a:ext uri="{FF2B5EF4-FFF2-40B4-BE49-F238E27FC236}">
                    <a16:creationId xmlns:a16="http://schemas.microsoft.com/office/drawing/2014/main" id="{E26BAB91-604C-1C9B-482B-7AFCFBFF8DC5}"/>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7" name="Freeform: Shape 5006">
                <a:extLst>
                  <a:ext uri="{FF2B5EF4-FFF2-40B4-BE49-F238E27FC236}">
                    <a16:creationId xmlns:a16="http://schemas.microsoft.com/office/drawing/2014/main" id="{6C56FF79-7F2B-1AB8-36B0-B22AA352444E}"/>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8" name="Freeform: Shape 5007">
                <a:extLst>
                  <a:ext uri="{FF2B5EF4-FFF2-40B4-BE49-F238E27FC236}">
                    <a16:creationId xmlns:a16="http://schemas.microsoft.com/office/drawing/2014/main" id="{F22D9C72-735E-999D-5724-166211398DB1}"/>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9" name="Freeform: Shape 5008">
                <a:extLst>
                  <a:ext uri="{FF2B5EF4-FFF2-40B4-BE49-F238E27FC236}">
                    <a16:creationId xmlns:a16="http://schemas.microsoft.com/office/drawing/2014/main" id="{90F1185D-BB11-9CCA-6052-439F45DD2644}"/>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0" name="Freeform: Shape 5009">
                <a:extLst>
                  <a:ext uri="{FF2B5EF4-FFF2-40B4-BE49-F238E27FC236}">
                    <a16:creationId xmlns:a16="http://schemas.microsoft.com/office/drawing/2014/main" id="{7F422F43-1997-0185-ACF3-43EC6A1BAE80}"/>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1" name="Freeform: Shape 5010">
                <a:extLst>
                  <a:ext uri="{FF2B5EF4-FFF2-40B4-BE49-F238E27FC236}">
                    <a16:creationId xmlns:a16="http://schemas.microsoft.com/office/drawing/2014/main" id="{C6015611-6594-474A-B226-BE45822A4DA7}"/>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2" name="Freeform: Shape 5011">
                <a:extLst>
                  <a:ext uri="{FF2B5EF4-FFF2-40B4-BE49-F238E27FC236}">
                    <a16:creationId xmlns:a16="http://schemas.microsoft.com/office/drawing/2014/main" id="{76D76F0A-6A09-9425-8E96-44A151C1C12B}"/>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3" name="Freeform: Shape 5012">
                <a:extLst>
                  <a:ext uri="{FF2B5EF4-FFF2-40B4-BE49-F238E27FC236}">
                    <a16:creationId xmlns:a16="http://schemas.microsoft.com/office/drawing/2014/main" id="{7AE9492A-D515-B2A7-6BF3-4C460D103D0B}"/>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4" name="Freeform: Shape 5013">
                <a:extLst>
                  <a:ext uri="{FF2B5EF4-FFF2-40B4-BE49-F238E27FC236}">
                    <a16:creationId xmlns:a16="http://schemas.microsoft.com/office/drawing/2014/main" id="{52039F08-A5E7-FB3C-5088-C01ECA8035CA}"/>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5" name="Freeform: Shape 5014">
                <a:extLst>
                  <a:ext uri="{FF2B5EF4-FFF2-40B4-BE49-F238E27FC236}">
                    <a16:creationId xmlns:a16="http://schemas.microsoft.com/office/drawing/2014/main" id="{930915E4-6C09-AFB9-69EC-17F9B02E65C4}"/>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6" name="Freeform: Shape 5015">
                <a:extLst>
                  <a:ext uri="{FF2B5EF4-FFF2-40B4-BE49-F238E27FC236}">
                    <a16:creationId xmlns:a16="http://schemas.microsoft.com/office/drawing/2014/main" id="{31B3DBC8-18C8-32A4-8929-0DD2B33881CD}"/>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7" name="Freeform: Shape 5016">
                <a:extLst>
                  <a:ext uri="{FF2B5EF4-FFF2-40B4-BE49-F238E27FC236}">
                    <a16:creationId xmlns:a16="http://schemas.microsoft.com/office/drawing/2014/main" id="{0DBF7190-09FC-E552-402F-47B89EE2B94E}"/>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8" name="Freeform: Shape 5017">
                <a:extLst>
                  <a:ext uri="{FF2B5EF4-FFF2-40B4-BE49-F238E27FC236}">
                    <a16:creationId xmlns:a16="http://schemas.microsoft.com/office/drawing/2014/main" id="{7CA9D477-DAB0-54E6-63AF-90929E73D24A}"/>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9" name="Freeform: Shape 5018">
                <a:extLst>
                  <a:ext uri="{FF2B5EF4-FFF2-40B4-BE49-F238E27FC236}">
                    <a16:creationId xmlns:a16="http://schemas.microsoft.com/office/drawing/2014/main" id="{F1AF4028-E1A8-9665-4EF8-138CD8BCDD27}"/>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0" name="Freeform: Shape 5019">
                <a:extLst>
                  <a:ext uri="{FF2B5EF4-FFF2-40B4-BE49-F238E27FC236}">
                    <a16:creationId xmlns:a16="http://schemas.microsoft.com/office/drawing/2014/main" id="{87F58E52-E2ED-A135-9AA3-8B12B5B485C3}"/>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1" name="Freeform: Shape 5020">
                <a:extLst>
                  <a:ext uri="{FF2B5EF4-FFF2-40B4-BE49-F238E27FC236}">
                    <a16:creationId xmlns:a16="http://schemas.microsoft.com/office/drawing/2014/main" id="{7657D929-87A6-C59C-7D6C-D78AD761AB50}"/>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2" name="Freeform: Shape 5021">
                <a:extLst>
                  <a:ext uri="{FF2B5EF4-FFF2-40B4-BE49-F238E27FC236}">
                    <a16:creationId xmlns:a16="http://schemas.microsoft.com/office/drawing/2014/main" id="{DA33E8A9-9CD1-0479-8585-1093F95C8FE1}"/>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3" name="Freeform: Shape 5022">
                <a:extLst>
                  <a:ext uri="{FF2B5EF4-FFF2-40B4-BE49-F238E27FC236}">
                    <a16:creationId xmlns:a16="http://schemas.microsoft.com/office/drawing/2014/main" id="{891E7AAF-EBC6-930B-6A19-19CE968086E3}"/>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4" name="Freeform: Shape 5023">
                <a:extLst>
                  <a:ext uri="{FF2B5EF4-FFF2-40B4-BE49-F238E27FC236}">
                    <a16:creationId xmlns:a16="http://schemas.microsoft.com/office/drawing/2014/main" id="{7727FFBC-8D55-A3EF-B67F-BC3811277C56}"/>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5" name="Freeform: Shape 5024">
                <a:extLst>
                  <a:ext uri="{FF2B5EF4-FFF2-40B4-BE49-F238E27FC236}">
                    <a16:creationId xmlns:a16="http://schemas.microsoft.com/office/drawing/2014/main" id="{38ECDF12-D81A-83AF-769E-69A2ADEE047C}"/>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6" name="Freeform: Shape 5025">
                <a:extLst>
                  <a:ext uri="{FF2B5EF4-FFF2-40B4-BE49-F238E27FC236}">
                    <a16:creationId xmlns:a16="http://schemas.microsoft.com/office/drawing/2014/main" id="{D3F17B3A-0E1F-FEA9-6DFE-784192376BE8}"/>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7" name="Freeform: Shape 5026">
                <a:extLst>
                  <a:ext uri="{FF2B5EF4-FFF2-40B4-BE49-F238E27FC236}">
                    <a16:creationId xmlns:a16="http://schemas.microsoft.com/office/drawing/2014/main" id="{36B4718E-FEB8-BD03-09FB-957B8E5208C6}"/>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8" name="Freeform: Shape 5027">
                <a:extLst>
                  <a:ext uri="{FF2B5EF4-FFF2-40B4-BE49-F238E27FC236}">
                    <a16:creationId xmlns:a16="http://schemas.microsoft.com/office/drawing/2014/main" id="{906CEC6C-6827-E7AB-79CB-CD4586976AFF}"/>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9" name="Freeform: Shape 5028">
                <a:extLst>
                  <a:ext uri="{FF2B5EF4-FFF2-40B4-BE49-F238E27FC236}">
                    <a16:creationId xmlns:a16="http://schemas.microsoft.com/office/drawing/2014/main" id="{39791CA0-FB69-68D2-1825-21DAFC56F11E}"/>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0" name="Freeform: Shape 5029">
                <a:extLst>
                  <a:ext uri="{FF2B5EF4-FFF2-40B4-BE49-F238E27FC236}">
                    <a16:creationId xmlns:a16="http://schemas.microsoft.com/office/drawing/2014/main" id="{87036ACB-3086-61E7-859E-8ACD6C90A38E}"/>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1" name="Freeform: Shape 5030">
                <a:extLst>
                  <a:ext uri="{FF2B5EF4-FFF2-40B4-BE49-F238E27FC236}">
                    <a16:creationId xmlns:a16="http://schemas.microsoft.com/office/drawing/2014/main" id="{AE47CB0B-460A-8F85-8C3B-E1C06847D605}"/>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2" name="Freeform: Shape 5031">
                <a:extLst>
                  <a:ext uri="{FF2B5EF4-FFF2-40B4-BE49-F238E27FC236}">
                    <a16:creationId xmlns:a16="http://schemas.microsoft.com/office/drawing/2014/main" id="{F994B74E-1421-F247-A35B-6CABBA9ADDCC}"/>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3" name="Freeform: Shape 5032">
                <a:extLst>
                  <a:ext uri="{FF2B5EF4-FFF2-40B4-BE49-F238E27FC236}">
                    <a16:creationId xmlns:a16="http://schemas.microsoft.com/office/drawing/2014/main" id="{11CA68AC-1C2B-3234-5DDB-679CE6F4BFAE}"/>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4" name="Freeform: Shape 5033">
                <a:extLst>
                  <a:ext uri="{FF2B5EF4-FFF2-40B4-BE49-F238E27FC236}">
                    <a16:creationId xmlns:a16="http://schemas.microsoft.com/office/drawing/2014/main" id="{1D70BA30-ED25-8759-936F-84C2E17D70F2}"/>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5" name="Freeform: Shape 5034">
                <a:extLst>
                  <a:ext uri="{FF2B5EF4-FFF2-40B4-BE49-F238E27FC236}">
                    <a16:creationId xmlns:a16="http://schemas.microsoft.com/office/drawing/2014/main" id="{37C36B96-9A43-6555-B5F9-E7D219C07676}"/>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6" name="Freeform: Shape 5035">
                <a:extLst>
                  <a:ext uri="{FF2B5EF4-FFF2-40B4-BE49-F238E27FC236}">
                    <a16:creationId xmlns:a16="http://schemas.microsoft.com/office/drawing/2014/main" id="{BB825F1B-8510-738C-9513-6AD8215DA4FE}"/>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7" name="Freeform: Shape 5036">
                <a:extLst>
                  <a:ext uri="{FF2B5EF4-FFF2-40B4-BE49-F238E27FC236}">
                    <a16:creationId xmlns:a16="http://schemas.microsoft.com/office/drawing/2014/main" id="{5EF6EB65-D95E-4A7A-DD78-D20C5663D624}"/>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8" name="Freeform: Shape 5037">
                <a:extLst>
                  <a:ext uri="{FF2B5EF4-FFF2-40B4-BE49-F238E27FC236}">
                    <a16:creationId xmlns:a16="http://schemas.microsoft.com/office/drawing/2014/main" id="{761F27E7-304A-3045-A752-B7B9C5630F17}"/>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9" name="Freeform: Shape 5038">
                <a:extLst>
                  <a:ext uri="{FF2B5EF4-FFF2-40B4-BE49-F238E27FC236}">
                    <a16:creationId xmlns:a16="http://schemas.microsoft.com/office/drawing/2014/main" id="{37449E95-87D9-958A-75A7-21913C2FDD33}"/>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0" name="Freeform: Shape 5039">
                <a:extLst>
                  <a:ext uri="{FF2B5EF4-FFF2-40B4-BE49-F238E27FC236}">
                    <a16:creationId xmlns:a16="http://schemas.microsoft.com/office/drawing/2014/main" id="{EDA68920-F7F9-AF46-58B8-3ED3B3867BDE}"/>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1" name="Freeform: Shape 5040">
                <a:extLst>
                  <a:ext uri="{FF2B5EF4-FFF2-40B4-BE49-F238E27FC236}">
                    <a16:creationId xmlns:a16="http://schemas.microsoft.com/office/drawing/2014/main" id="{B02F43D7-2322-3129-CB8D-95E2089EB89A}"/>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2" name="Freeform: Shape 5041">
                <a:extLst>
                  <a:ext uri="{FF2B5EF4-FFF2-40B4-BE49-F238E27FC236}">
                    <a16:creationId xmlns:a16="http://schemas.microsoft.com/office/drawing/2014/main" id="{DEED0315-4DD9-9558-D4CE-D510D06D4A81}"/>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3" name="Freeform: Shape 5042">
                <a:extLst>
                  <a:ext uri="{FF2B5EF4-FFF2-40B4-BE49-F238E27FC236}">
                    <a16:creationId xmlns:a16="http://schemas.microsoft.com/office/drawing/2014/main" id="{A1DEEB26-4F18-5D9E-9C70-8B4BCA9218CD}"/>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4" name="Freeform: Shape 5043">
                <a:extLst>
                  <a:ext uri="{FF2B5EF4-FFF2-40B4-BE49-F238E27FC236}">
                    <a16:creationId xmlns:a16="http://schemas.microsoft.com/office/drawing/2014/main" id="{F9BD17A0-0EE9-74AA-E3FF-22940E672E2E}"/>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5" name="Freeform: Shape 5044">
                <a:extLst>
                  <a:ext uri="{FF2B5EF4-FFF2-40B4-BE49-F238E27FC236}">
                    <a16:creationId xmlns:a16="http://schemas.microsoft.com/office/drawing/2014/main" id="{E42AC18F-BC1C-1D47-1B26-8CEEEF9051A1}"/>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6" name="Freeform: Shape 5045">
                <a:extLst>
                  <a:ext uri="{FF2B5EF4-FFF2-40B4-BE49-F238E27FC236}">
                    <a16:creationId xmlns:a16="http://schemas.microsoft.com/office/drawing/2014/main" id="{9440D5F4-C79D-D9F1-80E4-D126FEECA799}"/>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7" name="Freeform: Shape 5046">
                <a:extLst>
                  <a:ext uri="{FF2B5EF4-FFF2-40B4-BE49-F238E27FC236}">
                    <a16:creationId xmlns:a16="http://schemas.microsoft.com/office/drawing/2014/main" id="{8C90E3C7-8146-7370-DAC2-D14FC3C197FC}"/>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8" name="Freeform: Shape 5047">
                <a:extLst>
                  <a:ext uri="{FF2B5EF4-FFF2-40B4-BE49-F238E27FC236}">
                    <a16:creationId xmlns:a16="http://schemas.microsoft.com/office/drawing/2014/main" id="{932F51BE-E413-85AC-EEB3-F979E9A5C23E}"/>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9" name="Freeform: Shape 5048">
                <a:extLst>
                  <a:ext uri="{FF2B5EF4-FFF2-40B4-BE49-F238E27FC236}">
                    <a16:creationId xmlns:a16="http://schemas.microsoft.com/office/drawing/2014/main" id="{0828474C-6C14-56F1-CDD6-0D1DC0B1E212}"/>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0" name="Freeform: Shape 5049">
                <a:extLst>
                  <a:ext uri="{FF2B5EF4-FFF2-40B4-BE49-F238E27FC236}">
                    <a16:creationId xmlns:a16="http://schemas.microsoft.com/office/drawing/2014/main" id="{218D5437-54CA-AC0E-AB42-EC890A2643DD}"/>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1" name="Freeform: Shape 5050">
                <a:extLst>
                  <a:ext uri="{FF2B5EF4-FFF2-40B4-BE49-F238E27FC236}">
                    <a16:creationId xmlns:a16="http://schemas.microsoft.com/office/drawing/2014/main" id="{99CE5AD7-7476-BA0C-E8F9-330FADE80DEE}"/>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2" name="Freeform: Shape 5051">
                <a:extLst>
                  <a:ext uri="{FF2B5EF4-FFF2-40B4-BE49-F238E27FC236}">
                    <a16:creationId xmlns:a16="http://schemas.microsoft.com/office/drawing/2014/main" id="{29DB88FC-AA1F-C239-80E1-0C32DCE1769C}"/>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3" name="Freeform: Shape 5052">
                <a:extLst>
                  <a:ext uri="{FF2B5EF4-FFF2-40B4-BE49-F238E27FC236}">
                    <a16:creationId xmlns:a16="http://schemas.microsoft.com/office/drawing/2014/main" id="{337A17AF-C569-9FF5-ECD2-A6BE11A0233F}"/>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4" name="Freeform: Shape 5053">
                <a:extLst>
                  <a:ext uri="{FF2B5EF4-FFF2-40B4-BE49-F238E27FC236}">
                    <a16:creationId xmlns:a16="http://schemas.microsoft.com/office/drawing/2014/main" id="{DACE4B77-6EFC-CAEF-81DC-29384F669506}"/>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5" name="Freeform: Shape 5054">
                <a:extLst>
                  <a:ext uri="{FF2B5EF4-FFF2-40B4-BE49-F238E27FC236}">
                    <a16:creationId xmlns:a16="http://schemas.microsoft.com/office/drawing/2014/main" id="{FF9A966A-DE72-8C9F-E85B-E52D55ECB305}"/>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0" name="Freeform: Shape 2879">
                <a:extLst>
                  <a:ext uri="{FF2B5EF4-FFF2-40B4-BE49-F238E27FC236}">
                    <a16:creationId xmlns:a16="http://schemas.microsoft.com/office/drawing/2014/main" id="{78C6DF27-F7D3-3415-6696-B02D34D6C3FC}"/>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1" name="Freeform: Shape 2880">
                <a:extLst>
                  <a:ext uri="{FF2B5EF4-FFF2-40B4-BE49-F238E27FC236}">
                    <a16:creationId xmlns:a16="http://schemas.microsoft.com/office/drawing/2014/main" id="{A895FE9E-C59C-A455-5D2B-11B813463C7F}"/>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3" name="Freeform: Shape 2882">
                <a:extLst>
                  <a:ext uri="{FF2B5EF4-FFF2-40B4-BE49-F238E27FC236}">
                    <a16:creationId xmlns:a16="http://schemas.microsoft.com/office/drawing/2014/main" id="{CEFCE074-FC21-CD6C-95F3-42DBEF0DB7A2}"/>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4" name="Freeform: Shape 2883">
                <a:extLst>
                  <a:ext uri="{FF2B5EF4-FFF2-40B4-BE49-F238E27FC236}">
                    <a16:creationId xmlns:a16="http://schemas.microsoft.com/office/drawing/2014/main" id="{5E0E7649-3680-C3CD-5B07-E1E71BD98E30}"/>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5" name="Freeform: Shape 2884">
                <a:extLst>
                  <a:ext uri="{FF2B5EF4-FFF2-40B4-BE49-F238E27FC236}">
                    <a16:creationId xmlns:a16="http://schemas.microsoft.com/office/drawing/2014/main" id="{1EB4DE61-7E9A-52DD-2C25-7D2C7F7DFC2A}"/>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6" name="Freeform: Shape 2885">
                <a:extLst>
                  <a:ext uri="{FF2B5EF4-FFF2-40B4-BE49-F238E27FC236}">
                    <a16:creationId xmlns:a16="http://schemas.microsoft.com/office/drawing/2014/main" id="{73A22782-18D9-F929-8CAB-D3186D59372B}"/>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7" name="Freeform: Shape 2886">
                <a:extLst>
                  <a:ext uri="{FF2B5EF4-FFF2-40B4-BE49-F238E27FC236}">
                    <a16:creationId xmlns:a16="http://schemas.microsoft.com/office/drawing/2014/main" id="{7834B554-CB0E-97B8-B99C-15AC2462FA26}"/>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8" name="Freeform: Shape 2887">
                <a:extLst>
                  <a:ext uri="{FF2B5EF4-FFF2-40B4-BE49-F238E27FC236}">
                    <a16:creationId xmlns:a16="http://schemas.microsoft.com/office/drawing/2014/main" id="{D0D69C0B-B046-78C1-2385-1CFDF495B5BF}"/>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9" name="Freeform: Shape 2888">
                <a:extLst>
                  <a:ext uri="{FF2B5EF4-FFF2-40B4-BE49-F238E27FC236}">
                    <a16:creationId xmlns:a16="http://schemas.microsoft.com/office/drawing/2014/main" id="{45F7E890-FB4E-F5DC-19C6-F7CC4A534B56}"/>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0" name="Freeform: Shape 2889">
                <a:extLst>
                  <a:ext uri="{FF2B5EF4-FFF2-40B4-BE49-F238E27FC236}">
                    <a16:creationId xmlns:a16="http://schemas.microsoft.com/office/drawing/2014/main" id="{83647FE3-D893-8DF5-AB91-B6957D369F1A}"/>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1" name="Freeform: Shape 2890">
                <a:extLst>
                  <a:ext uri="{FF2B5EF4-FFF2-40B4-BE49-F238E27FC236}">
                    <a16:creationId xmlns:a16="http://schemas.microsoft.com/office/drawing/2014/main" id="{6174036A-748B-294F-CAAD-F8F7C749168F}"/>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2" name="Freeform: Shape 2891">
                <a:extLst>
                  <a:ext uri="{FF2B5EF4-FFF2-40B4-BE49-F238E27FC236}">
                    <a16:creationId xmlns:a16="http://schemas.microsoft.com/office/drawing/2014/main" id="{D376D824-E377-DC92-25FE-666B07FB7F3B}"/>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3" name="Freeform: Shape 2892">
                <a:extLst>
                  <a:ext uri="{FF2B5EF4-FFF2-40B4-BE49-F238E27FC236}">
                    <a16:creationId xmlns:a16="http://schemas.microsoft.com/office/drawing/2014/main" id="{A8297D03-7BB6-82F5-8542-D1A60B5EA81B}"/>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4" name="Freeform: Shape 2893">
                <a:extLst>
                  <a:ext uri="{FF2B5EF4-FFF2-40B4-BE49-F238E27FC236}">
                    <a16:creationId xmlns:a16="http://schemas.microsoft.com/office/drawing/2014/main" id="{6212A8BD-4FFB-AAED-A872-6E5019DEE763}"/>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5" name="Freeform: Shape 2894">
                <a:extLst>
                  <a:ext uri="{FF2B5EF4-FFF2-40B4-BE49-F238E27FC236}">
                    <a16:creationId xmlns:a16="http://schemas.microsoft.com/office/drawing/2014/main" id="{2FA72A08-64F7-513D-24D2-65FF2440CF98}"/>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6" name="Freeform: Shape 2895">
                <a:extLst>
                  <a:ext uri="{FF2B5EF4-FFF2-40B4-BE49-F238E27FC236}">
                    <a16:creationId xmlns:a16="http://schemas.microsoft.com/office/drawing/2014/main" id="{B8712578-E93A-3607-795F-F665F11CCEB8}"/>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7" name="Freeform: Shape 2896">
                <a:extLst>
                  <a:ext uri="{FF2B5EF4-FFF2-40B4-BE49-F238E27FC236}">
                    <a16:creationId xmlns:a16="http://schemas.microsoft.com/office/drawing/2014/main" id="{14A277EB-48A7-F7EA-F279-4E7D86AF3BCD}"/>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8" name="Freeform: Shape 2897">
                <a:extLst>
                  <a:ext uri="{FF2B5EF4-FFF2-40B4-BE49-F238E27FC236}">
                    <a16:creationId xmlns:a16="http://schemas.microsoft.com/office/drawing/2014/main" id="{AEC67BA6-D0F6-9C1F-C6D0-2D56CFE3EE68}"/>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9" name="Freeform: Shape 2898">
                <a:extLst>
                  <a:ext uri="{FF2B5EF4-FFF2-40B4-BE49-F238E27FC236}">
                    <a16:creationId xmlns:a16="http://schemas.microsoft.com/office/drawing/2014/main" id="{48EC8693-E5D7-C814-2C47-AF19D5699065}"/>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0" name="Freeform: Shape 2899">
                <a:extLst>
                  <a:ext uri="{FF2B5EF4-FFF2-40B4-BE49-F238E27FC236}">
                    <a16:creationId xmlns:a16="http://schemas.microsoft.com/office/drawing/2014/main" id="{24D0516C-2B3D-32CA-ED71-9B43B93DF947}"/>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1" name="Freeform: Shape 2900">
                <a:extLst>
                  <a:ext uri="{FF2B5EF4-FFF2-40B4-BE49-F238E27FC236}">
                    <a16:creationId xmlns:a16="http://schemas.microsoft.com/office/drawing/2014/main" id="{D5ECCE1A-C167-5227-0106-F997EFE7A967}"/>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2" name="Freeform: Shape 2901">
                <a:extLst>
                  <a:ext uri="{FF2B5EF4-FFF2-40B4-BE49-F238E27FC236}">
                    <a16:creationId xmlns:a16="http://schemas.microsoft.com/office/drawing/2014/main" id="{35807145-4551-AADA-E5FC-F2396625D0E8}"/>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3" name="Freeform: Shape 2902">
                <a:extLst>
                  <a:ext uri="{FF2B5EF4-FFF2-40B4-BE49-F238E27FC236}">
                    <a16:creationId xmlns:a16="http://schemas.microsoft.com/office/drawing/2014/main" id="{BF6014B0-949C-4DC8-35C2-C1231BDDBE5C}"/>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4" name="Freeform: Shape 2903">
                <a:extLst>
                  <a:ext uri="{FF2B5EF4-FFF2-40B4-BE49-F238E27FC236}">
                    <a16:creationId xmlns:a16="http://schemas.microsoft.com/office/drawing/2014/main" id="{89DCD5F2-B581-E504-2C02-6F1C56D63CCE}"/>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5" name="Freeform: Shape 2904">
                <a:extLst>
                  <a:ext uri="{FF2B5EF4-FFF2-40B4-BE49-F238E27FC236}">
                    <a16:creationId xmlns:a16="http://schemas.microsoft.com/office/drawing/2014/main" id="{E372B4A4-EF60-50E9-095E-202A85F5CFBB}"/>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6" name="Freeform: Shape 2905">
                <a:extLst>
                  <a:ext uri="{FF2B5EF4-FFF2-40B4-BE49-F238E27FC236}">
                    <a16:creationId xmlns:a16="http://schemas.microsoft.com/office/drawing/2014/main" id="{4ACA85A1-5DC0-AAB1-470A-5DBFAFAA019D}"/>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7" name="Freeform: Shape 2906">
                <a:extLst>
                  <a:ext uri="{FF2B5EF4-FFF2-40B4-BE49-F238E27FC236}">
                    <a16:creationId xmlns:a16="http://schemas.microsoft.com/office/drawing/2014/main" id="{C58A3655-8179-A04D-B859-565D46D13AF3}"/>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8" name="Freeform: Shape 2907">
                <a:extLst>
                  <a:ext uri="{FF2B5EF4-FFF2-40B4-BE49-F238E27FC236}">
                    <a16:creationId xmlns:a16="http://schemas.microsoft.com/office/drawing/2014/main" id="{0D5AB3C1-C425-0CAD-4243-6F2B734D636F}"/>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9" name="Freeform: Shape 2908">
                <a:extLst>
                  <a:ext uri="{FF2B5EF4-FFF2-40B4-BE49-F238E27FC236}">
                    <a16:creationId xmlns:a16="http://schemas.microsoft.com/office/drawing/2014/main" id="{B4DB2D8F-B335-8202-0136-499DE70818B3}"/>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0" name="Freeform: Shape 2909">
                <a:extLst>
                  <a:ext uri="{FF2B5EF4-FFF2-40B4-BE49-F238E27FC236}">
                    <a16:creationId xmlns:a16="http://schemas.microsoft.com/office/drawing/2014/main" id="{F7215B49-AED6-1D77-2DAA-890BCFD5C886}"/>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1" name="Freeform: Shape 2910">
                <a:extLst>
                  <a:ext uri="{FF2B5EF4-FFF2-40B4-BE49-F238E27FC236}">
                    <a16:creationId xmlns:a16="http://schemas.microsoft.com/office/drawing/2014/main" id="{13A396C2-4B68-3039-496D-812DBF07AAE9}"/>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2" name="Freeform: Shape 2911">
                <a:extLst>
                  <a:ext uri="{FF2B5EF4-FFF2-40B4-BE49-F238E27FC236}">
                    <a16:creationId xmlns:a16="http://schemas.microsoft.com/office/drawing/2014/main" id="{32F7F145-B754-CCC0-8530-ABA2795E3904}"/>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3" name="Freeform: Shape 2912">
                <a:extLst>
                  <a:ext uri="{FF2B5EF4-FFF2-40B4-BE49-F238E27FC236}">
                    <a16:creationId xmlns:a16="http://schemas.microsoft.com/office/drawing/2014/main" id="{E7803CF5-7DED-8766-7332-36414AD8FFDC}"/>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4" name="Freeform: Shape 2913">
                <a:extLst>
                  <a:ext uri="{FF2B5EF4-FFF2-40B4-BE49-F238E27FC236}">
                    <a16:creationId xmlns:a16="http://schemas.microsoft.com/office/drawing/2014/main" id="{F1C10416-0A9A-B5F2-E95E-B304CECDC882}"/>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5" name="Freeform: Shape 2914">
                <a:extLst>
                  <a:ext uri="{FF2B5EF4-FFF2-40B4-BE49-F238E27FC236}">
                    <a16:creationId xmlns:a16="http://schemas.microsoft.com/office/drawing/2014/main" id="{CD90A8B5-EB0B-0F13-F9E0-B483F6E15EC5}"/>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6" name="Freeform: Shape 2915">
                <a:extLst>
                  <a:ext uri="{FF2B5EF4-FFF2-40B4-BE49-F238E27FC236}">
                    <a16:creationId xmlns:a16="http://schemas.microsoft.com/office/drawing/2014/main" id="{3C760D68-DE3D-8EA6-E2C7-056ECA2D5A76}"/>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7" name="Freeform: Shape 2916">
                <a:extLst>
                  <a:ext uri="{FF2B5EF4-FFF2-40B4-BE49-F238E27FC236}">
                    <a16:creationId xmlns:a16="http://schemas.microsoft.com/office/drawing/2014/main" id="{BF9BE190-8D2D-392B-22FA-1BCF9E97AFB2}"/>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8" name="Freeform: Shape 2917">
                <a:extLst>
                  <a:ext uri="{FF2B5EF4-FFF2-40B4-BE49-F238E27FC236}">
                    <a16:creationId xmlns:a16="http://schemas.microsoft.com/office/drawing/2014/main" id="{FF799E66-EB7B-0FB6-3188-3DE6A2D9D780}"/>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9" name="Freeform: Shape 2918">
                <a:extLst>
                  <a:ext uri="{FF2B5EF4-FFF2-40B4-BE49-F238E27FC236}">
                    <a16:creationId xmlns:a16="http://schemas.microsoft.com/office/drawing/2014/main" id="{9FBE58C9-C08B-9C56-AFA8-A1246254C390}"/>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0" name="Freeform: Shape 2919">
                <a:extLst>
                  <a:ext uri="{FF2B5EF4-FFF2-40B4-BE49-F238E27FC236}">
                    <a16:creationId xmlns:a16="http://schemas.microsoft.com/office/drawing/2014/main" id="{38A94BA4-8525-E284-193A-31AD85A8D650}"/>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1" name="Freeform: Shape 2920">
                <a:extLst>
                  <a:ext uri="{FF2B5EF4-FFF2-40B4-BE49-F238E27FC236}">
                    <a16:creationId xmlns:a16="http://schemas.microsoft.com/office/drawing/2014/main" id="{05D654A6-531A-27E8-E296-D76E2B6636BB}"/>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2" name="Freeform: Shape 2921">
                <a:extLst>
                  <a:ext uri="{FF2B5EF4-FFF2-40B4-BE49-F238E27FC236}">
                    <a16:creationId xmlns:a16="http://schemas.microsoft.com/office/drawing/2014/main" id="{0D241679-820B-3EA3-8B03-63B9E6BE29B3}"/>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3" name="Freeform: Shape 2922">
                <a:extLst>
                  <a:ext uri="{FF2B5EF4-FFF2-40B4-BE49-F238E27FC236}">
                    <a16:creationId xmlns:a16="http://schemas.microsoft.com/office/drawing/2014/main" id="{401A62EF-C07E-F622-09CE-51463074C5F3}"/>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4" name="Freeform: Shape 2923">
                <a:extLst>
                  <a:ext uri="{FF2B5EF4-FFF2-40B4-BE49-F238E27FC236}">
                    <a16:creationId xmlns:a16="http://schemas.microsoft.com/office/drawing/2014/main" id="{34E45F14-D686-D113-C8A8-1A56ADE746C6}"/>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5" name="Freeform: Shape 2924">
                <a:extLst>
                  <a:ext uri="{FF2B5EF4-FFF2-40B4-BE49-F238E27FC236}">
                    <a16:creationId xmlns:a16="http://schemas.microsoft.com/office/drawing/2014/main" id="{CBD7D835-0F60-7FCC-BEA3-7ED83B9F949F}"/>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6" name="Freeform: Shape 2925">
                <a:extLst>
                  <a:ext uri="{FF2B5EF4-FFF2-40B4-BE49-F238E27FC236}">
                    <a16:creationId xmlns:a16="http://schemas.microsoft.com/office/drawing/2014/main" id="{A695008A-B3EC-3678-2B39-5F4D9E24F9EA}"/>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7" name="Freeform: Shape 2926">
                <a:extLst>
                  <a:ext uri="{FF2B5EF4-FFF2-40B4-BE49-F238E27FC236}">
                    <a16:creationId xmlns:a16="http://schemas.microsoft.com/office/drawing/2014/main" id="{DC33F890-E2DB-2A79-3403-4D945BCCEFFA}"/>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8" name="Freeform: Shape 2927">
                <a:extLst>
                  <a:ext uri="{FF2B5EF4-FFF2-40B4-BE49-F238E27FC236}">
                    <a16:creationId xmlns:a16="http://schemas.microsoft.com/office/drawing/2014/main" id="{633D695E-4E92-EF85-F6F9-AC1EAE0A6FE6}"/>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9" name="Freeform: Shape 2928">
                <a:extLst>
                  <a:ext uri="{FF2B5EF4-FFF2-40B4-BE49-F238E27FC236}">
                    <a16:creationId xmlns:a16="http://schemas.microsoft.com/office/drawing/2014/main" id="{37FF590B-7953-F706-395B-367DC313895B}"/>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0" name="Freeform: Shape 2929">
                <a:extLst>
                  <a:ext uri="{FF2B5EF4-FFF2-40B4-BE49-F238E27FC236}">
                    <a16:creationId xmlns:a16="http://schemas.microsoft.com/office/drawing/2014/main" id="{B04D74F4-FC9F-AB91-4F46-86307F223447}"/>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1" name="Freeform: Shape 2930">
                <a:extLst>
                  <a:ext uri="{FF2B5EF4-FFF2-40B4-BE49-F238E27FC236}">
                    <a16:creationId xmlns:a16="http://schemas.microsoft.com/office/drawing/2014/main" id="{275754EC-A93A-BE93-B6B1-D099561806D5}"/>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2" name="Freeform: Shape 2931">
                <a:extLst>
                  <a:ext uri="{FF2B5EF4-FFF2-40B4-BE49-F238E27FC236}">
                    <a16:creationId xmlns:a16="http://schemas.microsoft.com/office/drawing/2014/main" id="{7F3F887E-84C8-094F-47CD-18CED9C90740}"/>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3" name="Freeform: Shape 2932">
                <a:extLst>
                  <a:ext uri="{FF2B5EF4-FFF2-40B4-BE49-F238E27FC236}">
                    <a16:creationId xmlns:a16="http://schemas.microsoft.com/office/drawing/2014/main" id="{69DA106F-DB1C-4E98-A9E8-C215ACB1F066}"/>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4" name="Freeform: Shape 2933">
                <a:extLst>
                  <a:ext uri="{FF2B5EF4-FFF2-40B4-BE49-F238E27FC236}">
                    <a16:creationId xmlns:a16="http://schemas.microsoft.com/office/drawing/2014/main" id="{E7859D35-D1C6-3F75-2A73-A165D28C838F}"/>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5" name="Freeform: Shape 2934">
                <a:extLst>
                  <a:ext uri="{FF2B5EF4-FFF2-40B4-BE49-F238E27FC236}">
                    <a16:creationId xmlns:a16="http://schemas.microsoft.com/office/drawing/2014/main" id="{7E349A4D-85B7-355F-4D36-5F77234552BF}"/>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6" name="Freeform: Shape 2935">
                <a:extLst>
                  <a:ext uri="{FF2B5EF4-FFF2-40B4-BE49-F238E27FC236}">
                    <a16:creationId xmlns:a16="http://schemas.microsoft.com/office/drawing/2014/main" id="{9632A662-D27A-41BD-4524-92C63B4825E3}"/>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7" name="Freeform: Shape 2936">
                <a:extLst>
                  <a:ext uri="{FF2B5EF4-FFF2-40B4-BE49-F238E27FC236}">
                    <a16:creationId xmlns:a16="http://schemas.microsoft.com/office/drawing/2014/main" id="{322010DB-1161-058F-7E32-44BB1B6A9138}"/>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8" name="Freeform: Shape 2937">
                <a:extLst>
                  <a:ext uri="{FF2B5EF4-FFF2-40B4-BE49-F238E27FC236}">
                    <a16:creationId xmlns:a16="http://schemas.microsoft.com/office/drawing/2014/main" id="{505F162F-321E-BFD7-F8A4-0A1C69508B83}"/>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9" name="Freeform: Shape 2938">
                <a:extLst>
                  <a:ext uri="{FF2B5EF4-FFF2-40B4-BE49-F238E27FC236}">
                    <a16:creationId xmlns:a16="http://schemas.microsoft.com/office/drawing/2014/main" id="{006E4C37-3FC5-E51E-82FD-463EB8A17790}"/>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0" name="Freeform: Shape 2939">
                <a:extLst>
                  <a:ext uri="{FF2B5EF4-FFF2-40B4-BE49-F238E27FC236}">
                    <a16:creationId xmlns:a16="http://schemas.microsoft.com/office/drawing/2014/main" id="{3681696E-7320-92D9-1705-3FECDD8CA54F}"/>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1" name="Freeform: Shape 2940">
                <a:extLst>
                  <a:ext uri="{FF2B5EF4-FFF2-40B4-BE49-F238E27FC236}">
                    <a16:creationId xmlns:a16="http://schemas.microsoft.com/office/drawing/2014/main" id="{5326C05F-DD3C-CCDD-71CB-0E9AFC2DA82A}"/>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2" name="Freeform: Shape 2941">
                <a:extLst>
                  <a:ext uri="{FF2B5EF4-FFF2-40B4-BE49-F238E27FC236}">
                    <a16:creationId xmlns:a16="http://schemas.microsoft.com/office/drawing/2014/main" id="{E8F7AB56-5268-E655-3B99-ED605E8F824F}"/>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3" name="Freeform: Shape 2942">
                <a:extLst>
                  <a:ext uri="{FF2B5EF4-FFF2-40B4-BE49-F238E27FC236}">
                    <a16:creationId xmlns:a16="http://schemas.microsoft.com/office/drawing/2014/main" id="{3E75DBEA-58BC-0858-0899-EE698250A514}"/>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6" name="Freeform: Shape 5055">
                <a:extLst>
                  <a:ext uri="{FF2B5EF4-FFF2-40B4-BE49-F238E27FC236}">
                    <a16:creationId xmlns:a16="http://schemas.microsoft.com/office/drawing/2014/main" id="{4DC82C79-F6E7-3274-8AE9-E6E6D34FA2F9}"/>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7" name="Freeform: Shape 5056">
                <a:extLst>
                  <a:ext uri="{FF2B5EF4-FFF2-40B4-BE49-F238E27FC236}">
                    <a16:creationId xmlns:a16="http://schemas.microsoft.com/office/drawing/2014/main" id="{B23774C7-1F85-B25C-E263-03D922335102}"/>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8" name="Freeform: Shape 5057">
                <a:extLst>
                  <a:ext uri="{FF2B5EF4-FFF2-40B4-BE49-F238E27FC236}">
                    <a16:creationId xmlns:a16="http://schemas.microsoft.com/office/drawing/2014/main" id="{434F6305-EFC1-AD0B-2B59-449772CCC8BD}"/>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9" name="Freeform: Shape 5058">
                <a:extLst>
                  <a:ext uri="{FF2B5EF4-FFF2-40B4-BE49-F238E27FC236}">
                    <a16:creationId xmlns:a16="http://schemas.microsoft.com/office/drawing/2014/main" id="{3B62B58B-CA85-8B22-A860-F6D35C3B8B1E}"/>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0" name="Freeform: Shape 5059">
                <a:extLst>
                  <a:ext uri="{FF2B5EF4-FFF2-40B4-BE49-F238E27FC236}">
                    <a16:creationId xmlns:a16="http://schemas.microsoft.com/office/drawing/2014/main" id="{02F6AED8-01DD-63A1-C3B4-AB1EE0FEA6AF}"/>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1" name="Freeform: Shape 5060">
                <a:extLst>
                  <a:ext uri="{FF2B5EF4-FFF2-40B4-BE49-F238E27FC236}">
                    <a16:creationId xmlns:a16="http://schemas.microsoft.com/office/drawing/2014/main" id="{703F2A13-C9EB-E790-A903-EB98B9D2EC1C}"/>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2" name="Freeform: Shape 5061">
                <a:extLst>
                  <a:ext uri="{FF2B5EF4-FFF2-40B4-BE49-F238E27FC236}">
                    <a16:creationId xmlns:a16="http://schemas.microsoft.com/office/drawing/2014/main" id="{D4C7A88A-7257-0B73-EE77-DE70EAB27386}"/>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3" name="Freeform: Shape 5062">
                <a:extLst>
                  <a:ext uri="{FF2B5EF4-FFF2-40B4-BE49-F238E27FC236}">
                    <a16:creationId xmlns:a16="http://schemas.microsoft.com/office/drawing/2014/main" id="{44440384-B07F-3EAA-2FB2-30549A0E3051}"/>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4" name="Freeform: Shape 5063">
                <a:extLst>
                  <a:ext uri="{FF2B5EF4-FFF2-40B4-BE49-F238E27FC236}">
                    <a16:creationId xmlns:a16="http://schemas.microsoft.com/office/drawing/2014/main" id="{6B9E8758-B479-8268-12E1-0887F67E5A8E}"/>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5" name="Freeform: Shape 5064">
                <a:extLst>
                  <a:ext uri="{FF2B5EF4-FFF2-40B4-BE49-F238E27FC236}">
                    <a16:creationId xmlns:a16="http://schemas.microsoft.com/office/drawing/2014/main" id="{E2E81757-779C-C711-CDEF-F925A9CB1F27}"/>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6" name="Freeform: Shape 5065">
                <a:extLst>
                  <a:ext uri="{FF2B5EF4-FFF2-40B4-BE49-F238E27FC236}">
                    <a16:creationId xmlns:a16="http://schemas.microsoft.com/office/drawing/2014/main" id="{F5BFD02E-C85D-6091-EF6E-F0E23511B7F8}"/>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7" name="Freeform: Shape 5066">
                <a:extLst>
                  <a:ext uri="{FF2B5EF4-FFF2-40B4-BE49-F238E27FC236}">
                    <a16:creationId xmlns:a16="http://schemas.microsoft.com/office/drawing/2014/main" id="{BD3DD53B-367F-E325-219B-C21D4E8A1AB0}"/>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8" name="Freeform: Shape 5067">
                <a:extLst>
                  <a:ext uri="{FF2B5EF4-FFF2-40B4-BE49-F238E27FC236}">
                    <a16:creationId xmlns:a16="http://schemas.microsoft.com/office/drawing/2014/main" id="{8C665A49-CDC8-4B4D-0F88-887ABF3ED00C}"/>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9" name="Freeform: Shape 5068">
                <a:extLst>
                  <a:ext uri="{FF2B5EF4-FFF2-40B4-BE49-F238E27FC236}">
                    <a16:creationId xmlns:a16="http://schemas.microsoft.com/office/drawing/2014/main" id="{9973E6A3-4DFB-3E07-4D3F-001B244F1A08}"/>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0" name="Freeform: Shape 5069">
                <a:extLst>
                  <a:ext uri="{FF2B5EF4-FFF2-40B4-BE49-F238E27FC236}">
                    <a16:creationId xmlns:a16="http://schemas.microsoft.com/office/drawing/2014/main" id="{5F05FF86-5E57-996F-0F4A-E478A5FCCC8D}"/>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1" name="Freeform: Shape 5070">
                <a:extLst>
                  <a:ext uri="{FF2B5EF4-FFF2-40B4-BE49-F238E27FC236}">
                    <a16:creationId xmlns:a16="http://schemas.microsoft.com/office/drawing/2014/main" id="{175AD135-D113-3156-5814-1CDFAB72197C}"/>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2" name="Freeform: Shape 5071">
                <a:extLst>
                  <a:ext uri="{FF2B5EF4-FFF2-40B4-BE49-F238E27FC236}">
                    <a16:creationId xmlns:a16="http://schemas.microsoft.com/office/drawing/2014/main" id="{107C0836-3F53-47E0-3E4E-95752253D822}"/>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3" name="Freeform: Shape 5072">
                <a:extLst>
                  <a:ext uri="{FF2B5EF4-FFF2-40B4-BE49-F238E27FC236}">
                    <a16:creationId xmlns:a16="http://schemas.microsoft.com/office/drawing/2014/main" id="{813D19A2-D0FE-BCE1-7024-891E83744AA4}"/>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4" name="Freeform: Shape 5073">
                <a:extLst>
                  <a:ext uri="{FF2B5EF4-FFF2-40B4-BE49-F238E27FC236}">
                    <a16:creationId xmlns:a16="http://schemas.microsoft.com/office/drawing/2014/main" id="{57A0C044-F1D7-A62D-039B-927C7D542E40}"/>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5" name="Freeform: Shape 5074">
                <a:extLst>
                  <a:ext uri="{FF2B5EF4-FFF2-40B4-BE49-F238E27FC236}">
                    <a16:creationId xmlns:a16="http://schemas.microsoft.com/office/drawing/2014/main" id="{2E597174-14FB-E1E1-593C-BCA3C980D231}"/>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6" name="Freeform: Shape 5075">
                <a:extLst>
                  <a:ext uri="{FF2B5EF4-FFF2-40B4-BE49-F238E27FC236}">
                    <a16:creationId xmlns:a16="http://schemas.microsoft.com/office/drawing/2014/main" id="{BCF18B04-8736-A503-7306-1692765681FC}"/>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7" name="Freeform: Shape 5076">
                <a:extLst>
                  <a:ext uri="{FF2B5EF4-FFF2-40B4-BE49-F238E27FC236}">
                    <a16:creationId xmlns:a16="http://schemas.microsoft.com/office/drawing/2014/main" id="{0AE31D30-4620-A934-B80D-46F4007D86FA}"/>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8" name="Freeform: Shape 5077">
                <a:extLst>
                  <a:ext uri="{FF2B5EF4-FFF2-40B4-BE49-F238E27FC236}">
                    <a16:creationId xmlns:a16="http://schemas.microsoft.com/office/drawing/2014/main" id="{8BC5A18E-0C46-D5B3-02DD-E26C41527826}"/>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9" name="Freeform: Shape 5078">
                <a:extLst>
                  <a:ext uri="{FF2B5EF4-FFF2-40B4-BE49-F238E27FC236}">
                    <a16:creationId xmlns:a16="http://schemas.microsoft.com/office/drawing/2014/main" id="{6B774490-6E94-0581-4090-E9A11BF960ED}"/>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0" name="Freeform: Shape 5079">
                <a:extLst>
                  <a:ext uri="{FF2B5EF4-FFF2-40B4-BE49-F238E27FC236}">
                    <a16:creationId xmlns:a16="http://schemas.microsoft.com/office/drawing/2014/main" id="{137C647B-F610-BE8D-D6A7-4E9C7FBF58AB}"/>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1" name="Freeform: Shape 5080">
                <a:extLst>
                  <a:ext uri="{FF2B5EF4-FFF2-40B4-BE49-F238E27FC236}">
                    <a16:creationId xmlns:a16="http://schemas.microsoft.com/office/drawing/2014/main" id="{1A34E10C-CAC6-FE55-2233-06AB8649F152}"/>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2" name="Freeform: Shape 5081">
                <a:extLst>
                  <a:ext uri="{FF2B5EF4-FFF2-40B4-BE49-F238E27FC236}">
                    <a16:creationId xmlns:a16="http://schemas.microsoft.com/office/drawing/2014/main" id="{C3ECB2BD-7C33-67EE-62FF-740C84F4307E}"/>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3" name="Freeform: Shape 5082">
                <a:extLst>
                  <a:ext uri="{FF2B5EF4-FFF2-40B4-BE49-F238E27FC236}">
                    <a16:creationId xmlns:a16="http://schemas.microsoft.com/office/drawing/2014/main" id="{2769ECB7-66D5-3897-939E-443ADC3F9A45}"/>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4" name="Freeform: Shape 5083">
                <a:extLst>
                  <a:ext uri="{FF2B5EF4-FFF2-40B4-BE49-F238E27FC236}">
                    <a16:creationId xmlns:a16="http://schemas.microsoft.com/office/drawing/2014/main" id="{715D670C-AFB3-1CF7-2E0E-6C33452F10BE}"/>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5" name="Freeform: Shape 5084">
                <a:extLst>
                  <a:ext uri="{FF2B5EF4-FFF2-40B4-BE49-F238E27FC236}">
                    <a16:creationId xmlns:a16="http://schemas.microsoft.com/office/drawing/2014/main" id="{56EC919B-8C3F-AA59-DA35-F28A3ECE94E8}"/>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6" name="Freeform: Shape 5085">
                <a:extLst>
                  <a:ext uri="{FF2B5EF4-FFF2-40B4-BE49-F238E27FC236}">
                    <a16:creationId xmlns:a16="http://schemas.microsoft.com/office/drawing/2014/main" id="{7EC46607-D023-6A49-25F0-746011373CF0}"/>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7" name="Freeform: Shape 5086">
                <a:extLst>
                  <a:ext uri="{FF2B5EF4-FFF2-40B4-BE49-F238E27FC236}">
                    <a16:creationId xmlns:a16="http://schemas.microsoft.com/office/drawing/2014/main" id="{6C93D2F0-6682-0941-FD46-7C4ACD6A5A4B}"/>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8" name="Freeform: Shape 5087">
                <a:extLst>
                  <a:ext uri="{FF2B5EF4-FFF2-40B4-BE49-F238E27FC236}">
                    <a16:creationId xmlns:a16="http://schemas.microsoft.com/office/drawing/2014/main" id="{4079B5E2-4DA8-3AD7-648C-0DA39B89AD16}"/>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9" name="Freeform: Shape 5088">
                <a:extLst>
                  <a:ext uri="{FF2B5EF4-FFF2-40B4-BE49-F238E27FC236}">
                    <a16:creationId xmlns:a16="http://schemas.microsoft.com/office/drawing/2014/main" id="{C78DFAEB-6740-B5FB-1F83-55D4754722BE}"/>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0" name="Freeform: Shape 5089">
                <a:extLst>
                  <a:ext uri="{FF2B5EF4-FFF2-40B4-BE49-F238E27FC236}">
                    <a16:creationId xmlns:a16="http://schemas.microsoft.com/office/drawing/2014/main" id="{F5646EA2-2DB4-431C-0483-C295399BF22D}"/>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1" name="Freeform: Shape 5090">
                <a:extLst>
                  <a:ext uri="{FF2B5EF4-FFF2-40B4-BE49-F238E27FC236}">
                    <a16:creationId xmlns:a16="http://schemas.microsoft.com/office/drawing/2014/main" id="{06AA559E-5545-47DD-4707-BF5B78E35820}"/>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2" name="Freeform: Shape 5091">
                <a:extLst>
                  <a:ext uri="{FF2B5EF4-FFF2-40B4-BE49-F238E27FC236}">
                    <a16:creationId xmlns:a16="http://schemas.microsoft.com/office/drawing/2014/main" id="{9BC48001-D167-27F3-BF5F-5C7E3B4CB553}"/>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3" name="Freeform: Shape 5092">
                <a:extLst>
                  <a:ext uri="{FF2B5EF4-FFF2-40B4-BE49-F238E27FC236}">
                    <a16:creationId xmlns:a16="http://schemas.microsoft.com/office/drawing/2014/main" id="{AEFBFFC1-D32E-4366-AC64-20EF452B7900}"/>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4" name="Freeform: Shape 5093">
                <a:extLst>
                  <a:ext uri="{FF2B5EF4-FFF2-40B4-BE49-F238E27FC236}">
                    <a16:creationId xmlns:a16="http://schemas.microsoft.com/office/drawing/2014/main" id="{FF47A2E9-6BB7-0297-562B-9837DC166C37}"/>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5" name="Freeform: Shape 5094">
                <a:extLst>
                  <a:ext uri="{FF2B5EF4-FFF2-40B4-BE49-F238E27FC236}">
                    <a16:creationId xmlns:a16="http://schemas.microsoft.com/office/drawing/2014/main" id="{D7362666-6B0D-DE42-A717-4EDCBF0BE411}"/>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6" name="Freeform: Shape 5095">
                <a:extLst>
                  <a:ext uri="{FF2B5EF4-FFF2-40B4-BE49-F238E27FC236}">
                    <a16:creationId xmlns:a16="http://schemas.microsoft.com/office/drawing/2014/main" id="{47643497-A11D-7D0B-45E3-FCA5D7C1B7F4}"/>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7" name="Freeform: Shape 5096">
                <a:extLst>
                  <a:ext uri="{FF2B5EF4-FFF2-40B4-BE49-F238E27FC236}">
                    <a16:creationId xmlns:a16="http://schemas.microsoft.com/office/drawing/2014/main" id="{F0BA1BF1-993F-2F9A-A671-9FCE6C56AAA5}"/>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8" name="Freeform: Shape 5097">
                <a:extLst>
                  <a:ext uri="{FF2B5EF4-FFF2-40B4-BE49-F238E27FC236}">
                    <a16:creationId xmlns:a16="http://schemas.microsoft.com/office/drawing/2014/main" id="{ED76D214-4D38-E603-04C9-42833F42C3A7}"/>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9" name="Freeform: Shape 5098">
                <a:extLst>
                  <a:ext uri="{FF2B5EF4-FFF2-40B4-BE49-F238E27FC236}">
                    <a16:creationId xmlns:a16="http://schemas.microsoft.com/office/drawing/2014/main" id="{B6F64767-92B2-9E64-60A1-68810CAB01AC}"/>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0" name="Freeform: Shape 5099">
                <a:extLst>
                  <a:ext uri="{FF2B5EF4-FFF2-40B4-BE49-F238E27FC236}">
                    <a16:creationId xmlns:a16="http://schemas.microsoft.com/office/drawing/2014/main" id="{09AB7A3B-B43B-3644-A5B3-D76620709071}"/>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1" name="Freeform: Shape 5100">
                <a:extLst>
                  <a:ext uri="{FF2B5EF4-FFF2-40B4-BE49-F238E27FC236}">
                    <a16:creationId xmlns:a16="http://schemas.microsoft.com/office/drawing/2014/main" id="{231F37A4-E0C3-3479-BFA9-9F6C8C846B12}"/>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2" name="Freeform: Shape 5101">
                <a:extLst>
                  <a:ext uri="{FF2B5EF4-FFF2-40B4-BE49-F238E27FC236}">
                    <a16:creationId xmlns:a16="http://schemas.microsoft.com/office/drawing/2014/main" id="{A9579464-C786-6C44-6AAA-C442A0BB5AE4}"/>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3" name="Freeform: Shape 5102">
                <a:extLst>
                  <a:ext uri="{FF2B5EF4-FFF2-40B4-BE49-F238E27FC236}">
                    <a16:creationId xmlns:a16="http://schemas.microsoft.com/office/drawing/2014/main" id="{F3ADC4EF-60E3-861A-DECD-F94979796652}"/>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4" name="Freeform: Shape 5103">
                <a:extLst>
                  <a:ext uri="{FF2B5EF4-FFF2-40B4-BE49-F238E27FC236}">
                    <a16:creationId xmlns:a16="http://schemas.microsoft.com/office/drawing/2014/main" id="{9B719183-0CE5-7021-EA1C-3F28EDFE4782}"/>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5" name="Freeform: Shape 5104">
                <a:extLst>
                  <a:ext uri="{FF2B5EF4-FFF2-40B4-BE49-F238E27FC236}">
                    <a16:creationId xmlns:a16="http://schemas.microsoft.com/office/drawing/2014/main" id="{BD6130DA-4AEF-16F7-BF21-6915E46562A5}"/>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6" name="Freeform: Shape 5105">
                <a:extLst>
                  <a:ext uri="{FF2B5EF4-FFF2-40B4-BE49-F238E27FC236}">
                    <a16:creationId xmlns:a16="http://schemas.microsoft.com/office/drawing/2014/main" id="{FEFEFA84-923E-F648-2513-7B65E4B5BA6B}"/>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7" name="Freeform: Shape 5106">
                <a:extLst>
                  <a:ext uri="{FF2B5EF4-FFF2-40B4-BE49-F238E27FC236}">
                    <a16:creationId xmlns:a16="http://schemas.microsoft.com/office/drawing/2014/main" id="{F0A0BFA0-6D8A-E2C7-55AE-50E30A7AC515}"/>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8" name="Freeform: Shape 5107">
                <a:extLst>
                  <a:ext uri="{FF2B5EF4-FFF2-40B4-BE49-F238E27FC236}">
                    <a16:creationId xmlns:a16="http://schemas.microsoft.com/office/drawing/2014/main" id="{883BD60C-70CD-83E6-F7B1-340A34C6D2C1}"/>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9" name="Freeform: Shape 5108">
                <a:extLst>
                  <a:ext uri="{FF2B5EF4-FFF2-40B4-BE49-F238E27FC236}">
                    <a16:creationId xmlns:a16="http://schemas.microsoft.com/office/drawing/2014/main" id="{1C6AA2CF-ADBF-D07E-48B9-EF8AD7262511}"/>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0" name="Freeform: Shape 5109">
                <a:extLst>
                  <a:ext uri="{FF2B5EF4-FFF2-40B4-BE49-F238E27FC236}">
                    <a16:creationId xmlns:a16="http://schemas.microsoft.com/office/drawing/2014/main" id="{CCCCB7F6-B3F9-1CC6-16F6-B7529DB2E4F3}"/>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1" name="Freeform: Shape 5110">
                <a:extLst>
                  <a:ext uri="{FF2B5EF4-FFF2-40B4-BE49-F238E27FC236}">
                    <a16:creationId xmlns:a16="http://schemas.microsoft.com/office/drawing/2014/main" id="{B2CC9EE7-BF73-4894-40A0-9073D6021DE4}"/>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2" name="Freeform: Shape 5111">
                <a:extLst>
                  <a:ext uri="{FF2B5EF4-FFF2-40B4-BE49-F238E27FC236}">
                    <a16:creationId xmlns:a16="http://schemas.microsoft.com/office/drawing/2014/main" id="{C1F14BCD-DAB9-255A-64A6-F666A157BFED}"/>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3" name="Freeform: Shape 5112">
                <a:extLst>
                  <a:ext uri="{FF2B5EF4-FFF2-40B4-BE49-F238E27FC236}">
                    <a16:creationId xmlns:a16="http://schemas.microsoft.com/office/drawing/2014/main" id="{2D67D15F-FC4A-66AF-1465-DF33E02B21E3}"/>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4" name="Freeform: Shape 5113">
                <a:extLst>
                  <a:ext uri="{FF2B5EF4-FFF2-40B4-BE49-F238E27FC236}">
                    <a16:creationId xmlns:a16="http://schemas.microsoft.com/office/drawing/2014/main" id="{718434C8-2B26-393E-81E3-25B1D7FA78A6}"/>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5" name="Freeform: Shape 5114">
                <a:extLst>
                  <a:ext uri="{FF2B5EF4-FFF2-40B4-BE49-F238E27FC236}">
                    <a16:creationId xmlns:a16="http://schemas.microsoft.com/office/drawing/2014/main" id="{8FEA7227-197B-DA0A-65C4-B210E7D54528}"/>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6" name="Freeform: Shape 5115">
                <a:extLst>
                  <a:ext uri="{FF2B5EF4-FFF2-40B4-BE49-F238E27FC236}">
                    <a16:creationId xmlns:a16="http://schemas.microsoft.com/office/drawing/2014/main" id="{38368224-2385-2385-9D62-11BD3CB1F6ED}"/>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7" name="Freeform: Shape 5116">
                <a:extLst>
                  <a:ext uri="{FF2B5EF4-FFF2-40B4-BE49-F238E27FC236}">
                    <a16:creationId xmlns:a16="http://schemas.microsoft.com/office/drawing/2014/main" id="{9959DE6B-8FA4-D5B4-96C5-C75095255E28}"/>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8" name="Freeform: Shape 5117">
                <a:extLst>
                  <a:ext uri="{FF2B5EF4-FFF2-40B4-BE49-F238E27FC236}">
                    <a16:creationId xmlns:a16="http://schemas.microsoft.com/office/drawing/2014/main" id="{2B9554BC-CF19-B6F1-9B5D-9287AFF7CCA3}"/>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9" name="Freeform: Shape 5118">
                <a:extLst>
                  <a:ext uri="{FF2B5EF4-FFF2-40B4-BE49-F238E27FC236}">
                    <a16:creationId xmlns:a16="http://schemas.microsoft.com/office/drawing/2014/main" id="{9019E260-27F9-5F95-8A59-373CE6DCE599}"/>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0" name="Freeform: Shape 5119">
                <a:extLst>
                  <a:ext uri="{FF2B5EF4-FFF2-40B4-BE49-F238E27FC236}">
                    <a16:creationId xmlns:a16="http://schemas.microsoft.com/office/drawing/2014/main" id="{E348CC62-F741-5763-C315-E388046032BA}"/>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1" name="Freeform: Shape 5120">
                <a:extLst>
                  <a:ext uri="{FF2B5EF4-FFF2-40B4-BE49-F238E27FC236}">
                    <a16:creationId xmlns:a16="http://schemas.microsoft.com/office/drawing/2014/main" id="{0DC9297C-6D59-8299-57A6-8EABE25779E3}"/>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2" name="Freeform: Shape 5121">
                <a:extLst>
                  <a:ext uri="{FF2B5EF4-FFF2-40B4-BE49-F238E27FC236}">
                    <a16:creationId xmlns:a16="http://schemas.microsoft.com/office/drawing/2014/main" id="{9A66E2F0-044C-D2A7-D326-33DDB9B5BDCE}"/>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3" name="Freeform: Shape 5122">
                <a:extLst>
                  <a:ext uri="{FF2B5EF4-FFF2-40B4-BE49-F238E27FC236}">
                    <a16:creationId xmlns:a16="http://schemas.microsoft.com/office/drawing/2014/main" id="{9DC60122-9DB0-7F39-39C7-1C56471D903B}"/>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4" name="Freeform: Shape 5123">
                <a:extLst>
                  <a:ext uri="{FF2B5EF4-FFF2-40B4-BE49-F238E27FC236}">
                    <a16:creationId xmlns:a16="http://schemas.microsoft.com/office/drawing/2014/main" id="{A8B2128D-BF42-0016-2620-C4770EA47979}"/>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5" name="Freeform: Shape 5124">
                <a:extLst>
                  <a:ext uri="{FF2B5EF4-FFF2-40B4-BE49-F238E27FC236}">
                    <a16:creationId xmlns:a16="http://schemas.microsoft.com/office/drawing/2014/main" id="{32314999-A144-308F-8252-C753749E78B3}"/>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6" name="Freeform: Shape 5125">
                <a:extLst>
                  <a:ext uri="{FF2B5EF4-FFF2-40B4-BE49-F238E27FC236}">
                    <a16:creationId xmlns:a16="http://schemas.microsoft.com/office/drawing/2014/main" id="{D0D29191-324F-FE5C-BB09-BD28FC307BA7}"/>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7" name="Freeform: Shape 5126">
                <a:extLst>
                  <a:ext uri="{FF2B5EF4-FFF2-40B4-BE49-F238E27FC236}">
                    <a16:creationId xmlns:a16="http://schemas.microsoft.com/office/drawing/2014/main" id="{DC4836DB-A949-9EBA-60A7-4742685CA9C3}"/>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8" name="Freeform: Shape 5127">
                <a:extLst>
                  <a:ext uri="{FF2B5EF4-FFF2-40B4-BE49-F238E27FC236}">
                    <a16:creationId xmlns:a16="http://schemas.microsoft.com/office/drawing/2014/main" id="{177928E8-3EAC-778C-1F9E-D2787ACE86C9}"/>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9" name="Freeform: Shape 5128">
                <a:extLst>
                  <a:ext uri="{FF2B5EF4-FFF2-40B4-BE49-F238E27FC236}">
                    <a16:creationId xmlns:a16="http://schemas.microsoft.com/office/drawing/2014/main" id="{E666362C-56C7-E46D-6762-D218A3E5289D}"/>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0" name="Freeform: Shape 5129">
                <a:extLst>
                  <a:ext uri="{FF2B5EF4-FFF2-40B4-BE49-F238E27FC236}">
                    <a16:creationId xmlns:a16="http://schemas.microsoft.com/office/drawing/2014/main" id="{A96E33B4-F2C2-B0C1-0340-0BDEC777B133}"/>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1" name="Freeform: Shape 5130">
                <a:extLst>
                  <a:ext uri="{FF2B5EF4-FFF2-40B4-BE49-F238E27FC236}">
                    <a16:creationId xmlns:a16="http://schemas.microsoft.com/office/drawing/2014/main" id="{FEE6CFEC-BBEC-6088-3462-37D4DF12A5CC}"/>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2" name="Freeform: Shape 5131">
                <a:extLst>
                  <a:ext uri="{FF2B5EF4-FFF2-40B4-BE49-F238E27FC236}">
                    <a16:creationId xmlns:a16="http://schemas.microsoft.com/office/drawing/2014/main" id="{4841B4F6-FCEE-0646-3C53-F1F27B6D95DC}"/>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3" name="Freeform: Shape 5132">
                <a:extLst>
                  <a:ext uri="{FF2B5EF4-FFF2-40B4-BE49-F238E27FC236}">
                    <a16:creationId xmlns:a16="http://schemas.microsoft.com/office/drawing/2014/main" id="{C43E9FE1-E08F-2A0D-05EE-E24991DFDFB8}"/>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4" name="Freeform: Shape 5133">
                <a:extLst>
                  <a:ext uri="{FF2B5EF4-FFF2-40B4-BE49-F238E27FC236}">
                    <a16:creationId xmlns:a16="http://schemas.microsoft.com/office/drawing/2014/main" id="{740898CF-C7B6-2C20-7AD2-91480623E265}"/>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5" name="Freeform: Shape 5134">
                <a:extLst>
                  <a:ext uri="{FF2B5EF4-FFF2-40B4-BE49-F238E27FC236}">
                    <a16:creationId xmlns:a16="http://schemas.microsoft.com/office/drawing/2014/main" id="{9717D71D-DFEE-E1C5-49AB-17D378DAC1B7}"/>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6" name="Freeform: Shape 5135">
                <a:extLst>
                  <a:ext uri="{FF2B5EF4-FFF2-40B4-BE49-F238E27FC236}">
                    <a16:creationId xmlns:a16="http://schemas.microsoft.com/office/drawing/2014/main" id="{00EA120A-2F02-1CEB-FBB1-D2D81218B353}"/>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7" name="Freeform: Shape 5136">
                <a:extLst>
                  <a:ext uri="{FF2B5EF4-FFF2-40B4-BE49-F238E27FC236}">
                    <a16:creationId xmlns:a16="http://schemas.microsoft.com/office/drawing/2014/main" id="{4D7CF04D-5441-1F60-8D0D-4AFC88A5D940}"/>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8" name="Freeform: Shape 5137">
                <a:extLst>
                  <a:ext uri="{FF2B5EF4-FFF2-40B4-BE49-F238E27FC236}">
                    <a16:creationId xmlns:a16="http://schemas.microsoft.com/office/drawing/2014/main" id="{89C07F42-0168-0EA9-501D-8AFE5CBBECB2}"/>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9" name="Freeform: Shape 5138">
                <a:extLst>
                  <a:ext uri="{FF2B5EF4-FFF2-40B4-BE49-F238E27FC236}">
                    <a16:creationId xmlns:a16="http://schemas.microsoft.com/office/drawing/2014/main" id="{A8462D2A-095B-422A-7C03-516C2D7A0FFC}"/>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0" name="Freeform: Shape 5139">
                <a:extLst>
                  <a:ext uri="{FF2B5EF4-FFF2-40B4-BE49-F238E27FC236}">
                    <a16:creationId xmlns:a16="http://schemas.microsoft.com/office/drawing/2014/main" id="{CBB4BCEE-123C-F544-5B47-F3BD5C5737CE}"/>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1" name="Freeform: Shape 5140">
                <a:extLst>
                  <a:ext uri="{FF2B5EF4-FFF2-40B4-BE49-F238E27FC236}">
                    <a16:creationId xmlns:a16="http://schemas.microsoft.com/office/drawing/2014/main" id="{1AC09800-9EC0-8200-36F2-D92E5D85C24B}"/>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2" name="Freeform: Shape 5141">
                <a:extLst>
                  <a:ext uri="{FF2B5EF4-FFF2-40B4-BE49-F238E27FC236}">
                    <a16:creationId xmlns:a16="http://schemas.microsoft.com/office/drawing/2014/main" id="{8670442A-8815-D860-AD6A-9A1419F2D892}"/>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3" name="Freeform: Shape 5142">
                <a:extLst>
                  <a:ext uri="{FF2B5EF4-FFF2-40B4-BE49-F238E27FC236}">
                    <a16:creationId xmlns:a16="http://schemas.microsoft.com/office/drawing/2014/main" id="{4651D7FC-9468-2281-D5DF-CE8BF6AC3C21}"/>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4" name="Freeform: Shape 5143">
                <a:extLst>
                  <a:ext uri="{FF2B5EF4-FFF2-40B4-BE49-F238E27FC236}">
                    <a16:creationId xmlns:a16="http://schemas.microsoft.com/office/drawing/2014/main" id="{FC0CA165-78FD-82D2-07BD-80FAA6314AAD}"/>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5" name="Freeform: Shape 5144">
                <a:extLst>
                  <a:ext uri="{FF2B5EF4-FFF2-40B4-BE49-F238E27FC236}">
                    <a16:creationId xmlns:a16="http://schemas.microsoft.com/office/drawing/2014/main" id="{146376E8-63FE-1BB9-4A6E-E037702F25C2}"/>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6" name="Freeform: Shape 5145">
                <a:extLst>
                  <a:ext uri="{FF2B5EF4-FFF2-40B4-BE49-F238E27FC236}">
                    <a16:creationId xmlns:a16="http://schemas.microsoft.com/office/drawing/2014/main" id="{1B4F12B8-2B63-732E-8672-E94B74C41EB3}"/>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7" name="Freeform: Shape 5146">
                <a:extLst>
                  <a:ext uri="{FF2B5EF4-FFF2-40B4-BE49-F238E27FC236}">
                    <a16:creationId xmlns:a16="http://schemas.microsoft.com/office/drawing/2014/main" id="{7C2EF88E-7D79-7C5B-6880-FBE4A08CC96D}"/>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8" name="Freeform: Shape 5147">
                <a:extLst>
                  <a:ext uri="{FF2B5EF4-FFF2-40B4-BE49-F238E27FC236}">
                    <a16:creationId xmlns:a16="http://schemas.microsoft.com/office/drawing/2014/main" id="{A99C7C3B-FAAB-6B7E-0EAB-BFE92EC5B5BF}"/>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9" name="Freeform: Shape 5148">
                <a:extLst>
                  <a:ext uri="{FF2B5EF4-FFF2-40B4-BE49-F238E27FC236}">
                    <a16:creationId xmlns:a16="http://schemas.microsoft.com/office/drawing/2014/main" id="{8D6D51C4-2336-D435-D83B-8B30EE34708A}"/>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0" name="Freeform: Shape 5149">
                <a:extLst>
                  <a:ext uri="{FF2B5EF4-FFF2-40B4-BE49-F238E27FC236}">
                    <a16:creationId xmlns:a16="http://schemas.microsoft.com/office/drawing/2014/main" id="{44DBB188-4F2F-2AB8-6BC8-7C83879E3184}"/>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1" name="Freeform: Shape 5150">
                <a:extLst>
                  <a:ext uri="{FF2B5EF4-FFF2-40B4-BE49-F238E27FC236}">
                    <a16:creationId xmlns:a16="http://schemas.microsoft.com/office/drawing/2014/main" id="{09F7465A-B9A2-48E3-27CC-A22A665637AF}"/>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2" name="Freeform: Shape 5151">
                <a:extLst>
                  <a:ext uri="{FF2B5EF4-FFF2-40B4-BE49-F238E27FC236}">
                    <a16:creationId xmlns:a16="http://schemas.microsoft.com/office/drawing/2014/main" id="{98706479-3E4B-F78E-DBFD-327599776F16}"/>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3" name="Freeform: Shape 5152">
                <a:extLst>
                  <a:ext uri="{FF2B5EF4-FFF2-40B4-BE49-F238E27FC236}">
                    <a16:creationId xmlns:a16="http://schemas.microsoft.com/office/drawing/2014/main" id="{68E577FE-5373-91F6-097C-A2847C62556B}"/>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4" name="Freeform: Shape 5153">
                <a:extLst>
                  <a:ext uri="{FF2B5EF4-FFF2-40B4-BE49-F238E27FC236}">
                    <a16:creationId xmlns:a16="http://schemas.microsoft.com/office/drawing/2014/main" id="{75C654BA-88CE-407B-FD83-B5D436E39942}"/>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5" name="Freeform: Shape 5154">
                <a:extLst>
                  <a:ext uri="{FF2B5EF4-FFF2-40B4-BE49-F238E27FC236}">
                    <a16:creationId xmlns:a16="http://schemas.microsoft.com/office/drawing/2014/main" id="{EB19EBC0-DCA3-9AD9-C5BF-4D53A091841B}"/>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6" name="Freeform: Shape 5155">
                <a:extLst>
                  <a:ext uri="{FF2B5EF4-FFF2-40B4-BE49-F238E27FC236}">
                    <a16:creationId xmlns:a16="http://schemas.microsoft.com/office/drawing/2014/main" id="{46BA83C9-A843-4E6C-9C0A-313AF2231359}"/>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7" name="Freeform: Shape 5156">
                <a:extLst>
                  <a:ext uri="{FF2B5EF4-FFF2-40B4-BE49-F238E27FC236}">
                    <a16:creationId xmlns:a16="http://schemas.microsoft.com/office/drawing/2014/main" id="{1CAD0D80-FC82-1361-BF81-76DECE57C6A5}"/>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8" name="Freeform: Shape 5157">
                <a:extLst>
                  <a:ext uri="{FF2B5EF4-FFF2-40B4-BE49-F238E27FC236}">
                    <a16:creationId xmlns:a16="http://schemas.microsoft.com/office/drawing/2014/main" id="{20EE1597-87F1-D488-5C1E-5D9C6259B1B1}"/>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9" name="Freeform: Shape 5158">
                <a:extLst>
                  <a:ext uri="{FF2B5EF4-FFF2-40B4-BE49-F238E27FC236}">
                    <a16:creationId xmlns:a16="http://schemas.microsoft.com/office/drawing/2014/main" id="{006FD593-38C5-CF7F-EB2A-BDCD03463A59}"/>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0" name="Freeform: Shape 5159">
                <a:extLst>
                  <a:ext uri="{FF2B5EF4-FFF2-40B4-BE49-F238E27FC236}">
                    <a16:creationId xmlns:a16="http://schemas.microsoft.com/office/drawing/2014/main" id="{9291CA6C-4E66-C024-1655-11D8CC2D79E3}"/>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1" name="Freeform: Shape 5160">
                <a:extLst>
                  <a:ext uri="{FF2B5EF4-FFF2-40B4-BE49-F238E27FC236}">
                    <a16:creationId xmlns:a16="http://schemas.microsoft.com/office/drawing/2014/main" id="{40D78C18-C502-557F-08EB-07685FE79B6E}"/>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2" name="Freeform: Shape 5161">
                <a:extLst>
                  <a:ext uri="{FF2B5EF4-FFF2-40B4-BE49-F238E27FC236}">
                    <a16:creationId xmlns:a16="http://schemas.microsoft.com/office/drawing/2014/main" id="{4752AAF0-64FF-745B-4AD6-CA0905188061}"/>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3" name="Freeform: Shape 5162">
                <a:extLst>
                  <a:ext uri="{FF2B5EF4-FFF2-40B4-BE49-F238E27FC236}">
                    <a16:creationId xmlns:a16="http://schemas.microsoft.com/office/drawing/2014/main" id="{F6F9EEBF-A5CB-F2D4-7EB5-F3018146AA0C}"/>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4" name="Freeform: Shape 5163">
                <a:extLst>
                  <a:ext uri="{FF2B5EF4-FFF2-40B4-BE49-F238E27FC236}">
                    <a16:creationId xmlns:a16="http://schemas.microsoft.com/office/drawing/2014/main" id="{4FC39823-2496-8047-49CA-6DF5F2FC6A1B}"/>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5" name="Freeform: Shape 5164">
                <a:extLst>
                  <a:ext uri="{FF2B5EF4-FFF2-40B4-BE49-F238E27FC236}">
                    <a16:creationId xmlns:a16="http://schemas.microsoft.com/office/drawing/2014/main" id="{DB418168-D926-C7C8-A9B4-0F218CBEEBB8}"/>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6" name="Freeform: Shape 5165">
                <a:extLst>
                  <a:ext uri="{FF2B5EF4-FFF2-40B4-BE49-F238E27FC236}">
                    <a16:creationId xmlns:a16="http://schemas.microsoft.com/office/drawing/2014/main" id="{868736D4-B9F1-C4DD-4886-8B278F7BE8BA}"/>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7" name="Freeform: Shape 5166">
                <a:extLst>
                  <a:ext uri="{FF2B5EF4-FFF2-40B4-BE49-F238E27FC236}">
                    <a16:creationId xmlns:a16="http://schemas.microsoft.com/office/drawing/2014/main" id="{096E0599-D0E1-2AB8-DDCD-24A7879A3A1A}"/>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8" name="Freeform: Shape 5167">
                <a:extLst>
                  <a:ext uri="{FF2B5EF4-FFF2-40B4-BE49-F238E27FC236}">
                    <a16:creationId xmlns:a16="http://schemas.microsoft.com/office/drawing/2014/main" id="{4176C264-BFE1-4607-9E91-55B362212204}"/>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9" name="Freeform: Shape 5168">
                <a:extLst>
                  <a:ext uri="{FF2B5EF4-FFF2-40B4-BE49-F238E27FC236}">
                    <a16:creationId xmlns:a16="http://schemas.microsoft.com/office/drawing/2014/main" id="{16DB5542-F268-ADAE-13F4-BD3060FC7414}"/>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0" name="Freeform: Shape 5169">
                <a:extLst>
                  <a:ext uri="{FF2B5EF4-FFF2-40B4-BE49-F238E27FC236}">
                    <a16:creationId xmlns:a16="http://schemas.microsoft.com/office/drawing/2014/main" id="{3F3D65D2-D20F-3B54-4FD5-709F5D49AC80}"/>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1" name="Freeform: Shape 5170">
                <a:extLst>
                  <a:ext uri="{FF2B5EF4-FFF2-40B4-BE49-F238E27FC236}">
                    <a16:creationId xmlns:a16="http://schemas.microsoft.com/office/drawing/2014/main" id="{45DDEBA8-7A53-C375-E5DC-E4DA88C37845}"/>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2" name="Freeform: Shape 5171">
                <a:extLst>
                  <a:ext uri="{FF2B5EF4-FFF2-40B4-BE49-F238E27FC236}">
                    <a16:creationId xmlns:a16="http://schemas.microsoft.com/office/drawing/2014/main" id="{A50C03A5-4BFA-CDC4-7088-CA4327D26824}"/>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3" name="Freeform: Shape 5172">
                <a:extLst>
                  <a:ext uri="{FF2B5EF4-FFF2-40B4-BE49-F238E27FC236}">
                    <a16:creationId xmlns:a16="http://schemas.microsoft.com/office/drawing/2014/main" id="{3483E7DE-C5D8-DF69-EE67-162238A682B0}"/>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4" name="Freeform: Shape 5173">
                <a:extLst>
                  <a:ext uri="{FF2B5EF4-FFF2-40B4-BE49-F238E27FC236}">
                    <a16:creationId xmlns:a16="http://schemas.microsoft.com/office/drawing/2014/main" id="{B58EAEEB-44C8-BFF0-D33C-082A5C7677D8}"/>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5" name="Freeform: Shape 5174">
                <a:extLst>
                  <a:ext uri="{FF2B5EF4-FFF2-40B4-BE49-F238E27FC236}">
                    <a16:creationId xmlns:a16="http://schemas.microsoft.com/office/drawing/2014/main" id="{CA7F5B48-1149-BC0C-6B4A-03A6F1CDFFD4}"/>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6" name="Freeform: Shape 5175">
                <a:extLst>
                  <a:ext uri="{FF2B5EF4-FFF2-40B4-BE49-F238E27FC236}">
                    <a16:creationId xmlns:a16="http://schemas.microsoft.com/office/drawing/2014/main" id="{50349F1F-8B0B-D22E-52AD-61B502689019}"/>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7" name="Freeform: Shape 5176">
                <a:extLst>
                  <a:ext uri="{FF2B5EF4-FFF2-40B4-BE49-F238E27FC236}">
                    <a16:creationId xmlns:a16="http://schemas.microsoft.com/office/drawing/2014/main" id="{05F2ADF2-BBD4-52F8-D53F-C84B945FE826}"/>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8" name="Freeform: Shape 5177">
                <a:extLst>
                  <a:ext uri="{FF2B5EF4-FFF2-40B4-BE49-F238E27FC236}">
                    <a16:creationId xmlns:a16="http://schemas.microsoft.com/office/drawing/2014/main" id="{EB1874FA-805B-F2CA-C649-022ECC83A2CE}"/>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9" name="Freeform: Shape 5178">
                <a:extLst>
                  <a:ext uri="{FF2B5EF4-FFF2-40B4-BE49-F238E27FC236}">
                    <a16:creationId xmlns:a16="http://schemas.microsoft.com/office/drawing/2014/main" id="{EA6E35A7-F979-669C-ECE5-0EDD047D0E4E}"/>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0" name="Freeform: Shape 5179">
                <a:extLst>
                  <a:ext uri="{FF2B5EF4-FFF2-40B4-BE49-F238E27FC236}">
                    <a16:creationId xmlns:a16="http://schemas.microsoft.com/office/drawing/2014/main" id="{DC366955-9845-64EF-F2F9-6F0DA2D948AC}"/>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1" name="Freeform: Shape 5180">
                <a:extLst>
                  <a:ext uri="{FF2B5EF4-FFF2-40B4-BE49-F238E27FC236}">
                    <a16:creationId xmlns:a16="http://schemas.microsoft.com/office/drawing/2014/main" id="{18CC8AE3-6976-2859-81E9-F28EB3A182BD}"/>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2" name="Freeform: Shape 5181">
                <a:extLst>
                  <a:ext uri="{FF2B5EF4-FFF2-40B4-BE49-F238E27FC236}">
                    <a16:creationId xmlns:a16="http://schemas.microsoft.com/office/drawing/2014/main" id="{44469B39-97A3-B176-40E3-324AA64DBB23}"/>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3" name="Freeform: Shape 5182">
                <a:extLst>
                  <a:ext uri="{FF2B5EF4-FFF2-40B4-BE49-F238E27FC236}">
                    <a16:creationId xmlns:a16="http://schemas.microsoft.com/office/drawing/2014/main" id="{0636A59B-8BD0-8A2C-9647-C9C0327188D6}"/>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4" name="Freeform: Shape 5183">
                <a:extLst>
                  <a:ext uri="{FF2B5EF4-FFF2-40B4-BE49-F238E27FC236}">
                    <a16:creationId xmlns:a16="http://schemas.microsoft.com/office/drawing/2014/main" id="{CF595B98-152E-9297-A528-7CF060AD5AAF}"/>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5" name="Freeform: Shape 5184">
                <a:extLst>
                  <a:ext uri="{FF2B5EF4-FFF2-40B4-BE49-F238E27FC236}">
                    <a16:creationId xmlns:a16="http://schemas.microsoft.com/office/drawing/2014/main" id="{C4DC5EA5-26B8-CFEA-0B0C-E03B351F9286}"/>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6" name="Freeform: Shape 5185">
                <a:extLst>
                  <a:ext uri="{FF2B5EF4-FFF2-40B4-BE49-F238E27FC236}">
                    <a16:creationId xmlns:a16="http://schemas.microsoft.com/office/drawing/2014/main" id="{B001FD7D-C188-41BF-F86E-3F9827B922FD}"/>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7" name="Freeform: Shape 5186">
                <a:extLst>
                  <a:ext uri="{FF2B5EF4-FFF2-40B4-BE49-F238E27FC236}">
                    <a16:creationId xmlns:a16="http://schemas.microsoft.com/office/drawing/2014/main" id="{9A625D7B-C5B1-61D0-0805-C81B7A9A3427}"/>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8" name="Freeform: Shape 5187">
                <a:extLst>
                  <a:ext uri="{FF2B5EF4-FFF2-40B4-BE49-F238E27FC236}">
                    <a16:creationId xmlns:a16="http://schemas.microsoft.com/office/drawing/2014/main" id="{EA41DF31-FDC2-3827-D058-2714B0600465}"/>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9" name="Freeform: Shape 5188">
                <a:extLst>
                  <a:ext uri="{FF2B5EF4-FFF2-40B4-BE49-F238E27FC236}">
                    <a16:creationId xmlns:a16="http://schemas.microsoft.com/office/drawing/2014/main" id="{8A3FB1AA-486B-845C-5141-B7D1593B20E1}"/>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0" name="Freeform: Shape 5189">
                <a:extLst>
                  <a:ext uri="{FF2B5EF4-FFF2-40B4-BE49-F238E27FC236}">
                    <a16:creationId xmlns:a16="http://schemas.microsoft.com/office/drawing/2014/main" id="{22EFB905-E6D8-F427-C23F-0208A073C6AD}"/>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1" name="Freeform: Shape 5190">
                <a:extLst>
                  <a:ext uri="{FF2B5EF4-FFF2-40B4-BE49-F238E27FC236}">
                    <a16:creationId xmlns:a16="http://schemas.microsoft.com/office/drawing/2014/main" id="{6F3F1300-7FB1-3453-CC07-F0DD1B5FA1E1}"/>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2" name="Freeform: Shape 5191">
                <a:extLst>
                  <a:ext uri="{FF2B5EF4-FFF2-40B4-BE49-F238E27FC236}">
                    <a16:creationId xmlns:a16="http://schemas.microsoft.com/office/drawing/2014/main" id="{EB59BF89-395C-95A6-0DC6-433C50B2CE4F}"/>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3" name="Freeform: Shape 5192">
                <a:extLst>
                  <a:ext uri="{FF2B5EF4-FFF2-40B4-BE49-F238E27FC236}">
                    <a16:creationId xmlns:a16="http://schemas.microsoft.com/office/drawing/2014/main" id="{7B76CD8A-F108-7F0B-5D97-57AD8E8CB76F}"/>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4" name="Freeform: Shape 5193">
                <a:extLst>
                  <a:ext uri="{FF2B5EF4-FFF2-40B4-BE49-F238E27FC236}">
                    <a16:creationId xmlns:a16="http://schemas.microsoft.com/office/drawing/2014/main" id="{F72DAC53-1E8D-2205-B0A3-1505722F63EB}"/>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5" name="Freeform: Shape 5194">
                <a:extLst>
                  <a:ext uri="{FF2B5EF4-FFF2-40B4-BE49-F238E27FC236}">
                    <a16:creationId xmlns:a16="http://schemas.microsoft.com/office/drawing/2014/main" id="{667BFA78-9B24-FF9E-283F-6E6B0772EEAE}"/>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6" name="Freeform: Shape 5195">
                <a:extLst>
                  <a:ext uri="{FF2B5EF4-FFF2-40B4-BE49-F238E27FC236}">
                    <a16:creationId xmlns:a16="http://schemas.microsoft.com/office/drawing/2014/main" id="{9BB8EBD8-FB43-ACFD-0BB3-364BC57A66F6}"/>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7" name="Freeform: Shape 5196">
                <a:extLst>
                  <a:ext uri="{FF2B5EF4-FFF2-40B4-BE49-F238E27FC236}">
                    <a16:creationId xmlns:a16="http://schemas.microsoft.com/office/drawing/2014/main" id="{1CF409DE-FA4F-F879-5A0E-6109C3D11858}"/>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8" name="Freeform: Shape 5197">
                <a:extLst>
                  <a:ext uri="{FF2B5EF4-FFF2-40B4-BE49-F238E27FC236}">
                    <a16:creationId xmlns:a16="http://schemas.microsoft.com/office/drawing/2014/main" id="{17A1F704-05AA-526C-E3D9-BCCE8A52877D}"/>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9" name="Freeform: Shape 5198">
                <a:extLst>
                  <a:ext uri="{FF2B5EF4-FFF2-40B4-BE49-F238E27FC236}">
                    <a16:creationId xmlns:a16="http://schemas.microsoft.com/office/drawing/2014/main" id="{B46CCA6E-EF47-71C1-7530-58FDC4477A0B}"/>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0" name="Freeform: Shape 5199">
                <a:extLst>
                  <a:ext uri="{FF2B5EF4-FFF2-40B4-BE49-F238E27FC236}">
                    <a16:creationId xmlns:a16="http://schemas.microsoft.com/office/drawing/2014/main" id="{20F80077-405A-5FCA-38EF-B0E9B2942D96}"/>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1" name="Freeform: Shape 5200">
                <a:extLst>
                  <a:ext uri="{FF2B5EF4-FFF2-40B4-BE49-F238E27FC236}">
                    <a16:creationId xmlns:a16="http://schemas.microsoft.com/office/drawing/2014/main" id="{03CACC8A-F2E3-4D9D-3E3B-B4234CE0EE9E}"/>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2" name="Freeform: Shape 5201">
                <a:extLst>
                  <a:ext uri="{FF2B5EF4-FFF2-40B4-BE49-F238E27FC236}">
                    <a16:creationId xmlns:a16="http://schemas.microsoft.com/office/drawing/2014/main" id="{D105584D-B501-25DC-1D4F-03ED323DF467}"/>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3" name="Freeform: Shape 5202">
                <a:extLst>
                  <a:ext uri="{FF2B5EF4-FFF2-40B4-BE49-F238E27FC236}">
                    <a16:creationId xmlns:a16="http://schemas.microsoft.com/office/drawing/2014/main" id="{F514CCA7-CE84-C15D-5075-2663C902B705}"/>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4" name="Freeform: Shape 5203">
                <a:extLst>
                  <a:ext uri="{FF2B5EF4-FFF2-40B4-BE49-F238E27FC236}">
                    <a16:creationId xmlns:a16="http://schemas.microsoft.com/office/drawing/2014/main" id="{06C3D6DF-7298-1225-0F48-6409412E70D6}"/>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5" name="Freeform: Shape 5204">
                <a:extLst>
                  <a:ext uri="{FF2B5EF4-FFF2-40B4-BE49-F238E27FC236}">
                    <a16:creationId xmlns:a16="http://schemas.microsoft.com/office/drawing/2014/main" id="{4AAA1B2F-277C-6943-DFAC-834D46103F7B}"/>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6" name="Freeform: Shape 5205">
                <a:extLst>
                  <a:ext uri="{FF2B5EF4-FFF2-40B4-BE49-F238E27FC236}">
                    <a16:creationId xmlns:a16="http://schemas.microsoft.com/office/drawing/2014/main" id="{9251A9FA-E6EE-59D5-F6EF-8077C9ADB173}"/>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7" name="Freeform: Shape 5206">
                <a:extLst>
                  <a:ext uri="{FF2B5EF4-FFF2-40B4-BE49-F238E27FC236}">
                    <a16:creationId xmlns:a16="http://schemas.microsoft.com/office/drawing/2014/main" id="{18C13D49-4D27-7CC9-C76A-BE91630CC863}"/>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8" name="Freeform: Shape 5207">
                <a:extLst>
                  <a:ext uri="{FF2B5EF4-FFF2-40B4-BE49-F238E27FC236}">
                    <a16:creationId xmlns:a16="http://schemas.microsoft.com/office/drawing/2014/main" id="{FF7F6FFF-6F1D-1970-E7CE-BED415DDE9E1}"/>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9" name="Freeform: Shape 5208">
                <a:extLst>
                  <a:ext uri="{FF2B5EF4-FFF2-40B4-BE49-F238E27FC236}">
                    <a16:creationId xmlns:a16="http://schemas.microsoft.com/office/drawing/2014/main" id="{C07A2A97-D46C-B1FB-27A2-7437D2211FD9}"/>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0" name="Freeform: Shape 5209">
                <a:extLst>
                  <a:ext uri="{FF2B5EF4-FFF2-40B4-BE49-F238E27FC236}">
                    <a16:creationId xmlns:a16="http://schemas.microsoft.com/office/drawing/2014/main" id="{2C8DE041-8632-4CB8-D38F-D92755D7E54F}"/>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1" name="Freeform: Shape 5210">
                <a:extLst>
                  <a:ext uri="{FF2B5EF4-FFF2-40B4-BE49-F238E27FC236}">
                    <a16:creationId xmlns:a16="http://schemas.microsoft.com/office/drawing/2014/main" id="{850CFB06-7E66-CB13-B048-63ED279268B2}"/>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2" name="Freeform: Shape 5211">
                <a:extLst>
                  <a:ext uri="{FF2B5EF4-FFF2-40B4-BE49-F238E27FC236}">
                    <a16:creationId xmlns:a16="http://schemas.microsoft.com/office/drawing/2014/main" id="{8BA0784D-553F-9C86-F2A0-99FC5B733D1A}"/>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3" name="Freeform: Shape 5212">
                <a:extLst>
                  <a:ext uri="{FF2B5EF4-FFF2-40B4-BE49-F238E27FC236}">
                    <a16:creationId xmlns:a16="http://schemas.microsoft.com/office/drawing/2014/main" id="{12BA4627-93A6-B3BC-56B3-EAAEEA38A04A}"/>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4" name="Freeform: Shape 5213">
                <a:extLst>
                  <a:ext uri="{FF2B5EF4-FFF2-40B4-BE49-F238E27FC236}">
                    <a16:creationId xmlns:a16="http://schemas.microsoft.com/office/drawing/2014/main" id="{D20ECF6F-F954-F0C9-C248-D30975D7EB46}"/>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5" name="Freeform: Shape 5214">
                <a:extLst>
                  <a:ext uri="{FF2B5EF4-FFF2-40B4-BE49-F238E27FC236}">
                    <a16:creationId xmlns:a16="http://schemas.microsoft.com/office/drawing/2014/main" id="{63F28686-4816-0E21-4CA8-B4DBFF922BA2}"/>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6" name="Freeform: Shape 5215">
                <a:extLst>
                  <a:ext uri="{FF2B5EF4-FFF2-40B4-BE49-F238E27FC236}">
                    <a16:creationId xmlns:a16="http://schemas.microsoft.com/office/drawing/2014/main" id="{7389A484-C5F6-06F4-3984-0C59AA2C585E}"/>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7" name="Freeform: Shape 5216">
                <a:extLst>
                  <a:ext uri="{FF2B5EF4-FFF2-40B4-BE49-F238E27FC236}">
                    <a16:creationId xmlns:a16="http://schemas.microsoft.com/office/drawing/2014/main" id="{16697350-C934-02DA-A339-9728269BEE32}"/>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8" name="Freeform: Shape 5217">
                <a:extLst>
                  <a:ext uri="{FF2B5EF4-FFF2-40B4-BE49-F238E27FC236}">
                    <a16:creationId xmlns:a16="http://schemas.microsoft.com/office/drawing/2014/main" id="{C9F4EE50-1A66-0346-A106-065B3D6CE8CD}"/>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9" name="Freeform: Shape 5218">
                <a:extLst>
                  <a:ext uri="{FF2B5EF4-FFF2-40B4-BE49-F238E27FC236}">
                    <a16:creationId xmlns:a16="http://schemas.microsoft.com/office/drawing/2014/main" id="{24DEC96C-AE6C-0A22-95CF-4A0AD9F8C030}"/>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0" name="Freeform: Shape 5219">
                <a:extLst>
                  <a:ext uri="{FF2B5EF4-FFF2-40B4-BE49-F238E27FC236}">
                    <a16:creationId xmlns:a16="http://schemas.microsoft.com/office/drawing/2014/main" id="{A2119AAB-B471-03CD-A5AF-CDD1617B12C1}"/>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1" name="Freeform: Shape 5220">
                <a:extLst>
                  <a:ext uri="{FF2B5EF4-FFF2-40B4-BE49-F238E27FC236}">
                    <a16:creationId xmlns:a16="http://schemas.microsoft.com/office/drawing/2014/main" id="{CBE7DB3B-7ADD-627C-F554-CBB4BDD27C49}"/>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2" name="Freeform: Shape 5221">
                <a:extLst>
                  <a:ext uri="{FF2B5EF4-FFF2-40B4-BE49-F238E27FC236}">
                    <a16:creationId xmlns:a16="http://schemas.microsoft.com/office/drawing/2014/main" id="{B34043DD-1032-486A-950F-878544E062A7}"/>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3" name="Freeform: Shape 5222">
                <a:extLst>
                  <a:ext uri="{FF2B5EF4-FFF2-40B4-BE49-F238E27FC236}">
                    <a16:creationId xmlns:a16="http://schemas.microsoft.com/office/drawing/2014/main" id="{2A4A060C-F9E2-2843-B605-19EFD2027563}"/>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4" name="Freeform: Shape 5223">
                <a:extLst>
                  <a:ext uri="{FF2B5EF4-FFF2-40B4-BE49-F238E27FC236}">
                    <a16:creationId xmlns:a16="http://schemas.microsoft.com/office/drawing/2014/main" id="{AE328642-A156-B85E-1C41-6D9222C68C20}"/>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5" name="Freeform: Shape 5224">
                <a:extLst>
                  <a:ext uri="{FF2B5EF4-FFF2-40B4-BE49-F238E27FC236}">
                    <a16:creationId xmlns:a16="http://schemas.microsoft.com/office/drawing/2014/main" id="{0DBD35A6-02A8-68B9-55AA-F40F27502C88}"/>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6" name="Freeform: Shape 5225">
                <a:extLst>
                  <a:ext uri="{FF2B5EF4-FFF2-40B4-BE49-F238E27FC236}">
                    <a16:creationId xmlns:a16="http://schemas.microsoft.com/office/drawing/2014/main" id="{F41BAFB8-D322-748A-15A1-CF776564815A}"/>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7" name="Freeform: Shape 5226">
                <a:extLst>
                  <a:ext uri="{FF2B5EF4-FFF2-40B4-BE49-F238E27FC236}">
                    <a16:creationId xmlns:a16="http://schemas.microsoft.com/office/drawing/2014/main" id="{05CA2677-F21E-182C-893A-83DE4EF575DA}"/>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8" name="Freeform: Shape 5227">
                <a:extLst>
                  <a:ext uri="{FF2B5EF4-FFF2-40B4-BE49-F238E27FC236}">
                    <a16:creationId xmlns:a16="http://schemas.microsoft.com/office/drawing/2014/main" id="{CFD7A4E1-2D36-3F89-C9D7-6B92C772913E}"/>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9" name="Freeform: Shape 5228">
                <a:extLst>
                  <a:ext uri="{FF2B5EF4-FFF2-40B4-BE49-F238E27FC236}">
                    <a16:creationId xmlns:a16="http://schemas.microsoft.com/office/drawing/2014/main" id="{A88DF00E-6DAE-268B-A565-A16273CD69FF}"/>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0" name="Freeform: Shape 5229">
                <a:extLst>
                  <a:ext uri="{FF2B5EF4-FFF2-40B4-BE49-F238E27FC236}">
                    <a16:creationId xmlns:a16="http://schemas.microsoft.com/office/drawing/2014/main" id="{EF2D187B-260E-E19E-A0A0-0B5C4037B65C}"/>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1" name="Freeform: Shape 5230">
                <a:extLst>
                  <a:ext uri="{FF2B5EF4-FFF2-40B4-BE49-F238E27FC236}">
                    <a16:creationId xmlns:a16="http://schemas.microsoft.com/office/drawing/2014/main" id="{DF96B4B8-0256-653A-4829-8550D7774D6B}"/>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2" name="Freeform: Shape 5231">
                <a:extLst>
                  <a:ext uri="{FF2B5EF4-FFF2-40B4-BE49-F238E27FC236}">
                    <a16:creationId xmlns:a16="http://schemas.microsoft.com/office/drawing/2014/main" id="{77CAFEE2-70B3-B4CD-AB8C-0ACAF0004EA6}"/>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3" name="Freeform: Shape 5232">
                <a:extLst>
                  <a:ext uri="{FF2B5EF4-FFF2-40B4-BE49-F238E27FC236}">
                    <a16:creationId xmlns:a16="http://schemas.microsoft.com/office/drawing/2014/main" id="{D828035E-BD69-EB23-77DF-5CB789FBEF4A}"/>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4" name="Freeform: Shape 5233">
                <a:extLst>
                  <a:ext uri="{FF2B5EF4-FFF2-40B4-BE49-F238E27FC236}">
                    <a16:creationId xmlns:a16="http://schemas.microsoft.com/office/drawing/2014/main" id="{68A0C906-839D-1655-D6F9-E178DFF38362}"/>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5" name="Freeform: Shape 5234">
                <a:extLst>
                  <a:ext uri="{FF2B5EF4-FFF2-40B4-BE49-F238E27FC236}">
                    <a16:creationId xmlns:a16="http://schemas.microsoft.com/office/drawing/2014/main" id="{7865F611-BC40-0A8C-8047-7B31911563EC}"/>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6" name="Freeform: Shape 5235">
                <a:extLst>
                  <a:ext uri="{FF2B5EF4-FFF2-40B4-BE49-F238E27FC236}">
                    <a16:creationId xmlns:a16="http://schemas.microsoft.com/office/drawing/2014/main" id="{CF08C614-B816-5B1F-B496-380F541F10FA}"/>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7" name="Freeform: Shape 5236">
                <a:extLst>
                  <a:ext uri="{FF2B5EF4-FFF2-40B4-BE49-F238E27FC236}">
                    <a16:creationId xmlns:a16="http://schemas.microsoft.com/office/drawing/2014/main" id="{7B9F1550-1F88-0591-62A5-96AA5C758336}"/>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8" name="Freeform: Shape 5237">
                <a:extLst>
                  <a:ext uri="{FF2B5EF4-FFF2-40B4-BE49-F238E27FC236}">
                    <a16:creationId xmlns:a16="http://schemas.microsoft.com/office/drawing/2014/main" id="{EA4C48FF-1D98-8CAE-C41B-DE3DCEE4A9C0}"/>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9" name="Freeform: Shape 5238">
                <a:extLst>
                  <a:ext uri="{FF2B5EF4-FFF2-40B4-BE49-F238E27FC236}">
                    <a16:creationId xmlns:a16="http://schemas.microsoft.com/office/drawing/2014/main" id="{B1E0B6D3-6A09-A561-9E06-F00BBF01712A}"/>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0" name="Freeform: Shape 5239">
                <a:extLst>
                  <a:ext uri="{FF2B5EF4-FFF2-40B4-BE49-F238E27FC236}">
                    <a16:creationId xmlns:a16="http://schemas.microsoft.com/office/drawing/2014/main" id="{C21EECFF-E7DF-C33F-C3C7-27CD94EE4408}"/>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1" name="Freeform: Shape 5240">
                <a:extLst>
                  <a:ext uri="{FF2B5EF4-FFF2-40B4-BE49-F238E27FC236}">
                    <a16:creationId xmlns:a16="http://schemas.microsoft.com/office/drawing/2014/main" id="{406306A5-FBDB-94F9-146D-E118B05FEE3D}"/>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2" name="Freeform: Shape 5241">
                <a:extLst>
                  <a:ext uri="{FF2B5EF4-FFF2-40B4-BE49-F238E27FC236}">
                    <a16:creationId xmlns:a16="http://schemas.microsoft.com/office/drawing/2014/main" id="{CB6A90DF-8118-07F8-16A7-324C8A7606A4}"/>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3" name="Freeform: Shape 5242">
                <a:extLst>
                  <a:ext uri="{FF2B5EF4-FFF2-40B4-BE49-F238E27FC236}">
                    <a16:creationId xmlns:a16="http://schemas.microsoft.com/office/drawing/2014/main" id="{FEC12E62-0328-7C59-1AF0-0C9A7FD5587F}"/>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4" name="Freeform: Shape 5243">
                <a:extLst>
                  <a:ext uri="{FF2B5EF4-FFF2-40B4-BE49-F238E27FC236}">
                    <a16:creationId xmlns:a16="http://schemas.microsoft.com/office/drawing/2014/main" id="{8CA344A3-3F99-F0B8-5B3F-BB2866A88F36}"/>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5" name="Freeform: Shape 5244">
                <a:extLst>
                  <a:ext uri="{FF2B5EF4-FFF2-40B4-BE49-F238E27FC236}">
                    <a16:creationId xmlns:a16="http://schemas.microsoft.com/office/drawing/2014/main" id="{498BB6CB-50E9-6790-1B46-0BA83F8D181B}"/>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6" name="Freeform: Shape 5245">
                <a:extLst>
                  <a:ext uri="{FF2B5EF4-FFF2-40B4-BE49-F238E27FC236}">
                    <a16:creationId xmlns:a16="http://schemas.microsoft.com/office/drawing/2014/main" id="{9CD1576F-287D-6D0A-7720-FC468709ED3E}"/>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7" name="Freeform: Shape 5246">
                <a:extLst>
                  <a:ext uri="{FF2B5EF4-FFF2-40B4-BE49-F238E27FC236}">
                    <a16:creationId xmlns:a16="http://schemas.microsoft.com/office/drawing/2014/main" id="{E4E11826-45D1-19BB-93AF-596B4C9FCF6A}"/>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8" name="Freeform: Shape 5247">
                <a:extLst>
                  <a:ext uri="{FF2B5EF4-FFF2-40B4-BE49-F238E27FC236}">
                    <a16:creationId xmlns:a16="http://schemas.microsoft.com/office/drawing/2014/main" id="{2F1E26B4-31E9-31CD-134D-599B54AF7A49}"/>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9" name="Freeform: Shape 5248">
                <a:extLst>
                  <a:ext uri="{FF2B5EF4-FFF2-40B4-BE49-F238E27FC236}">
                    <a16:creationId xmlns:a16="http://schemas.microsoft.com/office/drawing/2014/main" id="{74A2E937-225F-8BEA-C871-68190F09621C}"/>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0" name="Freeform: Shape 5249">
                <a:extLst>
                  <a:ext uri="{FF2B5EF4-FFF2-40B4-BE49-F238E27FC236}">
                    <a16:creationId xmlns:a16="http://schemas.microsoft.com/office/drawing/2014/main" id="{CF36B52B-09E3-BD34-D77D-B1DE81802033}"/>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1" name="Freeform: Shape 5250">
                <a:extLst>
                  <a:ext uri="{FF2B5EF4-FFF2-40B4-BE49-F238E27FC236}">
                    <a16:creationId xmlns:a16="http://schemas.microsoft.com/office/drawing/2014/main" id="{1BF41A9C-2D44-B1D4-B5C9-13D09172F727}"/>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2" name="Freeform: Shape 5251">
                <a:extLst>
                  <a:ext uri="{FF2B5EF4-FFF2-40B4-BE49-F238E27FC236}">
                    <a16:creationId xmlns:a16="http://schemas.microsoft.com/office/drawing/2014/main" id="{5B172D77-97D9-0774-576F-0D682753590E}"/>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3" name="Freeform: Shape 5252">
                <a:extLst>
                  <a:ext uri="{FF2B5EF4-FFF2-40B4-BE49-F238E27FC236}">
                    <a16:creationId xmlns:a16="http://schemas.microsoft.com/office/drawing/2014/main" id="{672BEB2F-C1A9-E4D0-755B-8717C2F04BD6}"/>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4" name="Freeform: Shape 5253">
                <a:extLst>
                  <a:ext uri="{FF2B5EF4-FFF2-40B4-BE49-F238E27FC236}">
                    <a16:creationId xmlns:a16="http://schemas.microsoft.com/office/drawing/2014/main" id="{AAB78D34-21FC-7FCE-42F0-3EB78E3F7CDC}"/>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5" name="Freeform: Shape 5254">
                <a:extLst>
                  <a:ext uri="{FF2B5EF4-FFF2-40B4-BE49-F238E27FC236}">
                    <a16:creationId xmlns:a16="http://schemas.microsoft.com/office/drawing/2014/main" id="{E0FFDC32-7F3C-7500-7AB1-930AE73EE939}"/>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6" name="Freeform: Shape 5255">
                <a:extLst>
                  <a:ext uri="{FF2B5EF4-FFF2-40B4-BE49-F238E27FC236}">
                    <a16:creationId xmlns:a16="http://schemas.microsoft.com/office/drawing/2014/main" id="{8C6FFF0C-ADC3-1DC0-98E6-2C7C1E675AE1}"/>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7" name="Freeform: Shape 5256">
                <a:extLst>
                  <a:ext uri="{FF2B5EF4-FFF2-40B4-BE49-F238E27FC236}">
                    <a16:creationId xmlns:a16="http://schemas.microsoft.com/office/drawing/2014/main" id="{A6F3A42C-7529-4E25-CE0D-328CF193E6AA}"/>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8" name="Freeform: Shape 5257">
                <a:extLst>
                  <a:ext uri="{FF2B5EF4-FFF2-40B4-BE49-F238E27FC236}">
                    <a16:creationId xmlns:a16="http://schemas.microsoft.com/office/drawing/2014/main" id="{4E036963-D548-22BA-82D9-B50E5F4A827E}"/>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9" name="Freeform: Shape 5258">
                <a:extLst>
                  <a:ext uri="{FF2B5EF4-FFF2-40B4-BE49-F238E27FC236}">
                    <a16:creationId xmlns:a16="http://schemas.microsoft.com/office/drawing/2014/main" id="{371E7469-2C46-BCF6-49D2-50D0FD7B93C4}"/>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0" name="Freeform: Shape 5259">
                <a:extLst>
                  <a:ext uri="{FF2B5EF4-FFF2-40B4-BE49-F238E27FC236}">
                    <a16:creationId xmlns:a16="http://schemas.microsoft.com/office/drawing/2014/main" id="{3ABBD577-5661-AB8D-63E6-4AF9F890D698}"/>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1" name="Freeform: Shape 5260">
                <a:extLst>
                  <a:ext uri="{FF2B5EF4-FFF2-40B4-BE49-F238E27FC236}">
                    <a16:creationId xmlns:a16="http://schemas.microsoft.com/office/drawing/2014/main" id="{B7C804ED-DF48-F5C1-ED95-9927871C9E8D}"/>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2" name="Freeform: Shape 5261">
                <a:extLst>
                  <a:ext uri="{FF2B5EF4-FFF2-40B4-BE49-F238E27FC236}">
                    <a16:creationId xmlns:a16="http://schemas.microsoft.com/office/drawing/2014/main" id="{A691E18F-9428-7231-EE38-09B9BB2D3E84}"/>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3" name="Freeform: Shape 5262">
                <a:extLst>
                  <a:ext uri="{FF2B5EF4-FFF2-40B4-BE49-F238E27FC236}">
                    <a16:creationId xmlns:a16="http://schemas.microsoft.com/office/drawing/2014/main" id="{7124FBBC-0B51-03BE-680C-A4926A1C0065}"/>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4" name="Freeform: Shape 5263">
                <a:extLst>
                  <a:ext uri="{FF2B5EF4-FFF2-40B4-BE49-F238E27FC236}">
                    <a16:creationId xmlns:a16="http://schemas.microsoft.com/office/drawing/2014/main" id="{748BAB52-7B98-99D4-D663-9693F23F625E}"/>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5" name="Freeform: Shape 5264">
                <a:extLst>
                  <a:ext uri="{FF2B5EF4-FFF2-40B4-BE49-F238E27FC236}">
                    <a16:creationId xmlns:a16="http://schemas.microsoft.com/office/drawing/2014/main" id="{4C838F23-2D31-9044-C8C2-4695C4E67ACF}"/>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6" name="Freeform: Shape 5265">
                <a:extLst>
                  <a:ext uri="{FF2B5EF4-FFF2-40B4-BE49-F238E27FC236}">
                    <a16:creationId xmlns:a16="http://schemas.microsoft.com/office/drawing/2014/main" id="{FC87FE2C-5626-5C77-9AF2-FABA8146054D}"/>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7" name="Freeform: Shape 5266">
                <a:extLst>
                  <a:ext uri="{FF2B5EF4-FFF2-40B4-BE49-F238E27FC236}">
                    <a16:creationId xmlns:a16="http://schemas.microsoft.com/office/drawing/2014/main" id="{7DC06E6D-3A46-C8EE-E3D9-666D564AFA8C}"/>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8" name="Freeform: Shape 5267">
                <a:extLst>
                  <a:ext uri="{FF2B5EF4-FFF2-40B4-BE49-F238E27FC236}">
                    <a16:creationId xmlns:a16="http://schemas.microsoft.com/office/drawing/2014/main" id="{CFC23F8C-1E25-EC5F-C756-CDEA191F3A76}"/>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9" name="Freeform: Shape 5268">
                <a:extLst>
                  <a:ext uri="{FF2B5EF4-FFF2-40B4-BE49-F238E27FC236}">
                    <a16:creationId xmlns:a16="http://schemas.microsoft.com/office/drawing/2014/main" id="{BFB21938-E624-C4F1-E60A-F448DF8125E4}"/>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0" name="Freeform: Shape 5269">
                <a:extLst>
                  <a:ext uri="{FF2B5EF4-FFF2-40B4-BE49-F238E27FC236}">
                    <a16:creationId xmlns:a16="http://schemas.microsoft.com/office/drawing/2014/main" id="{B5E9C87E-7592-E927-9CED-CEBCC0937CF7}"/>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1" name="Freeform: Shape 5270">
                <a:extLst>
                  <a:ext uri="{FF2B5EF4-FFF2-40B4-BE49-F238E27FC236}">
                    <a16:creationId xmlns:a16="http://schemas.microsoft.com/office/drawing/2014/main" id="{5E2EFB39-5305-9003-15D8-5CCD213BE9E3}"/>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2" name="Freeform: Shape 5271">
                <a:extLst>
                  <a:ext uri="{FF2B5EF4-FFF2-40B4-BE49-F238E27FC236}">
                    <a16:creationId xmlns:a16="http://schemas.microsoft.com/office/drawing/2014/main" id="{4D146E4A-53C5-E698-3B86-B631A74171F0}"/>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3" name="Freeform: Shape 5272">
                <a:extLst>
                  <a:ext uri="{FF2B5EF4-FFF2-40B4-BE49-F238E27FC236}">
                    <a16:creationId xmlns:a16="http://schemas.microsoft.com/office/drawing/2014/main" id="{027E4AAE-5168-E116-8BFF-7165B660C6F6}"/>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4" name="Freeform: Shape 5273">
                <a:extLst>
                  <a:ext uri="{FF2B5EF4-FFF2-40B4-BE49-F238E27FC236}">
                    <a16:creationId xmlns:a16="http://schemas.microsoft.com/office/drawing/2014/main" id="{22FE6BF1-6967-D494-2A2D-1B5A83C094DB}"/>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5" name="Freeform: Shape 5274">
                <a:extLst>
                  <a:ext uri="{FF2B5EF4-FFF2-40B4-BE49-F238E27FC236}">
                    <a16:creationId xmlns:a16="http://schemas.microsoft.com/office/drawing/2014/main" id="{41C804E5-0B78-A74A-2654-F76A872E4837}"/>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6" name="Freeform: Shape 5275">
                <a:extLst>
                  <a:ext uri="{FF2B5EF4-FFF2-40B4-BE49-F238E27FC236}">
                    <a16:creationId xmlns:a16="http://schemas.microsoft.com/office/drawing/2014/main" id="{C8612308-38A2-170D-4BD6-A93753723F06}"/>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7" name="Freeform: Shape 5276">
                <a:extLst>
                  <a:ext uri="{FF2B5EF4-FFF2-40B4-BE49-F238E27FC236}">
                    <a16:creationId xmlns:a16="http://schemas.microsoft.com/office/drawing/2014/main" id="{6F8E2A92-25BA-477D-0400-53ABF5E4D15D}"/>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8" name="Freeform: Shape 5277">
                <a:extLst>
                  <a:ext uri="{FF2B5EF4-FFF2-40B4-BE49-F238E27FC236}">
                    <a16:creationId xmlns:a16="http://schemas.microsoft.com/office/drawing/2014/main" id="{E21092BB-AFC0-C778-518D-691B6E780263}"/>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9" name="Freeform: Shape 5278">
                <a:extLst>
                  <a:ext uri="{FF2B5EF4-FFF2-40B4-BE49-F238E27FC236}">
                    <a16:creationId xmlns:a16="http://schemas.microsoft.com/office/drawing/2014/main" id="{3365BF26-763F-234B-D415-030A30B712A0}"/>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0" name="Freeform: Shape 5279">
                <a:extLst>
                  <a:ext uri="{FF2B5EF4-FFF2-40B4-BE49-F238E27FC236}">
                    <a16:creationId xmlns:a16="http://schemas.microsoft.com/office/drawing/2014/main" id="{E119DD57-C050-1684-F849-D45333D02282}"/>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1" name="Freeform: Shape 5280">
                <a:extLst>
                  <a:ext uri="{FF2B5EF4-FFF2-40B4-BE49-F238E27FC236}">
                    <a16:creationId xmlns:a16="http://schemas.microsoft.com/office/drawing/2014/main" id="{28CC4D1D-9770-BCD7-19A0-7229322D7FDA}"/>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2" name="Freeform: Shape 5281">
                <a:extLst>
                  <a:ext uri="{FF2B5EF4-FFF2-40B4-BE49-F238E27FC236}">
                    <a16:creationId xmlns:a16="http://schemas.microsoft.com/office/drawing/2014/main" id="{A48C0D8E-1630-A36E-D409-7D98D6743F64}"/>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3" name="Freeform: Shape 5282">
                <a:extLst>
                  <a:ext uri="{FF2B5EF4-FFF2-40B4-BE49-F238E27FC236}">
                    <a16:creationId xmlns:a16="http://schemas.microsoft.com/office/drawing/2014/main" id="{B7C42A71-65E2-01D7-8992-B2A02E2D63DB}"/>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4" name="Freeform: Shape 5283">
                <a:extLst>
                  <a:ext uri="{FF2B5EF4-FFF2-40B4-BE49-F238E27FC236}">
                    <a16:creationId xmlns:a16="http://schemas.microsoft.com/office/drawing/2014/main" id="{016A546E-EA5B-6479-C9F5-6C4F832A3D6C}"/>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5" name="Freeform: Shape 5284">
                <a:extLst>
                  <a:ext uri="{FF2B5EF4-FFF2-40B4-BE49-F238E27FC236}">
                    <a16:creationId xmlns:a16="http://schemas.microsoft.com/office/drawing/2014/main" id="{2B49700B-B4F0-082E-6742-4C22F231F61D}"/>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6" name="Freeform: Shape 5285">
                <a:extLst>
                  <a:ext uri="{FF2B5EF4-FFF2-40B4-BE49-F238E27FC236}">
                    <a16:creationId xmlns:a16="http://schemas.microsoft.com/office/drawing/2014/main" id="{CB206135-310F-5902-6009-6E7678D105EF}"/>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7" name="Freeform: Shape 5286">
                <a:extLst>
                  <a:ext uri="{FF2B5EF4-FFF2-40B4-BE49-F238E27FC236}">
                    <a16:creationId xmlns:a16="http://schemas.microsoft.com/office/drawing/2014/main" id="{9D9D1B51-D3D2-6A0E-E21C-09A5D99A2F7A}"/>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8" name="Freeform: Shape 5287">
                <a:extLst>
                  <a:ext uri="{FF2B5EF4-FFF2-40B4-BE49-F238E27FC236}">
                    <a16:creationId xmlns:a16="http://schemas.microsoft.com/office/drawing/2014/main" id="{CF0B69CD-87DB-7C4C-04F2-D1F21E81DF73}"/>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9" name="Freeform: Shape 5288">
                <a:extLst>
                  <a:ext uri="{FF2B5EF4-FFF2-40B4-BE49-F238E27FC236}">
                    <a16:creationId xmlns:a16="http://schemas.microsoft.com/office/drawing/2014/main" id="{2B246BF7-EFC3-E455-9D97-3CC3B55F39D2}"/>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0" name="Freeform: Shape 5289">
                <a:extLst>
                  <a:ext uri="{FF2B5EF4-FFF2-40B4-BE49-F238E27FC236}">
                    <a16:creationId xmlns:a16="http://schemas.microsoft.com/office/drawing/2014/main" id="{7DEC2603-DCF7-6F44-25A0-9F1732FCF3D8}"/>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1" name="Freeform: Shape 5290">
                <a:extLst>
                  <a:ext uri="{FF2B5EF4-FFF2-40B4-BE49-F238E27FC236}">
                    <a16:creationId xmlns:a16="http://schemas.microsoft.com/office/drawing/2014/main" id="{5E4A334E-6FCA-208F-7203-91AE7F8C54F7}"/>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2" name="Freeform: Shape 5291">
                <a:extLst>
                  <a:ext uri="{FF2B5EF4-FFF2-40B4-BE49-F238E27FC236}">
                    <a16:creationId xmlns:a16="http://schemas.microsoft.com/office/drawing/2014/main" id="{18DB560B-3BC0-C752-CEA1-85524C400F2B}"/>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3" name="Freeform: Shape 5292">
                <a:extLst>
                  <a:ext uri="{FF2B5EF4-FFF2-40B4-BE49-F238E27FC236}">
                    <a16:creationId xmlns:a16="http://schemas.microsoft.com/office/drawing/2014/main" id="{CBF545FF-7DF7-C2C8-BAD4-6A7421F48331}"/>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4" name="Freeform: Shape 5293">
                <a:extLst>
                  <a:ext uri="{FF2B5EF4-FFF2-40B4-BE49-F238E27FC236}">
                    <a16:creationId xmlns:a16="http://schemas.microsoft.com/office/drawing/2014/main" id="{31E746C6-BA03-6587-967A-ADCBD203D2D9}"/>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5" name="Freeform: Shape 5294">
                <a:extLst>
                  <a:ext uri="{FF2B5EF4-FFF2-40B4-BE49-F238E27FC236}">
                    <a16:creationId xmlns:a16="http://schemas.microsoft.com/office/drawing/2014/main" id="{CC30E899-4EB9-59C9-B532-28B1B31D5CF0}"/>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6" name="Freeform: Shape 5295">
                <a:extLst>
                  <a:ext uri="{FF2B5EF4-FFF2-40B4-BE49-F238E27FC236}">
                    <a16:creationId xmlns:a16="http://schemas.microsoft.com/office/drawing/2014/main" id="{AD8266BA-009C-64F3-89C6-E5EC718AEEBE}"/>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7" name="Freeform: Shape 5296">
                <a:extLst>
                  <a:ext uri="{FF2B5EF4-FFF2-40B4-BE49-F238E27FC236}">
                    <a16:creationId xmlns:a16="http://schemas.microsoft.com/office/drawing/2014/main" id="{85F2837E-9C68-0AB9-66D9-CFC514EF6238}"/>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8" name="Freeform: Shape 5297">
                <a:extLst>
                  <a:ext uri="{FF2B5EF4-FFF2-40B4-BE49-F238E27FC236}">
                    <a16:creationId xmlns:a16="http://schemas.microsoft.com/office/drawing/2014/main" id="{0F94A334-A1C4-5E3C-F3CE-CE52A9C0421F}"/>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9" name="Freeform: Shape 5298">
                <a:extLst>
                  <a:ext uri="{FF2B5EF4-FFF2-40B4-BE49-F238E27FC236}">
                    <a16:creationId xmlns:a16="http://schemas.microsoft.com/office/drawing/2014/main" id="{46B6EFFB-9CF5-1555-EDC8-957EA6DEF91A}"/>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0" name="Freeform: Shape 5299">
                <a:extLst>
                  <a:ext uri="{FF2B5EF4-FFF2-40B4-BE49-F238E27FC236}">
                    <a16:creationId xmlns:a16="http://schemas.microsoft.com/office/drawing/2014/main" id="{E732566D-26CE-DBDB-8124-661F1965ED3D}"/>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1" name="Freeform: Shape 5300">
                <a:extLst>
                  <a:ext uri="{FF2B5EF4-FFF2-40B4-BE49-F238E27FC236}">
                    <a16:creationId xmlns:a16="http://schemas.microsoft.com/office/drawing/2014/main" id="{FDF0EBC0-A1E2-BB6D-8D1C-78B339FEC584}"/>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2" name="Freeform: Shape 5301">
                <a:extLst>
                  <a:ext uri="{FF2B5EF4-FFF2-40B4-BE49-F238E27FC236}">
                    <a16:creationId xmlns:a16="http://schemas.microsoft.com/office/drawing/2014/main" id="{4CBB9DE0-ED2C-7A02-D3D0-21F89388744E}"/>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3" name="Freeform: Shape 5302">
                <a:extLst>
                  <a:ext uri="{FF2B5EF4-FFF2-40B4-BE49-F238E27FC236}">
                    <a16:creationId xmlns:a16="http://schemas.microsoft.com/office/drawing/2014/main" id="{12D33A37-F4EE-3D62-57CA-755BB4C5D3F0}"/>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4" name="Freeform: Shape 5303">
                <a:extLst>
                  <a:ext uri="{FF2B5EF4-FFF2-40B4-BE49-F238E27FC236}">
                    <a16:creationId xmlns:a16="http://schemas.microsoft.com/office/drawing/2014/main" id="{BFA5E4B8-D07E-B78E-56BC-1FEBF8078B42}"/>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5" name="Freeform: Shape 5304">
                <a:extLst>
                  <a:ext uri="{FF2B5EF4-FFF2-40B4-BE49-F238E27FC236}">
                    <a16:creationId xmlns:a16="http://schemas.microsoft.com/office/drawing/2014/main" id="{D4CA7EB7-9460-300A-C580-7984DF5E2AF7}"/>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6" name="Freeform: Shape 5305">
                <a:extLst>
                  <a:ext uri="{FF2B5EF4-FFF2-40B4-BE49-F238E27FC236}">
                    <a16:creationId xmlns:a16="http://schemas.microsoft.com/office/drawing/2014/main" id="{60F74759-A974-D565-37C3-9D8C05B5A42A}"/>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7" name="Freeform: Shape 5306">
                <a:extLst>
                  <a:ext uri="{FF2B5EF4-FFF2-40B4-BE49-F238E27FC236}">
                    <a16:creationId xmlns:a16="http://schemas.microsoft.com/office/drawing/2014/main" id="{1E8552C7-F749-108A-9678-391F963A6713}"/>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8" name="Freeform: Shape 5307">
                <a:extLst>
                  <a:ext uri="{FF2B5EF4-FFF2-40B4-BE49-F238E27FC236}">
                    <a16:creationId xmlns:a16="http://schemas.microsoft.com/office/drawing/2014/main" id="{E0304206-D20B-0A6E-C60D-F0E88BF0074B}"/>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9" name="Freeform: Shape 5308">
                <a:extLst>
                  <a:ext uri="{FF2B5EF4-FFF2-40B4-BE49-F238E27FC236}">
                    <a16:creationId xmlns:a16="http://schemas.microsoft.com/office/drawing/2014/main" id="{855DB86D-E520-54D2-3CD8-BF3D4841352D}"/>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0" name="Freeform: Shape 5309">
                <a:extLst>
                  <a:ext uri="{FF2B5EF4-FFF2-40B4-BE49-F238E27FC236}">
                    <a16:creationId xmlns:a16="http://schemas.microsoft.com/office/drawing/2014/main" id="{866633B8-A3B4-1E93-2808-6282EA1D9992}"/>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1" name="Freeform: Shape 5310">
                <a:extLst>
                  <a:ext uri="{FF2B5EF4-FFF2-40B4-BE49-F238E27FC236}">
                    <a16:creationId xmlns:a16="http://schemas.microsoft.com/office/drawing/2014/main" id="{006098DA-CCC9-BEDB-445C-CF62B343AFB7}"/>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2" name="Freeform: Shape 5311">
                <a:extLst>
                  <a:ext uri="{FF2B5EF4-FFF2-40B4-BE49-F238E27FC236}">
                    <a16:creationId xmlns:a16="http://schemas.microsoft.com/office/drawing/2014/main" id="{53EF1C56-6A87-132C-C513-4B758F6F8697}"/>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3" name="Freeform: Shape 5312">
                <a:extLst>
                  <a:ext uri="{FF2B5EF4-FFF2-40B4-BE49-F238E27FC236}">
                    <a16:creationId xmlns:a16="http://schemas.microsoft.com/office/drawing/2014/main" id="{68F6A2B6-C840-82A4-EE49-78BEAA00FB9C}"/>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4" name="Freeform: Shape 5313">
                <a:extLst>
                  <a:ext uri="{FF2B5EF4-FFF2-40B4-BE49-F238E27FC236}">
                    <a16:creationId xmlns:a16="http://schemas.microsoft.com/office/drawing/2014/main" id="{4ABB98F5-7828-9160-9CCE-77CB5F16D589}"/>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5" name="Freeform: Shape 5314">
                <a:extLst>
                  <a:ext uri="{FF2B5EF4-FFF2-40B4-BE49-F238E27FC236}">
                    <a16:creationId xmlns:a16="http://schemas.microsoft.com/office/drawing/2014/main" id="{AE4D0696-1D84-BEDB-68FE-9AC1C64A44CA}"/>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6" name="Freeform: Shape 5315">
                <a:extLst>
                  <a:ext uri="{FF2B5EF4-FFF2-40B4-BE49-F238E27FC236}">
                    <a16:creationId xmlns:a16="http://schemas.microsoft.com/office/drawing/2014/main" id="{FD031959-170C-1250-5DDA-DF7D2EE6CFFD}"/>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7" name="Freeform: Shape 5316">
                <a:extLst>
                  <a:ext uri="{FF2B5EF4-FFF2-40B4-BE49-F238E27FC236}">
                    <a16:creationId xmlns:a16="http://schemas.microsoft.com/office/drawing/2014/main" id="{81B21851-D26C-1722-7471-68322A01CE38}"/>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8" name="Freeform: Shape 5317">
                <a:extLst>
                  <a:ext uri="{FF2B5EF4-FFF2-40B4-BE49-F238E27FC236}">
                    <a16:creationId xmlns:a16="http://schemas.microsoft.com/office/drawing/2014/main" id="{E4B179AE-E72F-0991-5CAE-AE0CE2B56D40}"/>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9" name="Freeform: Shape 5318">
                <a:extLst>
                  <a:ext uri="{FF2B5EF4-FFF2-40B4-BE49-F238E27FC236}">
                    <a16:creationId xmlns:a16="http://schemas.microsoft.com/office/drawing/2014/main" id="{BFAA6DFA-3AFB-AE89-A464-1B39B83C0221}"/>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0" name="Freeform: Shape 5319">
                <a:extLst>
                  <a:ext uri="{FF2B5EF4-FFF2-40B4-BE49-F238E27FC236}">
                    <a16:creationId xmlns:a16="http://schemas.microsoft.com/office/drawing/2014/main" id="{7986CC78-6F0C-F100-194E-0C89FA18A077}"/>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1" name="Freeform: Shape 5320">
                <a:extLst>
                  <a:ext uri="{FF2B5EF4-FFF2-40B4-BE49-F238E27FC236}">
                    <a16:creationId xmlns:a16="http://schemas.microsoft.com/office/drawing/2014/main" id="{A4FCC680-6F87-A492-F5DE-42E28326C1A7}"/>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2" name="Freeform: Shape 5321">
                <a:extLst>
                  <a:ext uri="{FF2B5EF4-FFF2-40B4-BE49-F238E27FC236}">
                    <a16:creationId xmlns:a16="http://schemas.microsoft.com/office/drawing/2014/main" id="{622A1113-762A-ED59-A148-2FC17A4525AF}"/>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3" name="Freeform: Shape 5322">
                <a:extLst>
                  <a:ext uri="{FF2B5EF4-FFF2-40B4-BE49-F238E27FC236}">
                    <a16:creationId xmlns:a16="http://schemas.microsoft.com/office/drawing/2014/main" id="{EA941C17-0989-065A-6590-51CF4A51F77C}"/>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4" name="Freeform: Shape 5323">
                <a:extLst>
                  <a:ext uri="{FF2B5EF4-FFF2-40B4-BE49-F238E27FC236}">
                    <a16:creationId xmlns:a16="http://schemas.microsoft.com/office/drawing/2014/main" id="{70B9A2DE-CB71-D9F5-B247-94BF358F78C8}"/>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5" name="Freeform: Shape 5324">
                <a:extLst>
                  <a:ext uri="{FF2B5EF4-FFF2-40B4-BE49-F238E27FC236}">
                    <a16:creationId xmlns:a16="http://schemas.microsoft.com/office/drawing/2014/main" id="{A18FC9F3-6E10-4DAC-1BEC-D7398569D46C}"/>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6" name="Freeform: Shape 5325">
                <a:extLst>
                  <a:ext uri="{FF2B5EF4-FFF2-40B4-BE49-F238E27FC236}">
                    <a16:creationId xmlns:a16="http://schemas.microsoft.com/office/drawing/2014/main" id="{1DBEE6E3-69D7-5DBB-3101-72D4E67D2BCD}"/>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7" name="Freeform: Shape 5326">
                <a:extLst>
                  <a:ext uri="{FF2B5EF4-FFF2-40B4-BE49-F238E27FC236}">
                    <a16:creationId xmlns:a16="http://schemas.microsoft.com/office/drawing/2014/main" id="{521038D7-D911-D55D-32CC-1FB265F9A7B3}"/>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8" name="Freeform: Shape 5327">
                <a:extLst>
                  <a:ext uri="{FF2B5EF4-FFF2-40B4-BE49-F238E27FC236}">
                    <a16:creationId xmlns:a16="http://schemas.microsoft.com/office/drawing/2014/main" id="{94ED49FF-0622-E17F-A3F5-E7F73CD92B71}"/>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9" name="Freeform: Shape 5328">
                <a:extLst>
                  <a:ext uri="{FF2B5EF4-FFF2-40B4-BE49-F238E27FC236}">
                    <a16:creationId xmlns:a16="http://schemas.microsoft.com/office/drawing/2014/main" id="{E772C70F-1268-FE66-FCE0-4AAF51D6C4DA}"/>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0" name="Freeform: Shape 5329">
                <a:extLst>
                  <a:ext uri="{FF2B5EF4-FFF2-40B4-BE49-F238E27FC236}">
                    <a16:creationId xmlns:a16="http://schemas.microsoft.com/office/drawing/2014/main" id="{AD9765F6-165B-DF5F-8DE8-94DBA9E618E3}"/>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1" name="Freeform: Shape 5330">
                <a:extLst>
                  <a:ext uri="{FF2B5EF4-FFF2-40B4-BE49-F238E27FC236}">
                    <a16:creationId xmlns:a16="http://schemas.microsoft.com/office/drawing/2014/main" id="{BBDFBF53-C837-B72E-9770-1F0D5C62C3C8}"/>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2" name="Freeform: Shape 5331">
                <a:extLst>
                  <a:ext uri="{FF2B5EF4-FFF2-40B4-BE49-F238E27FC236}">
                    <a16:creationId xmlns:a16="http://schemas.microsoft.com/office/drawing/2014/main" id="{336C8712-8FBB-AA1F-584D-62A510BAF04D}"/>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3" name="Freeform: Shape 5332">
                <a:extLst>
                  <a:ext uri="{FF2B5EF4-FFF2-40B4-BE49-F238E27FC236}">
                    <a16:creationId xmlns:a16="http://schemas.microsoft.com/office/drawing/2014/main" id="{60D8F480-899C-0A53-6DB5-D27FBFE4A819}"/>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4" name="Freeform: Shape 5333">
                <a:extLst>
                  <a:ext uri="{FF2B5EF4-FFF2-40B4-BE49-F238E27FC236}">
                    <a16:creationId xmlns:a16="http://schemas.microsoft.com/office/drawing/2014/main" id="{A3009C88-65C3-EA19-450F-2A96B6F5A7DB}"/>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5" name="Freeform: Shape 5334">
                <a:extLst>
                  <a:ext uri="{FF2B5EF4-FFF2-40B4-BE49-F238E27FC236}">
                    <a16:creationId xmlns:a16="http://schemas.microsoft.com/office/drawing/2014/main" id="{71B1DC89-3F61-EEE4-6AC5-82ACBF54FC03}"/>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6" name="Freeform: Shape 5335">
                <a:extLst>
                  <a:ext uri="{FF2B5EF4-FFF2-40B4-BE49-F238E27FC236}">
                    <a16:creationId xmlns:a16="http://schemas.microsoft.com/office/drawing/2014/main" id="{8E2E40DF-C3A9-0DE0-9885-00D0D6DC2716}"/>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7" name="Freeform: Shape 5336">
                <a:extLst>
                  <a:ext uri="{FF2B5EF4-FFF2-40B4-BE49-F238E27FC236}">
                    <a16:creationId xmlns:a16="http://schemas.microsoft.com/office/drawing/2014/main" id="{22DB9ABA-829C-7791-D4E1-3D09112E760B}"/>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8" name="Freeform: Shape 5337">
                <a:extLst>
                  <a:ext uri="{FF2B5EF4-FFF2-40B4-BE49-F238E27FC236}">
                    <a16:creationId xmlns:a16="http://schemas.microsoft.com/office/drawing/2014/main" id="{132DAE36-4207-74A9-4BC8-A7D79E8A6CBE}"/>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9" name="Freeform: Shape 5338">
                <a:extLst>
                  <a:ext uri="{FF2B5EF4-FFF2-40B4-BE49-F238E27FC236}">
                    <a16:creationId xmlns:a16="http://schemas.microsoft.com/office/drawing/2014/main" id="{BA6934AF-644E-2CAE-E83D-C47AED6595C1}"/>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0" name="Freeform: Shape 5339">
                <a:extLst>
                  <a:ext uri="{FF2B5EF4-FFF2-40B4-BE49-F238E27FC236}">
                    <a16:creationId xmlns:a16="http://schemas.microsoft.com/office/drawing/2014/main" id="{B2C6F766-5C8C-416F-1574-EAAA09748860}"/>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1" name="Freeform: Shape 5340">
                <a:extLst>
                  <a:ext uri="{FF2B5EF4-FFF2-40B4-BE49-F238E27FC236}">
                    <a16:creationId xmlns:a16="http://schemas.microsoft.com/office/drawing/2014/main" id="{2198A53E-F60C-BED7-73E0-D0CE3803A80C}"/>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2" name="Freeform: Shape 5341">
                <a:extLst>
                  <a:ext uri="{FF2B5EF4-FFF2-40B4-BE49-F238E27FC236}">
                    <a16:creationId xmlns:a16="http://schemas.microsoft.com/office/drawing/2014/main" id="{D5521932-3FC0-5DCC-E271-A450550E74F3}"/>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3" name="Freeform: Shape 5342">
                <a:extLst>
                  <a:ext uri="{FF2B5EF4-FFF2-40B4-BE49-F238E27FC236}">
                    <a16:creationId xmlns:a16="http://schemas.microsoft.com/office/drawing/2014/main" id="{64F86835-D137-ABAE-D280-E98E6F87AC19}"/>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4" name="Freeform: Shape 5343">
                <a:extLst>
                  <a:ext uri="{FF2B5EF4-FFF2-40B4-BE49-F238E27FC236}">
                    <a16:creationId xmlns:a16="http://schemas.microsoft.com/office/drawing/2014/main" id="{8CAA00D2-9603-3D6B-E1F7-A169757E8371}"/>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5" name="Freeform: Shape 5344">
                <a:extLst>
                  <a:ext uri="{FF2B5EF4-FFF2-40B4-BE49-F238E27FC236}">
                    <a16:creationId xmlns:a16="http://schemas.microsoft.com/office/drawing/2014/main" id="{442123EC-4665-FBCB-D2FD-DA6AC02CAA29}"/>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6" name="Freeform: Shape 5345">
                <a:extLst>
                  <a:ext uri="{FF2B5EF4-FFF2-40B4-BE49-F238E27FC236}">
                    <a16:creationId xmlns:a16="http://schemas.microsoft.com/office/drawing/2014/main" id="{EAF8048E-9077-EBFE-B0BE-D919E151D692}"/>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7" name="Freeform: Shape 5346">
                <a:extLst>
                  <a:ext uri="{FF2B5EF4-FFF2-40B4-BE49-F238E27FC236}">
                    <a16:creationId xmlns:a16="http://schemas.microsoft.com/office/drawing/2014/main" id="{CF4BE1A6-5DA7-4E3E-B375-520A3CB27B16}"/>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8" name="Freeform: Shape 5347">
                <a:extLst>
                  <a:ext uri="{FF2B5EF4-FFF2-40B4-BE49-F238E27FC236}">
                    <a16:creationId xmlns:a16="http://schemas.microsoft.com/office/drawing/2014/main" id="{F91B21B1-E7CF-D44F-B84B-AFC049573245}"/>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9" name="Freeform: Shape 5348">
                <a:extLst>
                  <a:ext uri="{FF2B5EF4-FFF2-40B4-BE49-F238E27FC236}">
                    <a16:creationId xmlns:a16="http://schemas.microsoft.com/office/drawing/2014/main" id="{2679FC70-12BA-23EC-E75F-6A9DC854F88A}"/>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0" name="Freeform: Shape 5349">
                <a:extLst>
                  <a:ext uri="{FF2B5EF4-FFF2-40B4-BE49-F238E27FC236}">
                    <a16:creationId xmlns:a16="http://schemas.microsoft.com/office/drawing/2014/main" id="{07B19A33-2C85-119B-CC41-1B0C69478116}"/>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1" name="Freeform: Shape 5350">
                <a:extLst>
                  <a:ext uri="{FF2B5EF4-FFF2-40B4-BE49-F238E27FC236}">
                    <a16:creationId xmlns:a16="http://schemas.microsoft.com/office/drawing/2014/main" id="{CC8AE9B6-9DA1-E493-B4FD-20720CCCEFAF}"/>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2" name="Freeform: Shape 5351">
                <a:extLst>
                  <a:ext uri="{FF2B5EF4-FFF2-40B4-BE49-F238E27FC236}">
                    <a16:creationId xmlns:a16="http://schemas.microsoft.com/office/drawing/2014/main" id="{FD33DA3F-AFBF-1C79-2774-1C0231D1F5A2}"/>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3" name="Freeform: Shape 5352">
                <a:extLst>
                  <a:ext uri="{FF2B5EF4-FFF2-40B4-BE49-F238E27FC236}">
                    <a16:creationId xmlns:a16="http://schemas.microsoft.com/office/drawing/2014/main" id="{3C2A9F13-FC51-60FD-1068-3C91420505A0}"/>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4" name="Freeform: Shape 5353">
                <a:extLst>
                  <a:ext uri="{FF2B5EF4-FFF2-40B4-BE49-F238E27FC236}">
                    <a16:creationId xmlns:a16="http://schemas.microsoft.com/office/drawing/2014/main" id="{596E60D6-6D32-B260-C89D-743B99EE988B}"/>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5" name="Freeform: Shape 5354">
                <a:extLst>
                  <a:ext uri="{FF2B5EF4-FFF2-40B4-BE49-F238E27FC236}">
                    <a16:creationId xmlns:a16="http://schemas.microsoft.com/office/drawing/2014/main" id="{86DB5EC9-818D-092E-06EB-C26B30312265}"/>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6" name="Freeform: Shape 5355">
                <a:extLst>
                  <a:ext uri="{FF2B5EF4-FFF2-40B4-BE49-F238E27FC236}">
                    <a16:creationId xmlns:a16="http://schemas.microsoft.com/office/drawing/2014/main" id="{2A5F6FD2-251A-46F8-4585-D8CBB24A5F50}"/>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7" name="Freeform: Shape 5356">
                <a:extLst>
                  <a:ext uri="{FF2B5EF4-FFF2-40B4-BE49-F238E27FC236}">
                    <a16:creationId xmlns:a16="http://schemas.microsoft.com/office/drawing/2014/main" id="{D86B0361-541B-858D-F648-CA6092E7C5A9}"/>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8" name="Freeform: Shape 5357">
                <a:extLst>
                  <a:ext uri="{FF2B5EF4-FFF2-40B4-BE49-F238E27FC236}">
                    <a16:creationId xmlns:a16="http://schemas.microsoft.com/office/drawing/2014/main" id="{8E846C14-E8D5-3E11-E5F6-1567565B4524}"/>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9" name="Freeform: Shape 5358">
                <a:extLst>
                  <a:ext uri="{FF2B5EF4-FFF2-40B4-BE49-F238E27FC236}">
                    <a16:creationId xmlns:a16="http://schemas.microsoft.com/office/drawing/2014/main" id="{583D0804-91B1-DABB-61C5-6A5E4BE75256}"/>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0" name="Freeform: Shape 5359">
                <a:extLst>
                  <a:ext uri="{FF2B5EF4-FFF2-40B4-BE49-F238E27FC236}">
                    <a16:creationId xmlns:a16="http://schemas.microsoft.com/office/drawing/2014/main" id="{332849AC-AE26-049B-383D-70B49BBB4415}"/>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1" name="Freeform: Shape 5360">
                <a:extLst>
                  <a:ext uri="{FF2B5EF4-FFF2-40B4-BE49-F238E27FC236}">
                    <a16:creationId xmlns:a16="http://schemas.microsoft.com/office/drawing/2014/main" id="{95E83CAF-42AE-02F7-C7EF-F7932F29AA60}"/>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2" name="Freeform: Shape 5361">
                <a:extLst>
                  <a:ext uri="{FF2B5EF4-FFF2-40B4-BE49-F238E27FC236}">
                    <a16:creationId xmlns:a16="http://schemas.microsoft.com/office/drawing/2014/main" id="{644EBDDC-76EA-FEF9-04C5-C15B3CB88B9B}"/>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3" name="Freeform: Shape 5362">
                <a:extLst>
                  <a:ext uri="{FF2B5EF4-FFF2-40B4-BE49-F238E27FC236}">
                    <a16:creationId xmlns:a16="http://schemas.microsoft.com/office/drawing/2014/main" id="{C7BC573D-AC57-07B0-3BA0-DE3F45B77843}"/>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4" name="Freeform: Shape 5363">
                <a:extLst>
                  <a:ext uri="{FF2B5EF4-FFF2-40B4-BE49-F238E27FC236}">
                    <a16:creationId xmlns:a16="http://schemas.microsoft.com/office/drawing/2014/main" id="{C3412B1B-DDF2-ABB7-B665-4F0305CC359A}"/>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5" name="Freeform: Shape 5364">
                <a:extLst>
                  <a:ext uri="{FF2B5EF4-FFF2-40B4-BE49-F238E27FC236}">
                    <a16:creationId xmlns:a16="http://schemas.microsoft.com/office/drawing/2014/main" id="{F330163B-27C4-7989-0C07-9BEAEDEA492C}"/>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6" name="Freeform: Shape 5365">
                <a:extLst>
                  <a:ext uri="{FF2B5EF4-FFF2-40B4-BE49-F238E27FC236}">
                    <a16:creationId xmlns:a16="http://schemas.microsoft.com/office/drawing/2014/main" id="{574EABD1-4269-EA1D-5FCB-A66D36C52FF3}"/>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7" name="Freeform: Shape 5366">
                <a:extLst>
                  <a:ext uri="{FF2B5EF4-FFF2-40B4-BE49-F238E27FC236}">
                    <a16:creationId xmlns:a16="http://schemas.microsoft.com/office/drawing/2014/main" id="{6E64DEAB-6A81-A7A4-BB91-8F8B9D0DAE19}"/>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8" name="Freeform: Shape 5367">
                <a:extLst>
                  <a:ext uri="{FF2B5EF4-FFF2-40B4-BE49-F238E27FC236}">
                    <a16:creationId xmlns:a16="http://schemas.microsoft.com/office/drawing/2014/main" id="{0B78E048-FF5A-3985-4F7E-A1F6F698F7C1}"/>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9" name="Freeform: Shape 5368">
                <a:extLst>
                  <a:ext uri="{FF2B5EF4-FFF2-40B4-BE49-F238E27FC236}">
                    <a16:creationId xmlns:a16="http://schemas.microsoft.com/office/drawing/2014/main" id="{6B9DF1BD-D7A7-5619-04DD-A1E2A12C0C2B}"/>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0" name="Freeform: Shape 5369">
                <a:extLst>
                  <a:ext uri="{FF2B5EF4-FFF2-40B4-BE49-F238E27FC236}">
                    <a16:creationId xmlns:a16="http://schemas.microsoft.com/office/drawing/2014/main" id="{434E7B59-0AC2-A550-EB9F-3DBFB1A4765F}"/>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1" name="Freeform: Shape 5370">
                <a:extLst>
                  <a:ext uri="{FF2B5EF4-FFF2-40B4-BE49-F238E27FC236}">
                    <a16:creationId xmlns:a16="http://schemas.microsoft.com/office/drawing/2014/main" id="{808349DD-4D40-87B0-7F21-C65064C73123}"/>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2" name="Freeform: Shape 5371">
                <a:extLst>
                  <a:ext uri="{FF2B5EF4-FFF2-40B4-BE49-F238E27FC236}">
                    <a16:creationId xmlns:a16="http://schemas.microsoft.com/office/drawing/2014/main" id="{550C3BD4-E725-0C4E-BE01-662AA87B241E}"/>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3" name="Freeform: Shape 5372">
                <a:extLst>
                  <a:ext uri="{FF2B5EF4-FFF2-40B4-BE49-F238E27FC236}">
                    <a16:creationId xmlns:a16="http://schemas.microsoft.com/office/drawing/2014/main" id="{AFAFAB3B-D747-3388-B229-F25AE4C4ACC0}"/>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4" name="Freeform: Shape 5373">
                <a:extLst>
                  <a:ext uri="{FF2B5EF4-FFF2-40B4-BE49-F238E27FC236}">
                    <a16:creationId xmlns:a16="http://schemas.microsoft.com/office/drawing/2014/main" id="{75CC5A57-F775-1419-0230-29B4F073408D}"/>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5" name="Freeform: Shape 5374">
                <a:extLst>
                  <a:ext uri="{FF2B5EF4-FFF2-40B4-BE49-F238E27FC236}">
                    <a16:creationId xmlns:a16="http://schemas.microsoft.com/office/drawing/2014/main" id="{B099A62D-F737-F946-63A2-6BF471E51680}"/>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6" name="Freeform: Shape 5375">
                <a:extLst>
                  <a:ext uri="{FF2B5EF4-FFF2-40B4-BE49-F238E27FC236}">
                    <a16:creationId xmlns:a16="http://schemas.microsoft.com/office/drawing/2014/main" id="{E79E4CEB-B1C7-1082-4C10-8CDF867D0D12}"/>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7" name="Freeform: Shape 5376">
                <a:extLst>
                  <a:ext uri="{FF2B5EF4-FFF2-40B4-BE49-F238E27FC236}">
                    <a16:creationId xmlns:a16="http://schemas.microsoft.com/office/drawing/2014/main" id="{787016ED-81B7-8033-CE7D-A4B31A6C5A71}"/>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8" name="Freeform: Shape 5377">
                <a:extLst>
                  <a:ext uri="{FF2B5EF4-FFF2-40B4-BE49-F238E27FC236}">
                    <a16:creationId xmlns:a16="http://schemas.microsoft.com/office/drawing/2014/main" id="{677B9E64-857B-7989-D4EA-889670176031}"/>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9" name="Freeform: Shape 5378">
                <a:extLst>
                  <a:ext uri="{FF2B5EF4-FFF2-40B4-BE49-F238E27FC236}">
                    <a16:creationId xmlns:a16="http://schemas.microsoft.com/office/drawing/2014/main" id="{C9633CEC-BA6F-4CD3-94E1-BD10E08DEB13}"/>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0" name="Freeform: Shape 5379">
                <a:extLst>
                  <a:ext uri="{FF2B5EF4-FFF2-40B4-BE49-F238E27FC236}">
                    <a16:creationId xmlns:a16="http://schemas.microsoft.com/office/drawing/2014/main" id="{5D872ABB-F4B4-5690-AE16-15BEA4204218}"/>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1" name="Freeform: Shape 5380">
                <a:extLst>
                  <a:ext uri="{FF2B5EF4-FFF2-40B4-BE49-F238E27FC236}">
                    <a16:creationId xmlns:a16="http://schemas.microsoft.com/office/drawing/2014/main" id="{D4601978-6AEF-947B-46D9-A650ADAE4140}"/>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2" name="Freeform: Shape 5381">
                <a:extLst>
                  <a:ext uri="{FF2B5EF4-FFF2-40B4-BE49-F238E27FC236}">
                    <a16:creationId xmlns:a16="http://schemas.microsoft.com/office/drawing/2014/main" id="{BD04B7EC-3AFB-AD74-62F5-15AD99D61347}"/>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3" name="Freeform: Shape 5382">
                <a:extLst>
                  <a:ext uri="{FF2B5EF4-FFF2-40B4-BE49-F238E27FC236}">
                    <a16:creationId xmlns:a16="http://schemas.microsoft.com/office/drawing/2014/main" id="{F41E12A6-B49E-F1EE-05E3-75A3CCA0457A}"/>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4" name="Freeform: Shape 5383">
                <a:extLst>
                  <a:ext uri="{FF2B5EF4-FFF2-40B4-BE49-F238E27FC236}">
                    <a16:creationId xmlns:a16="http://schemas.microsoft.com/office/drawing/2014/main" id="{640A89CC-7451-E01D-186A-716E03A4B514}"/>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5" name="Freeform: Shape 5384">
                <a:extLst>
                  <a:ext uri="{FF2B5EF4-FFF2-40B4-BE49-F238E27FC236}">
                    <a16:creationId xmlns:a16="http://schemas.microsoft.com/office/drawing/2014/main" id="{6B757D0C-705B-05D3-3D02-1FCF8C9B8943}"/>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6" name="Freeform: Shape 5385">
                <a:extLst>
                  <a:ext uri="{FF2B5EF4-FFF2-40B4-BE49-F238E27FC236}">
                    <a16:creationId xmlns:a16="http://schemas.microsoft.com/office/drawing/2014/main" id="{D0A1CD16-A9CE-04C7-4F07-11A5E0D30BFB}"/>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7" name="Freeform: Shape 5386">
                <a:extLst>
                  <a:ext uri="{FF2B5EF4-FFF2-40B4-BE49-F238E27FC236}">
                    <a16:creationId xmlns:a16="http://schemas.microsoft.com/office/drawing/2014/main" id="{C118BB51-EB28-774B-FDD9-64BA72DA1004}"/>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8" name="Freeform: Shape 5387">
                <a:extLst>
                  <a:ext uri="{FF2B5EF4-FFF2-40B4-BE49-F238E27FC236}">
                    <a16:creationId xmlns:a16="http://schemas.microsoft.com/office/drawing/2014/main" id="{E47A3133-1AF7-5840-CD48-78DFE3DEB9B9}"/>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9" name="Freeform: Shape 5388">
                <a:extLst>
                  <a:ext uri="{FF2B5EF4-FFF2-40B4-BE49-F238E27FC236}">
                    <a16:creationId xmlns:a16="http://schemas.microsoft.com/office/drawing/2014/main" id="{5688D468-B262-ADF6-D18C-919903426608}"/>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0" name="Freeform: Shape 5389">
                <a:extLst>
                  <a:ext uri="{FF2B5EF4-FFF2-40B4-BE49-F238E27FC236}">
                    <a16:creationId xmlns:a16="http://schemas.microsoft.com/office/drawing/2014/main" id="{65C004F9-3067-F44D-6203-BB19249B48F6}"/>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1" name="Freeform: Shape 5390">
                <a:extLst>
                  <a:ext uri="{FF2B5EF4-FFF2-40B4-BE49-F238E27FC236}">
                    <a16:creationId xmlns:a16="http://schemas.microsoft.com/office/drawing/2014/main" id="{1193687B-CAA6-F401-0294-055FBE6662B0}"/>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2" name="Freeform: Shape 5391">
                <a:extLst>
                  <a:ext uri="{FF2B5EF4-FFF2-40B4-BE49-F238E27FC236}">
                    <a16:creationId xmlns:a16="http://schemas.microsoft.com/office/drawing/2014/main" id="{2B0C080A-99E1-46C5-B3A1-A11552634988}"/>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3" name="Freeform: Shape 5392">
                <a:extLst>
                  <a:ext uri="{FF2B5EF4-FFF2-40B4-BE49-F238E27FC236}">
                    <a16:creationId xmlns:a16="http://schemas.microsoft.com/office/drawing/2014/main" id="{8D001993-B14C-0989-6FC8-DF097BD89A7F}"/>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4" name="Freeform: Shape 5393">
                <a:extLst>
                  <a:ext uri="{FF2B5EF4-FFF2-40B4-BE49-F238E27FC236}">
                    <a16:creationId xmlns:a16="http://schemas.microsoft.com/office/drawing/2014/main" id="{604237EC-7B18-1B22-FC5B-554BEFD21517}"/>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5" name="Freeform: Shape 5394">
                <a:extLst>
                  <a:ext uri="{FF2B5EF4-FFF2-40B4-BE49-F238E27FC236}">
                    <a16:creationId xmlns:a16="http://schemas.microsoft.com/office/drawing/2014/main" id="{4EA49414-2C8E-789F-3063-265DCD67C16D}"/>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6" name="Freeform: Shape 5395">
                <a:extLst>
                  <a:ext uri="{FF2B5EF4-FFF2-40B4-BE49-F238E27FC236}">
                    <a16:creationId xmlns:a16="http://schemas.microsoft.com/office/drawing/2014/main" id="{A17C1EED-3761-F82A-3144-7A877A2E011A}"/>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7" name="Freeform: Shape 5396">
                <a:extLst>
                  <a:ext uri="{FF2B5EF4-FFF2-40B4-BE49-F238E27FC236}">
                    <a16:creationId xmlns:a16="http://schemas.microsoft.com/office/drawing/2014/main" id="{2C271C78-6046-18FB-8DF1-8DB27D532AC6}"/>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8" name="Freeform: Shape 5397">
                <a:extLst>
                  <a:ext uri="{FF2B5EF4-FFF2-40B4-BE49-F238E27FC236}">
                    <a16:creationId xmlns:a16="http://schemas.microsoft.com/office/drawing/2014/main" id="{21C2BBD3-3176-5CA9-C9CA-269381206CDD}"/>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9" name="Freeform: Shape 5398">
                <a:extLst>
                  <a:ext uri="{FF2B5EF4-FFF2-40B4-BE49-F238E27FC236}">
                    <a16:creationId xmlns:a16="http://schemas.microsoft.com/office/drawing/2014/main" id="{0A596719-1EE6-6BA8-D9F0-6872206E5FB8}"/>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0" name="Freeform: Shape 5399">
                <a:extLst>
                  <a:ext uri="{FF2B5EF4-FFF2-40B4-BE49-F238E27FC236}">
                    <a16:creationId xmlns:a16="http://schemas.microsoft.com/office/drawing/2014/main" id="{EE6B856C-DA6F-3F90-3CC5-6550489A3A00}"/>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1" name="Freeform: Shape 5400">
                <a:extLst>
                  <a:ext uri="{FF2B5EF4-FFF2-40B4-BE49-F238E27FC236}">
                    <a16:creationId xmlns:a16="http://schemas.microsoft.com/office/drawing/2014/main" id="{5B9295E4-DFA2-58D2-F059-562FC063EA0F}"/>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2" name="Freeform: Shape 5401">
                <a:extLst>
                  <a:ext uri="{FF2B5EF4-FFF2-40B4-BE49-F238E27FC236}">
                    <a16:creationId xmlns:a16="http://schemas.microsoft.com/office/drawing/2014/main" id="{84800901-20F0-B198-CC0E-3B37867B2D41}"/>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3" name="Freeform: Shape 5402">
                <a:extLst>
                  <a:ext uri="{FF2B5EF4-FFF2-40B4-BE49-F238E27FC236}">
                    <a16:creationId xmlns:a16="http://schemas.microsoft.com/office/drawing/2014/main" id="{ECA0C2D0-06D5-E0F4-0FCD-D6921FEE200F}"/>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4" name="Freeform: Shape 5403">
                <a:extLst>
                  <a:ext uri="{FF2B5EF4-FFF2-40B4-BE49-F238E27FC236}">
                    <a16:creationId xmlns:a16="http://schemas.microsoft.com/office/drawing/2014/main" id="{C1462438-F25F-4DF6-3B5C-818D408260DC}"/>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5" name="Freeform: Shape 5404">
                <a:extLst>
                  <a:ext uri="{FF2B5EF4-FFF2-40B4-BE49-F238E27FC236}">
                    <a16:creationId xmlns:a16="http://schemas.microsoft.com/office/drawing/2014/main" id="{04142D3B-59F5-D59C-F221-E696EA1ADD8F}"/>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6" name="Freeform: Shape 5405">
                <a:extLst>
                  <a:ext uri="{FF2B5EF4-FFF2-40B4-BE49-F238E27FC236}">
                    <a16:creationId xmlns:a16="http://schemas.microsoft.com/office/drawing/2014/main" id="{9F487FC2-61AB-BF7C-AAAD-244E577947E2}"/>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7" name="Freeform: Shape 5406">
                <a:extLst>
                  <a:ext uri="{FF2B5EF4-FFF2-40B4-BE49-F238E27FC236}">
                    <a16:creationId xmlns:a16="http://schemas.microsoft.com/office/drawing/2014/main" id="{C67837F4-44EA-CE87-7FAF-E80FF36BF123}"/>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8" name="Freeform: Shape 5407">
                <a:extLst>
                  <a:ext uri="{FF2B5EF4-FFF2-40B4-BE49-F238E27FC236}">
                    <a16:creationId xmlns:a16="http://schemas.microsoft.com/office/drawing/2014/main" id="{01B29650-ED70-BC9C-AB2E-72BD81E0E7B9}"/>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9" name="Freeform: Shape 5408">
                <a:extLst>
                  <a:ext uri="{FF2B5EF4-FFF2-40B4-BE49-F238E27FC236}">
                    <a16:creationId xmlns:a16="http://schemas.microsoft.com/office/drawing/2014/main" id="{E7DEA7A8-1902-CCB5-377B-ABD7EF990830}"/>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0" name="Freeform: Shape 5409">
                <a:extLst>
                  <a:ext uri="{FF2B5EF4-FFF2-40B4-BE49-F238E27FC236}">
                    <a16:creationId xmlns:a16="http://schemas.microsoft.com/office/drawing/2014/main" id="{EB9CC57D-8FBD-554E-4129-18AFB5085559}"/>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1" name="Freeform: Shape 5410">
                <a:extLst>
                  <a:ext uri="{FF2B5EF4-FFF2-40B4-BE49-F238E27FC236}">
                    <a16:creationId xmlns:a16="http://schemas.microsoft.com/office/drawing/2014/main" id="{1E0A5734-8068-28DB-F650-8C3103271E31}"/>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2" name="Freeform: Shape 5411">
                <a:extLst>
                  <a:ext uri="{FF2B5EF4-FFF2-40B4-BE49-F238E27FC236}">
                    <a16:creationId xmlns:a16="http://schemas.microsoft.com/office/drawing/2014/main" id="{67DA0DE6-DB23-6537-92CD-9CA10E34A122}"/>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3" name="Freeform: Shape 5412">
                <a:extLst>
                  <a:ext uri="{FF2B5EF4-FFF2-40B4-BE49-F238E27FC236}">
                    <a16:creationId xmlns:a16="http://schemas.microsoft.com/office/drawing/2014/main" id="{B80C4BCD-B70A-E119-139D-B33C56D6E713}"/>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4" name="Freeform: Shape 5413">
                <a:extLst>
                  <a:ext uri="{FF2B5EF4-FFF2-40B4-BE49-F238E27FC236}">
                    <a16:creationId xmlns:a16="http://schemas.microsoft.com/office/drawing/2014/main" id="{CE40F9AC-AC2B-0588-527E-FDFB04064519}"/>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5" name="Freeform: Shape 5414">
                <a:extLst>
                  <a:ext uri="{FF2B5EF4-FFF2-40B4-BE49-F238E27FC236}">
                    <a16:creationId xmlns:a16="http://schemas.microsoft.com/office/drawing/2014/main" id="{43E31FC1-01E3-7967-3F68-47EB17A83C49}"/>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6" name="Freeform: Shape 5415">
                <a:extLst>
                  <a:ext uri="{FF2B5EF4-FFF2-40B4-BE49-F238E27FC236}">
                    <a16:creationId xmlns:a16="http://schemas.microsoft.com/office/drawing/2014/main" id="{1486A963-DF6F-2864-EEB4-8E88DB7C8CEC}"/>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7" name="Freeform: Shape 5416">
                <a:extLst>
                  <a:ext uri="{FF2B5EF4-FFF2-40B4-BE49-F238E27FC236}">
                    <a16:creationId xmlns:a16="http://schemas.microsoft.com/office/drawing/2014/main" id="{C30535CE-F1EA-7658-FB39-8A4FF299FC74}"/>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8" name="Freeform: Shape 5417">
                <a:extLst>
                  <a:ext uri="{FF2B5EF4-FFF2-40B4-BE49-F238E27FC236}">
                    <a16:creationId xmlns:a16="http://schemas.microsoft.com/office/drawing/2014/main" id="{3676207A-0472-3AAB-4E3F-AD2B1D994F96}"/>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9" name="Freeform: Shape 5418">
                <a:extLst>
                  <a:ext uri="{FF2B5EF4-FFF2-40B4-BE49-F238E27FC236}">
                    <a16:creationId xmlns:a16="http://schemas.microsoft.com/office/drawing/2014/main" id="{839FDB49-441F-2F6E-5D54-36562273368F}"/>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0" name="Freeform: Shape 5419">
                <a:extLst>
                  <a:ext uri="{FF2B5EF4-FFF2-40B4-BE49-F238E27FC236}">
                    <a16:creationId xmlns:a16="http://schemas.microsoft.com/office/drawing/2014/main" id="{2818BEA5-9A26-1F41-5880-84B0302BA76E}"/>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1" name="Freeform: Shape 5420">
                <a:extLst>
                  <a:ext uri="{FF2B5EF4-FFF2-40B4-BE49-F238E27FC236}">
                    <a16:creationId xmlns:a16="http://schemas.microsoft.com/office/drawing/2014/main" id="{235A4F35-920D-B1D3-377C-ADB8E52C1563}"/>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2" name="Freeform: Shape 5421">
                <a:extLst>
                  <a:ext uri="{FF2B5EF4-FFF2-40B4-BE49-F238E27FC236}">
                    <a16:creationId xmlns:a16="http://schemas.microsoft.com/office/drawing/2014/main" id="{F8C3B6B6-36B2-29B8-EE7E-99422A3BBFA9}"/>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3" name="Freeform: Shape 5422">
                <a:extLst>
                  <a:ext uri="{FF2B5EF4-FFF2-40B4-BE49-F238E27FC236}">
                    <a16:creationId xmlns:a16="http://schemas.microsoft.com/office/drawing/2014/main" id="{01778628-7C7C-C6DF-D7A4-AC9B6892099A}"/>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4" name="Freeform: Shape 5423">
                <a:extLst>
                  <a:ext uri="{FF2B5EF4-FFF2-40B4-BE49-F238E27FC236}">
                    <a16:creationId xmlns:a16="http://schemas.microsoft.com/office/drawing/2014/main" id="{CCBE8772-96B9-84F8-A16E-BDD543710EEB}"/>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5" name="Freeform: Shape 5424">
                <a:extLst>
                  <a:ext uri="{FF2B5EF4-FFF2-40B4-BE49-F238E27FC236}">
                    <a16:creationId xmlns:a16="http://schemas.microsoft.com/office/drawing/2014/main" id="{6F839B0C-93E6-E0EA-D54B-49846336F04F}"/>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6" name="Freeform: Shape 5425">
                <a:extLst>
                  <a:ext uri="{FF2B5EF4-FFF2-40B4-BE49-F238E27FC236}">
                    <a16:creationId xmlns:a16="http://schemas.microsoft.com/office/drawing/2014/main" id="{28F24103-E03B-9A6F-0381-2967E699D525}"/>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7" name="Freeform: Shape 5426">
                <a:extLst>
                  <a:ext uri="{FF2B5EF4-FFF2-40B4-BE49-F238E27FC236}">
                    <a16:creationId xmlns:a16="http://schemas.microsoft.com/office/drawing/2014/main" id="{D67ACE51-8889-08EA-9603-51004DBD8024}"/>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8" name="Freeform: Shape 5427">
                <a:extLst>
                  <a:ext uri="{FF2B5EF4-FFF2-40B4-BE49-F238E27FC236}">
                    <a16:creationId xmlns:a16="http://schemas.microsoft.com/office/drawing/2014/main" id="{F3F2040E-CEB3-9C05-C0CD-E0E82859D27D}"/>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9" name="Freeform: Shape 5428">
                <a:extLst>
                  <a:ext uri="{FF2B5EF4-FFF2-40B4-BE49-F238E27FC236}">
                    <a16:creationId xmlns:a16="http://schemas.microsoft.com/office/drawing/2014/main" id="{41FDBE10-2C7C-3538-64F4-7CAB897C54B3}"/>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0" name="Freeform: Shape 5429">
                <a:extLst>
                  <a:ext uri="{FF2B5EF4-FFF2-40B4-BE49-F238E27FC236}">
                    <a16:creationId xmlns:a16="http://schemas.microsoft.com/office/drawing/2014/main" id="{96651640-FE98-B296-3331-430A6124B1F1}"/>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1" name="Freeform: Shape 5430">
                <a:extLst>
                  <a:ext uri="{FF2B5EF4-FFF2-40B4-BE49-F238E27FC236}">
                    <a16:creationId xmlns:a16="http://schemas.microsoft.com/office/drawing/2014/main" id="{EF66155B-FC4E-E7FB-92F5-56CD873B058A}"/>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2" name="Freeform: Shape 5431">
                <a:extLst>
                  <a:ext uri="{FF2B5EF4-FFF2-40B4-BE49-F238E27FC236}">
                    <a16:creationId xmlns:a16="http://schemas.microsoft.com/office/drawing/2014/main" id="{924D5493-3FAF-84A6-8D7B-B2F14C1A4795}"/>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3" name="Freeform: Shape 5432">
                <a:extLst>
                  <a:ext uri="{FF2B5EF4-FFF2-40B4-BE49-F238E27FC236}">
                    <a16:creationId xmlns:a16="http://schemas.microsoft.com/office/drawing/2014/main" id="{F4534018-7537-FE03-3BE0-7513E4C328B4}"/>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4" name="Freeform: Shape 5433">
                <a:extLst>
                  <a:ext uri="{FF2B5EF4-FFF2-40B4-BE49-F238E27FC236}">
                    <a16:creationId xmlns:a16="http://schemas.microsoft.com/office/drawing/2014/main" id="{13FAEE70-23DF-32EE-8E72-3CEA2D9A5196}"/>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5" name="Freeform: Shape 5434">
                <a:extLst>
                  <a:ext uri="{FF2B5EF4-FFF2-40B4-BE49-F238E27FC236}">
                    <a16:creationId xmlns:a16="http://schemas.microsoft.com/office/drawing/2014/main" id="{AF9918F7-0768-D992-0832-18BEA2468959}"/>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6" name="Freeform: Shape 5435">
                <a:extLst>
                  <a:ext uri="{FF2B5EF4-FFF2-40B4-BE49-F238E27FC236}">
                    <a16:creationId xmlns:a16="http://schemas.microsoft.com/office/drawing/2014/main" id="{44ABF854-33F5-B8DC-32DC-8B77B03C47D6}"/>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7" name="Freeform: Shape 5436">
                <a:extLst>
                  <a:ext uri="{FF2B5EF4-FFF2-40B4-BE49-F238E27FC236}">
                    <a16:creationId xmlns:a16="http://schemas.microsoft.com/office/drawing/2014/main" id="{AF79FEA5-A408-E04C-FD1C-BCE4401BA14F}"/>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8" name="Freeform: Shape 5437">
                <a:extLst>
                  <a:ext uri="{FF2B5EF4-FFF2-40B4-BE49-F238E27FC236}">
                    <a16:creationId xmlns:a16="http://schemas.microsoft.com/office/drawing/2014/main" id="{44B7BEF7-A6F5-AA0E-E8C9-01FA0E3A15A5}"/>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9" name="Freeform: Shape 5438">
                <a:extLst>
                  <a:ext uri="{FF2B5EF4-FFF2-40B4-BE49-F238E27FC236}">
                    <a16:creationId xmlns:a16="http://schemas.microsoft.com/office/drawing/2014/main" id="{CFE2FA93-16DF-4986-856D-8B7E0667DA62}"/>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0" name="Freeform: Shape 5439">
                <a:extLst>
                  <a:ext uri="{FF2B5EF4-FFF2-40B4-BE49-F238E27FC236}">
                    <a16:creationId xmlns:a16="http://schemas.microsoft.com/office/drawing/2014/main" id="{F911B093-F399-28FC-42BC-6446935A965E}"/>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1" name="Freeform: Shape 5440">
                <a:extLst>
                  <a:ext uri="{FF2B5EF4-FFF2-40B4-BE49-F238E27FC236}">
                    <a16:creationId xmlns:a16="http://schemas.microsoft.com/office/drawing/2014/main" id="{EE69016C-19CD-56E5-F066-AF2E08034988}"/>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2" name="Freeform: Shape 5441">
                <a:extLst>
                  <a:ext uri="{FF2B5EF4-FFF2-40B4-BE49-F238E27FC236}">
                    <a16:creationId xmlns:a16="http://schemas.microsoft.com/office/drawing/2014/main" id="{E7735FA1-1891-2FCE-859D-F2451C348ABF}"/>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3" name="Freeform: Shape 5442">
                <a:extLst>
                  <a:ext uri="{FF2B5EF4-FFF2-40B4-BE49-F238E27FC236}">
                    <a16:creationId xmlns:a16="http://schemas.microsoft.com/office/drawing/2014/main" id="{46C60FFF-0997-29C7-213D-0391BF713E5E}"/>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4" name="Freeform: Shape 5443">
                <a:extLst>
                  <a:ext uri="{FF2B5EF4-FFF2-40B4-BE49-F238E27FC236}">
                    <a16:creationId xmlns:a16="http://schemas.microsoft.com/office/drawing/2014/main" id="{1BBA4C0F-4C56-5945-B68A-D375800D494D}"/>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5" name="Freeform: Shape 5444">
                <a:extLst>
                  <a:ext uri="{FF2B5EF4-FFF2-40B4-BE49-F238E27FC236}">
                    <a16:creationId xmlns:a16="http://schemas.microsoft.com/office/drawing/2014/main" id="{CF17F360-9192-51AD-93CF-0BEB7F8A9D91}"/>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6" name="Freeform: Shape 5445">
                <a:extLst>
                  <a:ext uri="{FF2B5EF4-FFF2-40B4-BE49-F238E27FC236}">
                    <a16:creationId xmlns:a16="http://schemas.microsoft.com/office/drawing/2014/main" id="{E1DE5578-62B2-C3AA-6AC8-989484FCA320}"/>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7" name="Freeform: Shape 5446">
                <a:extLst>
                  <a:ext uri="{FF2B5EF4-FFF2-40B4-BE49-F238E27FC236}">
                    <a16:creationId xmlns:a16="http://schemas.microsoft.com/office/drawing/2014/main" id="{A1A6013A-F589-2B34-9AFE-0C6445BC6B2F}"/>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8" name="Freeform: Shape 5447">
                <a:extLst>
                  <a:ext uri="{FF2B5EF4-FFF2-40B4-BE49-F238E27FC236}">
                    <a16:creationId xmlns:a16="http://schemas.microsoft.com/office/drawing/2014/main" id="{0D375CD8-6E98-6765-210C-8B0718822305}"/>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9" name="Freeform: Shape 5448">
                <a:extLst>
                  <a:ext uri="{FF2B5EF4-FFF2-40B4-BE49-F238E27FC236}">
                    <a16:creationId xmlns:a16="http://schemas.microsoft.com/office/drawing/2014/main" id="{11FE9CB6-3ED0-0D65-0373-6A356736854A}"/>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0" name="Freeform: Shape 5449">
                <a:extLst>
                  <a:ext uri="{FF2B5EF4-FFF2-40B4-BE49-F238E27FC236}">
                    <a16:creationId xmlns:a16="http://schemas.microsoft.com/office/drawing/2014/main" id="{065C7C4A-2BCC-7A27-8EE6-ED868F2FDD1A}"/>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1" name="Freeform: Shape 5450">
                <a:extLst>
                  <a:ext uri="{FF2B5EF4-FFF2-40B4-BE49-F238E27FC236}">
                    <a16:creationId xmlns:a16="http://schemas.microsoft.com/office/drawing/2014/main" id="{B91D2D46-7C81-50E5-08DB-272CB852EFD9}"/>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2" name="Freeform: Shape 5451">
                <a:extLst>
                  <a:ext uri="{FF2B5EF4-FFF2-40B4-BE49-F238E27FC236}">
                    <a16:creationId xmlns:a16="http://schemas.microsoft.com/office/drawing/2014/main" id="{AF4CFFC4-7654-07EC-18C9-E29F1007661D}"/>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3" name="Freeform: Shape 5452">
                <a:extLst>
                  <a:ext uri="{FF2B5EF4-FFF2-40B4-BE49-F238E27FC236}">
                    <a16:creationId xmlns:a16="http://schemas.microsoft.com/office/drawing/2014/main" id="{8F55A1F9-33D6-132F-9346-DF098EF6DE0F}"/>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4" name="Freeform: Shape 5453">
                <a:extLst>
                  <a:ext uri="{FF2B5EF4-FFF2-40B4-BE49-F238E27FC236}">
                    <a16:creationId xmlns:a16="http://schemas.microsoft.com/office/drawing/2014/main" id="{504775BA-1B48-B058-9879-ACA496D55390}"/>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5" name="Freeform: Shape 5454">
                <a:extLst>
                  <a:ext uri="{FF2B5EF4-FFF2-40B4-BE49-F238E27FC236}">
                    <a16:creationId xmlns:a16="http://schemas.microsoft.com/office/drawing/2014/main" id="{21C7DED9-CB39-7B7D-C239-677E7D93AE84}"/>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6" name="Freeform: Shape 5455">
                <a:extLst>
                  <a:ext uri="{FF2B5EF4-FFF2-40B4-BE49-F238E27FC236}">
                    <a16:creationId xmlns:a16="http://schemas.microsoft.com/office/drawing/2014/main" id="{5A261263-A1C9-2E3E-9658-0B8C3B6CD798}"/>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7" name="Freeform: Shape 5456">
                <a:extLst>
                  <a:ext uri="{FF2B5EF4-FFF2-40B4-BE49-F238E27FC236}">
                    <a16:creationId xmlns:a16="http://schemas.microsoft.com/office/drawing/2014/main" id="{B8A10659-99FA-D1BB-3EAD-C1FB6FB60AED}"/>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8" name="Freeform: Shape 5457">
                <a:extLst>
                  <a:ext uri="{FF2B5EF4-FFF2-40B4-BE49-F238E27FC236}">
                    <a16:creationId xmlns:a16="http://schemas.microsoft.com/office/drawing/2014/main" id="{17BDA21D-40D5-024D-FC08-110C9BE8160C}"/>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9" name="Freeform: Shape 5458">
                <a:extLst>
                  <a:ext uri="{FF2B5EF4-FFF2-40B4-BE49-F238E27FC236}">
                    <a16:creationId xmlns:a16="http://schemas.microsoft.com/office/drawing/2014/main" id="{3FE21FAA-D2BD-E084-97B5-434E83BA1912}"/>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0" name="Freeform: Shape 5459">
                <a:extLst>
                  <a:ext uri="{FF2B5EF4-FFF2-40B4-BE49-F238E27FC236}">
                    <a16:creationId xmlns:a16="http://schemas.microsoft.com/office/drawing/2014/main" id="{DF47DDB5-3A5B-56FE-4C18-41CF2C31290E}"/>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1" name="Freeform: Shape 5460">
                <a:extLst>
                  <a:ext uri="{FF2B5EF4-FFF2-40B4-BE49-F238E27FC236}">
                    <a16:creationId xmlns:a16="http://schemas.microsoft.com/office/drawing/2014/main" id="{636AA0F3-91D9-6F64-A345-33DCF07618CF}"/>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2" name="Freeform: Shape 5461">
                <a:extLst>
                  <a:ext uri="{FF2B5EF4-FFF2-40B4-BE49-F238E27FC236}">
                    <a16:creationId xmlns:a16="http://schemas.microsoft.com/office/drawing/2014/main" id="{2B20AE5F-DBED-DF2D-C8D0-B0B417B17C2B}"/>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3" name="Freeform: Shape 5462">
                <a:extLst>
                  <a:ext uri="{FF2B5EF4-FFF2-40B4-BE49-F238E27FC236}">
                    <a16:creationId xmlns:a16="http://schemas.microsoft.com/office/drawing/2014/main" id="{F5A6B701-8836-E71C-50F1-69FFD3751F10}"/>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4" name="Freeform: Shape 5463">
                <a:extLst>
                  <a:ext uri="{FF2B5EF4-FFF2-40B4-BE49-F238E27FC236}">
                    <a16:creationId xmlns:a16="http://schemas.microsoft.com/office/drawing/2014/main" id="{64DA29C1-45D1-3671-3FD2-0607E8EBA433}"/>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5" name="Freeform: Shape 5464">
                <a:extLst>
                  <a:ext uri="{FF2B5EF4-FFF2-40B4-BE49-F238E27FC236}">
                    <a16:creationId xmlns:a16="http://schemas.microsoft.com/office/drawing/2014/main" id="{5B8E1231-4C00-4FE1-34A0-ED558D9771CC}"/>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6" name="Freeform: Shape 5465">
                <a:extLst>
                  <a:ext uri="{FF2B5EF4-FFF2-40B4-BE49-F238E27FC236}">
                    <a16:creationId xmlns:a16="http://schemas.microsoft.com/office/drawing/2014/main" id="{DEE99EB3-3B4F-DC3B-C9E9-9FF1CCF7AF48}"/>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7" name="Freeform: Shape 5466">
                <a:extLst>
                  <a:ext uri="{FF2B5EF4-FFF2-40B4-BE49-F238E27FC236}">
                    <a16:creationId xmlns:a16="http://schemas.microsoft.com/office/drawing/2014/main" id="{98AE0829-EB8B-39BE-A07C-BFB883454FDC}"/>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8" name="Freeform: Shape 5467">
                <a:extLst>
                  <a:ext uri="{FF2B5EF4-FFF2-40B4-BE49-F238E27FC236}">
                    <a16:creationId xmlns:a16="http://schemas.microsoft.com/office/drawing/2014/main" id="{03723BA9-3A9C-28F1-A193-5037B51C6618}"/>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9" name="Freeform: Shape 5468">
                <a:extLst>
                  <a:ext uri="{FF2B5EF4-FFF2-40B4-BE49-F238E27FC236}">
                    <a16:creationId xmlns:a16="http://schemas.microsoft.com/office/drawing/2014/main" id="{6121B55C-68C6-E9E4-0D32-3F443FC84401}"/>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0" name="Freeform: Shape 5469">
                <a:extLst>
                  <a:ext uri="{FF2B5EF4-FFF2-40B4-BE49-F238E27FC236}">
                    <a16:creationId xmlns:a16="http://schemas.microsoft.com/office/drawing/2014/main" id="{3E937EC4-8033-21A0-B15A-83EFAF527B73}"/>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1" name="Freeform: Shape 5470">
                <a:extLst>
                  <a:ext uri="{FF2B5EF4-FFF2-40B4-BE49-F238E27FC236}">
                    <a16:creationId xmlns:a16="http://schemas.microsoft.com/office/drawing/2014/main" id="{E712B552-FE06-7E8F-8ADE-E33B20422B97}"/>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2" name="Freeform: Shape 5471">
                <a:extLst>
                  <a:ext uri="{FF2B5EF4-FFF2-40B4-BE49-F238E27FC236}">
                    <a16:creationId xmlns:a16="http://schemas.microsoft.com/office/drawing/2014/main" id="{43DB118B-E087-769F-CACF-3859016FB0A3}"/>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3" name="Freeform: Shape 5472">
                <a:extLst>
                  <a:ext uri="{FF2B5EF4-FFF2-40B4-BE49-F238E27FC236}">
                    <a16:creationId xmlns:a16="http://schemas.microsoft.com/office/drawing/2014/main" id="{BAFF51C5-CE86-C539-6B03-847025D7B33F}"/>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4" name="Freeform: Shape 5473">
                <a:extLst>
                  <a:ext uri="{FF2B5EF4-FFF2-40B4-BE49-F238E27FC236}">
                    <a16:creationId xmlns:a16="http://schemas.microsoft.com/office/drawing/2014/main" id="{FF4F273A-1127-EE58-546A-08138F69FC02}"/>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5" name="Freeform: Shape 5474">
                <a:extLst>
                  <a:ext uri="{FF2B5EF4-FFF2-40B4-BE49-F238E27FC236}">
                    <a16:creationId xmlns:a16="http://schemas.microsoft.com/office/drawing/2014/main" id="{0BB97B67-FA13-4248-E70F-9523D71D6CD0}"/>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6" name="Freeform: Shape 5475">
                <a:extLst>
                  <a:ext uri="{FF2B5EF4-FFF2-40B4-BE49-F238E27FC236}">
                    <a16:creationId xmlns:a16="http://schemas.microsoft.com/office/drawing/2014/main" id="{345249C3-C111-892F-6830-F04093E6E5F5}"/>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7" name="Freeform: Shape 5476">
                <a:extLst>
                  <a:ext uri="{FF2B5EF4-FFF2-40B4-BE49-F238E27FC236}">
                    <a16:creationId xmlns:a16="http://schemas.microsoft.com/office/drawing/2014/main" id="{DA37219F-2F87-3599-4510-E38A02A94EDD}"/>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8" name="Freeform: Shape 5477">
                <a:extLst>
                  <a:ext uri="{FF2B5EF4-FFF2-40B4-BE49-F238E27FC236}">
                    <a16:creationId xmlns:a16="http://schemas.microsoft.com/office/drawing/2014/main" id="{BE87D606-497D-E747-0523-C1BD89DA759C}"/>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9" name="Freeform: Shape 5478">
                <a:extLst>
                  <a:ext uri="{FF2B5EF4-FFF2-40B4-BE49-F238E27FC236}">
                    <a16:creationId xmlns:a16="http://schemas.microsoft.com/office/drawing/2014/main" id="{D6A0D252-5EF5-97A0-DDF3-CA1CB41DA80C}"/>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0" name="Freeform: Shape 5479">
                <a:extLst>
                  <a:ext uri="{FF2B5EF4-FFF2-40B4-BE49-F238E27FC236}">
                    <a16:creationId xmlns:a16="http://schemas.microsoft.com/office/drawing/2014/main" id="{4675F10A-5D5A-85DC-809E-34603117A443}"/>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1" name="Freeform: Shape 5480">
                <a:extLst>
                  <a:ext uri="{FF2B5EF4-FFF2-40B4-BE49-F238E27FC236}">
                    <a16:creationId xmlns:a16="http://schemas.microsoft.com/office/drawing/2014/main" id="{A983FDE6-9C6A-6F0B-C73B-85D20AAAE46A}"/>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2" name="Freeform: Shape 5481">
                <a:extLst>
                  <a:ext uri="{FF2B5EF4-FFF2-40B4-BE49-F238E27FC236}">
                    <a16:creationId xmlns:a16="http://schemas.microsoft.com/office/drawing/2014/main" id="{1D3A3138-F080-2BC3-7E5B-96ED08E867C1}"/>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3" name="Freeform: Shape 5482">
                <a:extLst>
                  <a:ext uri="{FF2B5EF4-FFF2-40B4-BE49-F238E27FC236}">
                    <a16:creationId xmlns:a16="http://schemas.microsoft.com/office/drawing/2014/main" id="{BE2A5D81-104A-7465-ACEC-AE01E53EA7C9}"/>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4" name="Freeform: Shape 5483">
                <a:extLst>
                  <a:ext uri="{FF2B5EF4-FFF2-40B4-BE49-F238E27FC236}">
                    <a16:creationId xmlns:a16="http://schemas.microsoft.com/office/drawing/2014/main" id="{8AAE01CA-E8EA-32C3-B928-13CD0E2245C3}"/>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5" name="Freeform: Shape 5484">
                <a:extLst>
                  <a:ext uri="{FF2B5EF4-FFF2-40B4-BE49-F238E27FC236}">
                    <a16:creationId xmlns:a16="http://schemas.microsoft.com/office/drawing/2014/main" id="{2357FF17-0D10-93FD-D454-077CA20A4F53}"/>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6" name="Freeform: Shape 5485">
                <a:extLst>
                  <a:ext uri="{FF2B5EF4-FFF2-40B4-BE49-F238E27FC236}">
                    <a16:creationId xmlns:a16="http://schemas.microsoft.com/office/drawing/2014/main" id="{2CB1EF3F-8628-17B8-8EEB-21CD63423116}"/>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7" name="Freeform: Shape 5486">
                <a:extLst>
                  <a:ext uri="{FF2B5EF4-FFF2-40B4-BE49-F238E27FC236}">
                    <a16:creationId xmlns:a16="http://schemas.microsoft.com/office/drawing/2014/main" id="{F4A36CF0-8FD8-7708-205B-FF477C63A5E8}"/>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8" name="Freeform: Shape 5487">
                <a:extLst>
                  <a:ext uri="{FF2B5EF4-FFF2-40B4-BE49-F238E27FC236}">
                    <a16:creationId xmlns:a16="http://schemas.microsoft.com/office/drawing/2014/main" id="{D2F33575-A486-9982-915E-F3D5BC6212B7}"/>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9" name="Freeform: Shape 5488">
                <a:extLst>
                  <a:ext uri="{FF2B5EF4-FFF2-40B4-BE49-F238E27FC236}">
                    <a16:creationId xmlns:a16="http://schemas.microsoft.com/office/drawing/2014/main" id="{12269FCC-9BAD-AD89-70F3-03BC6A723788}"/>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0" name="Freeform: Shape 5489">
                <a:extLst>
                  <a:ext uri="{FF2B5EF4-FFF2-40B4-BE49-F238E27FC236}">
                    <a16:creationId xmlns:a16="http://schemas.microsoft.com/office/drawing/2014/main" id="{5A806D84-4E8A-0BE0-25F5-43BD641CC35B}"/>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1" name="Freeform: Shape 5490">
                <a:extLst>
                  <a:ext uri="{FF2B5EF4-FFF2-40B4-BE49-F238E27FC236}">
                    <a16:creationId xmlns:a16="http://schemas.microsoft.com/office/drawing/2014/main" id="{028D04CD-FD09-EC9B-2CC2-3D07DB376E71}"/>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2" name="Freeform: Shape 5491">
                <a:extLst>
                  <a:ext uri="{FF2B5EF4-FFF2-40B4-BE49-F238E27FC236}">
                    <a16:creationId xmlns:a16="http://schemas.microsoft.com/office/drawing/2014/main" id="{BA40453E-AD83-3360-F68C-95D53428D958}"/>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3" name="Freeform: Shape 5492">
                <a:extLst>
                  <a:ext uri="{FF2B5EF4-FFF2-40B4-BE49-F238E27FC236}">
                    <a16:creationId xmlns:a16="http://schemas.microsoft.com/office/drawing/2014/main" id="{490BF063-9739-9401-0E68-CA877F3B0D4B}"/>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4" name="Freeform: Shape 5493">
                <a:extLst>
                  <a:ext uri="{FF2B5EF4-FFF2-40B4-BE49-F238E27FC236}">
                    <a16:creationId xmlns:a16="http://schemas.microsoft.com/office/drawing/2014/main" id="{8FC5BE0F-7F07-5DFA-2DDD-A3C0B9A8B534}"/>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5" name="Freeform: Shape 5494">
                <a:extLst>
                  <a:ext uri="{FF2B5EF4-FFF2-40B4-BE49-F238E27FC236}">
                    <a16:creationId xmlns:a16="http://schemas.microsoft.com/office/drawing/2014/main" id="{D6B160A3-3E7C-8B53-2F9B-AA1B5C947CC1}"/>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6" name="Freeform: Shape 5495">
                <a:extLst>
                  <a:ext uri="{FF2B5EF4-FFF2-40B4-BE49-F238E27FC236}">
                    <a16:creationId xmlns:a16="http://schemas.microsoft.com/office/drawing/2014/main" id="{2C3B7E9B-8D42-D2DB-5982-81181C994BC3}"/>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7" name="Freeform: Shape 5496">
                <a:extLst>
                  <a:ext uri="{FF2B5EF4-FFF2-40B4-BE49-F238E27FC236}">
                    <a16:creationId xmlns:a16="http://schemas.microsoft.com/office/drawing/2014/main" id="{88FC16C3-4F75-9923-D9D8-EC0D5FE3A15E}"/>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8" name="Freeform: Shape 5497">
                <a:extLst>
                  <a:ext uri="{FF2B5EF4-FFF2-40B4-BE49-F238E27FC236}">
                    <a16:creationId xmlns:a16="http://schemas.microsoft.com/office/drawing/2014/main" id="{ABD2CEB3-44A3-96D0-0C76-1105DAAD8771}"/>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9" name="Freeform: Shape 5498">
                <a:extLst>
                  <a:ext uri="{FF2B5EF4-FFF2-40B4-BE49-F238E27FC236}">
                    <a16:creationId xmlns:a16="http://schemas.microsoft.com/office/drawing/2014/main" id="{C6E842A7-1A7B-FCAE-6E24-2A34B9AA28A0}"/>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0" name="Freeform: Shape 5499">
                <a:extLst>
                  <a:ext uri="{FF2B5EF4-FFF2-40B4-BE49-F238E27FC236}">
                    <a16:creationId xmlns:a16="http://schemas.microsoft.com/office/drawing/2014/main" id="{7141E7B0-4134-1195-8A25-C5689B4DC1BA}"/>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1" name="Freeform: Shape 5500">
                <a:extLst>
                  <a:ext uri="{FF2B5EF4-FFF2-40B4-BE49-F238E27FC236}">
                    <a16:creationId xmlns:a16="http://schemas.microsoft.com/office/drawing/2014/main" id="{94C858B1-A361-83F0-0CA8-6417EC4079A1}"/>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2" name="Freeform: Shape 5501">
                <a:extLst>
                  <a:ext uri="{FF2B5EF4-FFF2-40B4-BE49-F238E27FC236}">
                    <a16:creationId xmlns:a16="http://schemas.microsoft.com/office/drawing/2014/main" id="{6D86F1C6-52AD-F986-68EE-020597B06E8F}"/>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3" name="Freeform: Shape 5502">
                <a:extLst>
                  <a:ext uri="{FF2B5EF4-FFF2-40B4-BE49-F238E27FC236}">
                    <a16:creationId xmlns:a16="http://schemas.microsoft.com/office/drawing/2014/main" id="{145F7AB2-82AA-BF8E-424F-2ADC8EC700BA}"/>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4" name="Freeform: Shape 5503">
                <a:extLst>
                  <a:ext uri="{FF2B5EF4-FFF2-40B4-BE49-F238E27FC236}">
                    <a16:creationId xmlns:a16="http://schemas.microsoft.com/office/drawing/2014/main" id="{89D26459-33E4-11BB-3E34-D28BB271B476}"/>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5" name="Freeform: Shape 5504">
                <a:extLst>
                  <a:ext uri="{FF2B5EF4-FFF2-40B4-BE49-F238E27FC236}">
                    <a16:creationId xmlns:a16="http://schemas.microsoft.com/office/drawing/2014/main" id="{21D96C9A-84A4-5350-BB33-033332D63844}"/>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6" name="Freeform: Shape 5505">
                <a:extLst>
                  <a:ext uri="{FF2B5EF4-FFF2-40B4-BE49-F238E27FC236}">
                    <a16:creationId xmlns:a16="http://schemas.microsoft.com/office/drawing/2014/main" id="{7982CF1E-DCE7-545F-FD51-B31AC5236C6A}"/>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7" name="Freeform: Shape 5506">
                <a:extLst>
                  <a:ext uri="{FF2B5EF4-FFF2-40B4-BE49-F238E27FC236}">
                    <a16:creationId xmlns:a16="http://schemas.microsoft.com/office/drawing/2014/main" id="{7FCBB396-4776-EE49-F02A-2497B09120D6}"/>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8" name="Freeform: Shape 5507">
                <a:extLst>
                  <a:ext uri="{FF2B5EF4-FFF2-40B4-BE49-F238E27FC236}">
                    <a16:creationId xmlns:a16="http://schemas.microsoft.com/office/drawing/2014/main" id="{06E8356E-3B26-DA01-8DC1-301AA5A9344B}"/>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9" name="Freeform: Shape 5508">
                <a:extLst>
                  <a:ext uri="{FF2B5EF4-FFF2-40B4-BE49-F238E27FC236}">
                    <a16:creationId xmlns:a16="http://schemas.microsoft.com/office/drawing/2014/main" id="{CA15791A-5E5A-C95C-9D48-67943D89BA98}"/>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0" name="Freeform: Shape 5509">
                <a:extLst>
                  <a:ext uri="{FF2B5EF4-FFF2-40B4-BE49-F238E27FC236}">
                    <a16:creationId xmlns:a16="http://schemas.microsoft.com/office/drawing/2014/main" id="{AAE20979-9E1C-A99C-C01D-AEC23B67713E}"/>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1" name="Freeform: Shape 5510">
                <a:extLst>
                  <a:ext uri="{FF2B5EF4-FFF2-40B4-BE49-F238E27FC236}">
                    <a16:creationId xmlns:a16="http://schemas.microsoft.com/office/drawing/2014/main" id="{22862C1C-1CEC-84FA-F1D8-5908E8153942}"/>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2" name="Freeform: Shape 5511">
                <a:extLst>
                  <a:ext uri="{FF2B5EF4-FFF2-40B4-BE49-F238E27FC236}">
                    <a16:creationId xmlns:a16="http://schemas.microsoft.com/office/drawing/2014/main" id="{22593607-5AD4-341D-4EBE-84D395A5A9EF}"/>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3" name="Freeform: Shape 5512">
                <a:extLst>
                  <a:ext uri="{FF2B5EF4-FFF2-40B4-BE49-F238E27FC236}">
                    <a16:creationId xmlns:a16="http://schemas.microsoft.com/office/drawing/2014/main" id="{5B0B736E-E75A-DF84-3B71-89A5527A53D1}"/>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4" name="Freeform: Shape 5513">
                <a:extLst>
                  <a:ext uri="{FF2B5EF4-FFF2-40B4-BE49-F238E27FC236}">
                    <a16:creationId xmlns:a16="http://schemas.microsoft.com/office/drawing/2014/main" id="{5B3DB6A1-A067-5C22-9D72-91F1CE590273}"/>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5" name="Freeform: Shape 5514">
                <a:extLst>
                  <a:ext uri="{FF2B5EF4-FFF2-40B4-BE49-F238E27FC236}">
                    <a16:creationId xmlns:a16="http://schemas.microsoft.com/office/drawing/2014/main" id="{73D35B14-1D45-BC1B-9671-B66AE03DC104}"/>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6" name="Freeform: Shape 5515">
                <a:extLst>
                  <a:ext uri="{FF2B5EF4-FFF2-40B4-BE49-F238E27FC236}">
                    <a16:creationId xmlns:a16="http://schemas.microsoft.com/office/drawing/2014/main" id="{60BE1B6C-0873-D7AF-661C-9FCD0EA87140}"/>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7" name="Freeform: Shape 5516">
                <a:extLst>
                  <a:ext uri="{FF2B5EF4-FFF2-40B4-BE49-F238E27FC236}">
                    <a16:creationId xmlns:a16="http://schemas.microsoft.com/office/drawing/2014/main" id="{803A33FB-352D-5DC6-F246-D5ED698D8EF8}"/>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8" name="Freeform: Shape 5517">
                <a:extLst>
                  <a:ext uri="{FF2B5EF4-FFF2-40B4-BE49-F238E27FC236}">
                    <a16:creationId xmlns:a16="http://schemas.microsoft.com/office/drawing/2014/main" id="{04C822F3-3913-0359-150D-D14EC28ABEAC}"/>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9" name="Freeform: Shape 5518">
                <a:extLst>
                  <a:ext uri="{FF2B5EF4-FFF2-40B4-BE49-F238E27FC236}">
                    <a16:creationId xmlns:a16="http://schemas.microsoft.com/office/drawing/2014/main" id="{427E6414-0A00-F9F8-3D74-57AF5DCFDAEE}"/>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0" name="Freeform: Shape 5519">
                <a:extLst>
                  <a:ext uri="{FF2B5EF4-FFF2-40B4-BE49-F238E27FC236}">
                    <a16:creationId xmlns:a16="http://schemas.microsoft.com/office/drawing/2014/main" id="{ADEE8058-D004-FB14-58BF-9E047F81E78E}"/>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1" name="Freeform: Shape 5520">
                <a:extLst>
                  <a:ext uri="{FF2B5EF4-FFF2-40B4-BE49-F238E27FC236}">
                    <a16:creationId xmlns:a16="http://schemas.microsoft.com/office/drawing/2014/main" id="{8F0A2181-9B1D-9416-355F-0A5EA37B8020}"/>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2" name="Freeform: Shape 5521">
                <a:extLst>
                  <a:ext uri="{FF2B5EF4-FFF2-40B4-BE49-F238E27FC236}">
                    <a16:creationId xmlns:a16="http://schemas.microsoft.com/office/drawing/2014/main" id="{58FEB736-8DDB-B6B0-0507-C433A71C2125}"/>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3" name="Freeform: Shape 5522">
                <a:extLst>
                  <a:ext uri="{FF2B5EF4-FFF2-40B4-BE49-F238E27FC236}">
                    <a16:creationId xmlns:a16="http://schemas.microsoft.com/office/drawing/2014/main" id="{901A09C8-A06F-00C8-C4E0-99BC064FD392}"/>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4" name="Freeform: Shape 5523">
                <a:extLst>
                  <a:ext uri="{FF2B5EF4-FFF2-40B4-BE49-F238E27FC236}">
                    <a16:creationId xmlns:a16="http://schemas.microsoft.com/office/drawing/2014/main" id="{2FBFB0DF-7155-F3C4-D5C1-DBB716436C39}"/>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5" name="Freeform: Shape 5524">
                <a:extLst>
                  <a:ext uri="{FF2B5EF4-FFF2-40B4-BE49-F238E27FC236}">
                    <a16:creationId xmlns:a16="http://schemas.microsoft.com/office/drawing/2014/main" id="{163A629C-8B4B-6F5C-A1CE-0387EC0D68A7}"/>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6" name="Freeform: Shape 5525">
                <a:extLst>
                  <a:ext uri="{FF2B5EF4-FFF2-40B4-BE49-F238E27FC236}">
                    <a16:creationId xmlns:a16="http://schemas.microsoft.com/office/drawing/2014/main" id="{9DA21B34-D302-2DEB-0FFD-D3C97754A5D5}"/>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7" name="Freeform: Shape 5526">
                <a:extLst>
                  <a:ext uri="{FF2B5EF4-FFF2-40B4-BE49-F238E27FC236}">
                    <a16:creationId xmlns:a16="http://schemas.microsoft.com/office/drawing/2014/main" id="{227DA032-8EEC-0340-1E82-BE3A87C8C709}"/>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8" name="Freeform: Shape 5527">
                <a:extLst>
                  <a:ext uri="{FF2B5EF4-FFF2-40B4-BE49-F238E27FC236}">
                    <a16:creationId xmlns:a16="http://schemas.microsoft.com/office/drawing/2014/main" id="{1135B405-FDDC-E9F1-2381-67C08A653CB7}"/>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9" name="Freeform: Shape 5528">
                <a:extLst>
                  <a:ext uri="{FF2B5EF4-FFF2-40B4-BE49-F238E27FC236}">
                    <a16:creationId xmlns:a16="http://schemas.microsoft.com/office/drawing/2014/main" id="{79F6AC81-2851-3DFB-B8C2-7F7E89E7CA43}"/>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0" name="Freeform: Shape 5529">
                <a:extLst>
                  <a:ext uri="{FF2B5EF4-FFF2-40B4-BE49-F238E27FC236}">
                    <a16:creationId xmlns:a16="http://schemas.microsoft.com/office/drawing/2014/main" id="{51F04E0D-BDCD-ED3C-17AB-07172CD3DB70}"/>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1" name="Freeform: Shape 5530">
                <a:extLst>
                  <a:ext uri="{FF2B5EF4-FFF2-40B4-BE49-F238E27FC236}">
                    <a16:creationId xmlns:a16="http://schemas.microsoft.com/office/drawing/2014/main" id="{FC65344F-DD19-AE7F-34F9-3C3688703E71}"/>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2" name="Freeform: Shape 5531">
                <a:extLst>
                  <a:ext uri="{FF2B5EF4-FFF2-40B4-BE49-F238E27FC236}">
                    <a16:creationId xmlns:a16="http://schemas.microsoft.com/office/drawing/2014/main" id="{A20B3D8B-1E21-FB34-19FE-D0D874711CC7}"/>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3" name="Freeform: Shape 5532">
                <a:extLst>
                  <a:ext uri="{FF2B5EF4-FFF2-40B4-BE49-F238E27FC236}">
                    <a16:creationId xmlns:a16="http://schemas.microsoft.com/office/drawing/2014/main" id="{E61DBA94-DC62-B007-F670-2BDA5403BBC2}"/>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4" name="Freeform: Shape 5533">
                <a:extLst>
                  <a:ext uri="{FF2B5EF4-FFF2-40B4-BE49-F238E27FC236}">
                    <a16:creationId xmlns:a16="http://schemas.microsoft.com/office/drawing/2014/main" id="{65DACD2F-11BB-1A5A-5FA0-EAD0FEFE9C1C}"/>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5" name="Freeform: Shape 5534">
                <a:extLst>
                  <a:ext uri="{FF2B5EF4-FFF2-40B4-BE49-F238E27FC236}">
                    <a16:creationId xmlns:a16="http://schemas.microsoft.com/office/drawing/2014/main" id="{23788C31-5857-8B36-9AB5-2F8B1A2EDE7F}"/>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6" name="Freeform: Shape 5535">
                <a:extLst>
                  <a:ext uri="{FF2B5EF4-FFF2-40B4-BE49-F238E27FC236}">
                    <a16:creationId xmlns:a16="http://schemas.microsoft.com/office/drawing/2014/main" id="{3B7E0A3B-2F94-A4D0-216E-D154915E078E}"/>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7" name="Freeform: Shape 5536">
                <a:extLst>
                  <a:ext uri="{FF2B5EF4-FFF2-40B4-BE49-F238E27FC236}">
                    <a16:creationId xmlns:a16="http://schemas.microsoft.com/office/drawing/2014/main" id="{2CDF1FB6-5D85-4450-1683-D9BB0AE8ACC5}"/>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8" name="Freeform: Shape 5537">
                <a:extLst>
                  <a:ext uri="{FF2B5EF4-FFF2-40B4-BE49-F238E27FC236}">
                    <a16:creationId xmlns:a16="http://schemas.microsoft.com/office/drawing/2014/main" id="{F961C04F-A927-B1A6-4BA6-2C2A9EE7FE8E}"/>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9" name="Freeform: Shape 5538">
                <a:extLst>
                  <a:ext uri="{FF2B5EF4-FFF2-40B4-BE49-F238E27FC236}">
                    <a16:creationId xmlns:a16="http://schemas.microsoft.com/office/drawing/2014/main" id="{77149DB6-2113-CB2E-C04A-CF10872562E7}"/>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0" name="Freeform: Shape 5539">
                <a:extLst>
                  <a:ext uri="{FF2B5EF4-FFF2-40B4-BE49-F238E27FC236}">
                    <a16:creationId xmlns:a16="http://schemas.microsoft.com/office/drawing/2014/main" id="{B47514C0-6875-45E9-7FC1-DBDBCCA97BB2}"/>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1" name="Freeform: Shape 5540">
                <a:extLst>
                  <a:ext uri="{FF2B5EF4-FFF2-40B4-BE49-F238E27FC236}">
                    <a16:creationId xmlns:a16="http://schemas.microsoft.com/office/drawing/2014/main" id="{AD7DA0B8-7018-B735-5708-C456329F5A3B}"/>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2" name="Freeform: Shape 5541">
                <a:extLst>
                  <a:ext uri="{FF2B5EF4-FFF2-40B4-BE49-F238E27FC236}">
                    <a16:creationId xmlns:a16="http://schemas.microsoft.com/office/drawing/2014/main" id="{A24B0973-FC8E-889F-3DC5-5E09FAB693EC}"/>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3" name="Freeform: Shape 5542">
                <a:extLst>
                  <a:ext uri="{FF2B5EF4-FFF2-40B4-BE49-F238E27FC236}">
                    <a16:creationId xmlns:a16="http://schemas.microsoft.com/office/drawing/2014/main" id="{06584993-6214-140A-4BDE-80AF86A833C2}"/>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4" name="Freeform: Shape 5543">
                <a:extLst>
                  <a:ext uri="{FF2B5EF4-FFF2-40B4-BE49-F238E27FC236}">
                    <a16:creationId xmlns:a16="http://schemas.microsoft.com/office/drawing/2014/main" id="{DD8B084E-717E-317B-6C6D-956461F95FCE}"/>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5" name="Freeform: Shape 5544">
                <a:extLst>
                  <a:ext uri="{FF2B5EF4-FFF2-40B4-BE49-F238E27FC236}">
                    <a16:creationId xmlns:a16="http://schemas.microsoft.com/office/drawing/2014/main" id="{B9EC103E-0A3E-52C9-C8EF-005574555B51}"/>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6" name="Freeform: Shape 5545">
                <a:extLst>
                  <a:ext uri="{FF2B5EF4-FFF2-40B4-BE49-F238E27FC236}">
                    <a16:creationId xmlns:a16="http://schemas.microsoft.com/office/drawing/2014/main" id="{9D497F44-0D8A-81C5-2531-89776712B9AB}"/>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7" name="Freeform: Shape 5546">
                <a:extLst>
                  <a:ext uri="{FF2B5EF4-FFF2-40B4-BE49-F238E27FC236}">
                    <a16:creationId xmlns:a16="http://schemas.microsoft.com/office/drawing/2014/main" id="{18DF1E70-F297-B0F1-4FE2-2D4457C141B2}"/>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8" name="Freeform: Shape 5547">
                <a:extLst>
                  <a:ext uri="{FF2B5EF4-FFF2-40B4-BE49-F238E27FC236}">
                    <a16:creationId xmlns:a16="http://schemas.microsoft.com/office/drawing/2014/main" id="{97B6A73E-63C8-B1C8-270E-C333CCDCF9A3}"/>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9" name="Freeform: Shape 5548">
                <a:extLst>
                  <a:ext uri="{FF2B5EF4-FFF2-40B4-BE49-F238E27FC236}">
                    <a16:creationId xmlns:a16="http://schemas.microsoft.com/office/drawing/2014/main" id="{8EFF8B09-54CD-2AEB-2176-B63F075502B3}"/>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0" name="Freeform: Shape 5549">
                <a:extLst>
                  <a:ext uri="{FF2B5EF4-FFF2-40B4-BE49-F238E27FC236}">
                    <a16:creationId xmlns:a16="http://schemas.microsoft.com/office/drawing/2014/main" id="{99B26249-B0E7-FFA5-894B-BC1F532F658D}"/>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1" name="Freeform: Shape 5550">
                <a:extLst>
                  <a:ext uri="{FF2B5EF4-FFF2-40B4-BE49-F238E27FC236}">
                    <a16:creationId xmlns:a16="http://schemas.microsoft.com/office/drawing/2014/main" id="{0977631A-9102-6E5F-3889-153CBD4E2A04}"/>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2" name="Freeform: Shape 5551">
                <a:extLst>
                  <a:ext uri="{FF2B5EF4-FFF2-40B4-BE49-F238E27FC236}">
                    <a16:creationId xmlns:a16="http://schemas.microsoft.com/office/drawing/2014/main" id="{8ED04D9F-295F-3ECB-3784-4EDAF2CA4AA2}"/>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3" name="Freeform: Shape 5552">
                <a:extLst>
                  <a:ext uri="{FF2B5EF4-FFF2-40B4-BE49-F238E27FC236}">
                    <a16:creationId xmlns:a16="http://schemas.microsoft.com/office/drawing/2014/main" id="{89F65E54-8E09-E8FB-6A3D-7C69F3DA6A8F}"/>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4" name="Freeform: Shape 5553">
                <a:extLst>
                  <a:ext uri="{FF2B5EF4-FFF2-40B4-BE49-F238E27FC236}">
                    <a16:creationId xmlns:a16="http://schemas.microsoft.com/office/drawing/2014/main" id="{3B7524F7-D2BF-6924-4F2F-280754C24869}"/>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5" name="Freeform: Shape 5554">
                <a:extLst>
                  <a:ext uri="{FF2B5EF4-FFF2-40B4-BE49-F238E27FC236}">
                    <a16:creationId xmlns:a16="http://schemas.microsoft.com/office/drawing/2014/main" id="{E97CD8AF-60B3-2333-A1F1-49310BB1D7E3}"/>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6" name="Freeform: Shape 5555">
                <a:extLst>
                  <a:ext uri="{FF2B5EF4-FFF2-40B4-BE49-F238E27FC236}">
                    <a16:creationId xmlns:a16="http://schemas.microsoft.com/office/drawing/2014/main" id="{6D551C32-F657-F2F4-C94A-6F177CCBC48A}"/>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7" name="Freeform: Shape 5556">
                <a:extLst>
                  <a:ext uri="{FF2B5EF4-FFF2-40B4-BE49-F238E27FC236}">
                    <a16:creationId xmlns:a16="http://schemas.microsoft.com/office/drawing/2014/main" id="{C45DA95F-D08F-76FE-7518-28DEE06AE0EC}"/>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8" name="Freeform: Shape 5557">
                <a:extLst>
                  <a:ext uri="{FF2B5EF4-FFF2-40B4-BE49-F238E27FC236}">
                    <a16:creationId xmlns:a16="http://schemas.microsoft.com/office/drawing/2014/main" id="{63DA9FD9-5E47-9E01-53AF-11647C238065}"/>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9" name="Freeform: Shape 5558">
                <a:extLst>
                  <a:ext uri="{FF2B5EF4-FFF2-40B4-BE49-F238E27FC236}">
                    <a16:creationId xmlns:a16="http://schemas.microsoft.com/office/drawing/2014/main" id="{E2F2A173-2B74-B332-8D06-3A8D2EA13859}"/>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0" name="Freeform: Shape 5559">
                <a:extLst>
                  <a:ext uri="{FF2B5EF4-FFF2-40B4-BE49-F238E27FC236}">
                    <a16:creationId xmlns:a16="http://schemas.microsoft.com/office/drawing/2014/main" id="{63BF8F98-C431-B0F6-CC45-FF001838F0AE}"/>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1" name="Freeform: Shape 5560">
                <a:extLst>
                  <a:ext uri="{FF2B5EF4-FFF2-40B4-BE49-F238E27FC236}">
                    <a16:creationId xmlns:a16="http://schemas.microsoft.com/office/drawing/2014/main" id="{82543763-0742-CA60-FFD9-3B766B820861}"/>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2" name="Freeform: Shape 5561">
                <a:extLst>
                  <a:ext uri="{FF2B5EF4-FFF2-40B4-BE49-F238E27FC236}">
                    <a16:creationId xmlns:a16="http://schemas.microsoft.com/office/drawing/2014/main" id="{DD2189A3-C081-337A-C285-51EE4B75DBED}"/>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3" name="Freeform: Shape 5562">
                <a:extLst>
                  <a:ext uri="{FF2B5EF4-FFF2-40B4-BE49-F238E27FC236}">
                    <a16:creationId xmlns:a16="http://schemas.microsoft.com/office/drawing/2014/main" id="{B951BC58-6583-C645-2D1E-CAC73FEBC9FF}"/>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4" name="Freeform: Shape 5563">
                <a:extLst>
                  <a:ext uri="{FF2B5EF4-FFF2-40B4-BE49-F238E27FC236}">
                    <a16:creationId xmlns:a16="http://schemas.microsoft.com/office/drawing/2014/main" id="{BD4C8B5D-4720-8E3C-EF27-46F73C686A67}"/>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5" name="Freeform: Shape 5564">
                <a:extLst>
                  <a:ext uri="{FF2B5EF4-FFF2-40B4-BE49-F238E27FC236}">
                    <a16:creationId xmlns:a16="http://schemas.microsoft.com/office/drawing/2014/main" id="{AABF1CA4-4F55-0CA1-A115-B7C6147ECD1E}"/>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6" name="Freeform: Shape 5565">
                <a:extLst>
                  <a:ext uri="{FF2B5EF4-FFF2-40B4-BE49-F238E27FC236}">
                    <a16:creationId xmlns:a16="http://schemas.microsoft.com/office/drawing/2014/main" id="{BBCA34B9-43A8-0218-7FCA-9FC221BAA069}"/>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7" name="Freeform: Shape 5566">
                <a:extLst>
                  <a:ext uri="{FF2B5EF4-FFF2-40B4-BE49-F238E27FC236}">
                    <a16:creationId xmlns:a16="http://schemas.microsoft.com/office/drawing/2014/main" id="{E56CE1D7-DCC9-4C9C-76B5-57BEDAEC089F}"/>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8" name="Freeform: Shape 5567">
                <a:extLst>
                  <a:ext uri="{FF2B5EF4-FFF2-40B4-BE49-F238E27FC236}">
                    <a16:creationId xmlns:a16="http://schemas.microsoft.com/office/drawing/2014/main" id="{DBDE6BFF-762D-3C61-9218-445E9DC81A32}"/>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9" name="Freeform: Shape 5568">
                <a:extLst>
                  <a:ext uri="{FF2B5EF4-FFF2-40B4-BE49-F238E27FC236}">
                    <a16:creationId xmlns:a16="http://schemas.microsoft.com/office/drawing/2014/main" id="{AB37FD02-D87C-7C22-EAFD-79D59D6589EF}"/>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0" name="Freeform: Shape 5569">
                <a:extLst>
                  <a:ext uri="{FF2B5EF4-FFF2-40B4-BE49-F238E27FC236}">
                    <a16:creationId xmlns:a16="http://schemas.microsoft.com/office/drawing/2014/main" id="{A299C6FA-2544-AABF-B038-220124D99014}"/>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1" name="Freeform: Shape 5570">
                <a:extLst>
                  <a:ext uri="{FF2B5EF4-FFF2-40B4-BE49-F238E27FC236}">
                    <a16:creationId xmlns:a16="http://schemas.microsoft.com/office/drawing/2014/main" id="{0664D78F-674A-8089-E8CF-1A56F57CB5EF}"/>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2" name="Freeform: Shape 5571">
                <a:extLst>
                  <a:ext uri="{FF2B5EF4-FFF2-40B4-BE49-F238E27FC236}">
                    <a16:creationId xmlns:a16="http://schemas.microsoft.com/office/drawing/2014/main" id="{D86C8107-DCBF-7D0D-A593-E6A595F7406F}"/>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3" name="Freeform: Shape 5572">
                <a:extLst>
                  <a:ext uri="{FF2B5EF4-FFF2-40B4-BE49-F238E27FC236}">
                    <a16:creationId xmlns:a16="http://schemas.microsoft.com/office/drawing/2014/main" id="{F79F42DE-7981-1327-0A80-82A681EB4E22}"/>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4" name="Freeform: Shape 5573">
                <a:extLst>
                  <a:ext uri="{FF2B5EF4-FFF2-40B4-BE49-F238E27FC236}">
                    <a16:creationId xmlns:a16="http://schemas.microsoft.com/office/drawing/2014/main" id="{33570D2B-029A-0242-597A-7D7683EADA12}"/>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5" name="Freeform: Shape 5574">
                <a:extLst>
                  <a:ext uri="{FF2B5EF4-FFF2-40B4-BE49-F238E27FC236}">
                    <a16:creationId xmlns:a16="http://schemas.microsoft.com/office/drawing/2014/main" id="{7A4D6355-CE51-4049-CBC2-73762D819D12}"/>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6" name="Freeform: Shape 5575">
                <a:extLst>
                  <a:ext uri="{FF2B5EF4-FFF2-40B4-BE49-F238E27FC236}">
                    <a16:creationId xmlns:a16="http://schemas.microsoft.com/office/drawing/2014/main" id="{4806A971-E74B-B349-E0EB-FC90392B0DFD}"/>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7" name="Freeform: Shape 5576">
                <a:extLst>
                  <a:ext uri="{FF2B5EF4-FFF2-40B4-BE49-F238E27FC236}">
                    <a16:creationId xmlns:a16="http://schemas.microsoft.com/office/drawing/2014/main" id="{A2CEEEC2-0B5F-F10F-301E-65355BD299A2}"/>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8" name="Freeform: Shape 5577">
                <a:extLst>
                  <a:ext uri="{FF2B5EF4-FFF2-40B4-BE49-F238E27FC236}">
                    <a16:creationId xmlns:a16="http://schemas.microsoft.com/office/drawing/2014/main" id="{F99A7C05-639F-74B7-B2C8-D755BFC43737}"/>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9" name="Freeform: Shape 5578">
                <a:extLst>
                  <a:ext uri="{FF2B5EF4-FFF2-40B4-BE49-F238E27FC236}">
                    <a16:creationId xmlns:a16="http://schemas.microsoft.com/office/drawing/2014/main" id="{1DC0B2FB-48B1-1D5B-C3DB-0DCD491C7B28}"/>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0" name="Freeform: Shape 5579">
                <a:extLst>
                  <a:ext uri="{FF2B5EF4-FFF2-40B4-BE49-F238E27FC236}">
                    <a16:creationId xmlns:a16="http://schemas.microsoft.com/office/drawing/2014/main" id="{0444B724-F0C2-CBED-6B94-E0A450A3E7AA}"/>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1" name="Freeform: Shape 5580">
                <a:extLst>
                  <a:ext uri="{FF2B5EF4-FFF2-40B4-BE49-F238E27FC236}">
                    <a16:creationId xmlns:a16="http://schemas.microsoft.com/office/drawing/2014/main" id="{C50C203C-894F-A3CA-9444-2D3400DC8D95}"/>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2" name="Freeform: Shape 5581">
                <a:extLst>
                  <a:ext uri="{FF2B5EF4-FFF2-40B4-BE49-F238E27FC236}">
                    <a16:creationId xmlns:a16="http://schemas.microsoft.com/office/drawing/2014/main" id="{73FABC83-DA2B-65DA-9F32-40DD14D944D7}"/>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3" name="Freeform: Shape 5582">
                <a:extLst>
                  <a:ext uri="{FF2B5EF4-FFF2-40B4-BE49-F238E27FC236}">
                    <a16:creationId xmlns:a16="http://schemas.microsoft.com/office/drawing/2014/main" id="{4E1D693A-5F80-4232-E0FD-7EB2C5FB09F1}"/>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4" name="Freeform: Shape 5583">
                <a:extLst>
                  <a:ext uri="{FF2B5EF4-FFF2-40B4-BE49-F238E27FC236}">
                    <a16:creationId xmlns:a16="http://schemas.microsoft.com/office/drawing/2014/main" id="{4D8FD91C-CEAF-B04D-4200-5F6941270CD8}"/>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5" name="Freeform: Shape 5584">
                <a:extLst>
                  <a:ext uri="{FF2B5EF4-FFF2-40B4-BE49-F238E27FC236}">
                    <a16:creationId xmlns:a16="http://schemas.microsoft.com/office/drawing/2014/main" id="{F58A66C1-9ECD-B5E0-7D99-0C9FE2C8D77A}"/>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6" name="Freeform: Shape 5585">
                <a:extLst>
                  <a:ext uri="{FF2B5EF4-FFF2-40B4-BE49-F238E27FC236}">
                    <a16:creationId xmlns:a16="http://schemas.microsoft.com/office/drawing/2014/main" id="{F0A21960-F704-646C-72A8-755B353D67F1}"/>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7" name="Freeform: Shape 5586">
                <a:extLst>
                  <a:ext uri="{FF2B5EF4-FFF2-40B4-BE49-F238E27FC236}">
                    <a16:creationId xmlns:a16="http://schemas.microsoft.com/office/drawing/2014/main" id="{C784A958-8613-66ED-6BB2-5D18969C299E}"/>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8" name="Freeform: Shape 5587">
                <a:extLst>
                  <a:ext uri="{FF2B5EF4-FFF2-40B4-BE49-F238E27FC236}">
                    <a16:creationId xmlns:a16="http://schemas.microsoft.com/office/drawing/2014/main" id="{054D4E4E-DC8E-9219-8267-1ADC8C21BD08}"/>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9" name="Freeform: Shape 5588">
                <a:extLst>
                  <a:ext uri="{FF2B5EF4-FFF2-40B4-BE49-F238E27FC236}">
                    <a16:creationId xmlns:a16="http://schemas.microsoft.com/office/drawing/2014/main" id="{8BEAB0F1-F946-9C6F-1400-8FB1D10D871B}"/>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0" name="Freeform: Shape 5589">
                <a:extLst>
                  <a:ext uri="{FF2B5EF4-FFF2-40B4-BE49-F238E27FC236}">
                    <a16:creationId xmlns:a16="http://schemas.microsoft.com/office/drawing/2014/main" id="{07C133BB-B708-FB44-082B-E7001E389288}"/>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1" name="Freeform: Shape 5590">
                <a:extLst>
                  <a:ext uri="{FF2B5EF4-FFF2-40B4-BE49-F238E27FC236}">
                    <a16:creationId xmlns:a16="http://schemas.microsoft.com/office/drawing/2014/main" id="{6C8BE072-BF1B-6DBE-D153-CC81B9DDFDFF}"/>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2" name="Freeform: Shape 5591">
                <a:extLst>
                  <a:ext uri="{FF2B5EF4-FFF2-40B4-BE49-F238E27FC236}">
                    <a16:creationId xmlns:a16="http://schemas.microsoft.com/office/drawing/2014/main" id="{7EC94D47-50D1-E11B-A6CF-9BA1BE6B0251}"/>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3" name="Freeform: Shape 5592">
                <a:extLst>
                  <a:ext uri="{FF2B5EF4-FFF2-40B4-BE49-F238E27FC236}">
                    <a16:creationId xmlns:a16="http://schemas.microsoft.com/office/drawing/2014/main" id="{D7DCE9CC-E8B9-7F40-D3D9-5B8F3EDE5BDE}"/>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4" name="Freeform: Shape 5593">
                <a:extLst>
                  <a:ext uri="{FF2B5EF4-FFF2-40B4-BE49-F238E27FC236}">
                    <a16:creationId xmlns:a16="http://schemas.microsoft.com/office/drawing/2014/main" id="{B0D35B74-1217-3131-01C0-E5CB649487D2}"/>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5" name="Freeform: Shape 5594">
                <a:extLst>
                  <a:ext uri="{FF2B5EF4-FFF2-40B4-BE49-F238E27FC236}">
                    <a16:creationId xmlns:a16="http://schemas.microsoft.com/office/drawing/2014/main" id="{1B2652A2-91ED-6394-F447-246025D52ABE}"/>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6" name="Freeform: Shape 5595">
                <a:extLst>
                  <a:ext uri="{FF2B5EF4-FFF2-40B4-BE49-F238E27FC236}">
                    <a16:creationId xmlns:a16="http://schemas.microsoft.com/office/drawing/2014/main" id="{ED5F1B32-5FBE-DB55-57B5-AAFF6A274085}"/>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7" name="Freeform: Shape 5596">
                <a:extLst>
                  <a:ext uri="{FF2B5EF4-FFF2-40B4-BE49-F238E27FC236}">
                    <a16:creationId xmlns:a16="http://schemas.microsoft.com/office/drawing/2014/main" id="{184395DE-642B-5F7F-7B1B-8ECBB3F9FFAB}"/>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8" name="Freeform: Shape 5597">
                <a:extLst>
                  <a:ext uri="{FF2B5EF4-FFF2-40B4-BE49-F238E27FC236}">
                    <a16:creationId xmlns:a16="http://schemas.microsoft.com/office/drawing/2014/main" id="{618B431C-6C73-6405-36DF-DE4F351C1750}"/>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9" name="Freeform: Shape 5598">
                <a:extLst>
                  <a:ext uri="{FF2B5EF4-FFF2-40B4-BE49-F238E27FC236}">
                    <a16:creationId xmlns:a16="http://schemas.microsoft.com/office/drawing/2014/main" id="{33BF87BA-992B-A6E0-7B98-D3375E2A9642}"/>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0" name="Freeform: Shape 5599">
                <a:extLst>
                  <a:ext uri="{FF2B5EF4-FFF2-40B4-BE49-F238E27FC236}">
                    <a16:creationId xmlns:a16="http://schemas.microsoft.com/office/drawing/2014/main" id="{AF0FBFE7-55A2-08E2-9F85-E91371A07A90}"/>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1" name="Freeform: Shape 5600">
                <a:extLst>
                  <a:ext uri="{FF2B5EF4-FFF2-40B4-BE49-F238E27FC236}">
                    <a16:creationId xmlns:a16="http://schemas.microsoft.com/office/drawing/2014/main" id="{FE54B3D9-43F9-C2B2-E221-A584534C4700}"/>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2" name="Freeform: Shape 5601">
                <a:extLst>
                  <a:ext uri="{FF2B5EF4-FFF2-40B4-BE49-F238E27FC236}">
                    <a16:creationId xmlns:a16="http://schemas.microsoft.com/office/drawing/2014/main" id="{9FA15F08-EE32-4D9C-793D-C6BDF6A165D9}"/>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3" name="Freeform: Shape 5602">
                <a:extLst>
                  <a:ext uri="{FF2B5EF4-FFF2-40B4-BE49-F238E27FC236}">
                    <a16:creationId xmlns:a16="http://schemas.microsoft.com/office/drawing/2014/main" id="{266E8BB5-C8BF-8882-7621-A9D014C2878B}"/>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4" name="Freeform: Shape 5603">
                <a:extLst>
                  <a:ext uri="{FF2B5EF4-FFF2-40B4-BE49-F238E27FC236}">
                    <a16:creationId xmlns:a16="http://schemas.microsoft.com/office/drawing/2014/main" id="{F412FEBF-400A-A40D-E617-7395BACFDD5B}"/>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5" name="Freeform: Shape 5604">
                <a:extLst>
                  <a:ext uri="{FF2B5EF4-FFF2-40B4-BE49-F238E27FC236}">
                    <a16:creationId xmlns:a16="http://schemas.microsoft.com/office/drawing/2014/main" id="{5064D8CA-5726-276E-78A3-7DFC3668A996}"/>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6" name="Freeform: Shape 5605">
                <a:extLst>
                  <a:ext uri="{FF2B5EF4-FFF2-40B4-BE49-F238E27FC236}">
                    <a16:creationId xmlns:a16="http://schemas.microsoft.com/office/drawing/2014/main" id="{DEBF0F81-09AE-B709-C45D-6B9495D3D71B}"/>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7" name="Freeform: Shape 5606">
                <a:extLst>
                  <a:ext uri="{FF2B5EF4-FFF2-40B4-BE49-F238E27FC236}">
                    <a16:creationId xmlns:a16="http://schemas.microsoft.com/office/drawing/2014/main" id="{22E082FC-B20B-9744-D68F-21AC446B60C3}"/>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8" name="Freeform: Shape 5607">
                <a:extLst>
                  <a:ext uri="{FF2B5EF4-FFF2-40B4-BE49-F238E27FC236}">
                    <a16:creationId xmlns:a16="http://schemas.microsoft.com/office/drawing/2014/main" id="{9A6F9B29-49DB-B6F9-4F1D-FF543C1C3645}"/>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9" name="Freeform: Shape 5608">
                <a:extLst>
                  <a:ext uri="{FF2B5EF4-FFF2-40B4-BE49-F238E27FC236}">
                    <a16:creationId xmlns:a16="http://schemas.microsoft.com/office/drawing/2014/main" id="{CB45084B-AF79-FA5C-04AA-CE695DC87BCD}"/>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0" name="Freeform: Shape 5609">
                <a:extLst>
                  <a:ext uri="{FF2B5EF4-FFF2-40B4-BE49-F238E27FC236}">
                    <a16:creationId xmlns:a16="http://schemas.microsoft.com/office/drawing/2014/main" id="{40356A01-1A25-C0C2-4124-1483AD504BED}"/>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1" name="Freeform: Shape 5610">
                <a:extLst>
                  <a:ext uri="{FF2B5EF4-FFF2-40B4-BE49-F238E27FC236}">
                    <a16:creationId xmlns:a16="http://schemas.microsoft.com/office/drawing/2014/main" id="{0A7D4E2A-3998-B089-33CA-5947EC6187FB}"/>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2" name="Freeform: Shape 5611">
                <a:extLst>
                  <a:ext uri="{FF2B5EF4-FFF2-40B4-BE49-F238E27FC236}">
                    <a16:creationId xmlns:a16="http://schemas.microsoft.com/office/drawing/2014/main" id="{74D7FBB3-DE6C-284E-7842-75EE47B985BB}"/>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3" name="Freeform: Shape 5612">
                <a:extLst>
                  <a:ext uri="{FF2B5EF4-FFF2-40B4-BE49-F238E27FC236}">
                    <a16:creationId xmlns:a16="http://schemas.microsoft.com/office/drawing/2014/main" id="{2803FB38-F97B-B131-BE1B-72E5626A8A8C}"/>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4" name="Freeform: Shape 5613">
                <a:extLst>
                  <a:ext uri="{FF2B5EF4-FFF2-40B4-BE49-F238E27FC236}">
                    <a16:creationId xmlns:a16="http://schemas.microsoft.com/office/drawing/2014/main" id="{9903C076-3A38-8C3C-9B39-2666B149C8BB}"/>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5" name="Freeform: Shape 5614">
                <a:extLst>
                  <a:ext uri="{FF2B5EF4-FFF2-40B4-BE49-F238E27FC236}">
                    <a16:creationId xmlns:a16="http://schemas.microsoft.com/office/drawing/2014/main" id="{398ABC72-43D3-49D1-CCBA-C6197C5E6284}"/>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6" name="Freeform: Shape 5615">
                <a:extLst>
                  <a:ext uri="{FF2B5EF4-FFF2-40B4-BE49-F238E27FC236}">
                    <a16:creationId xmlns:a16="http://schemas.microsoft.com/office/drawing/2014/main" id="{C714D3D7-E426-4932-3088-5BF6A8DCBE65}"/>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7" name="Freeform: Shape 5616">
                <a:extLst>
                  <a:ext uri="{FF2B5EF4-FFF2-40B4-BE49-F238E27FC236}">
                    <a16:creationId xmlns:a16="http://schemas.microsoft.com/office/drawing/2014/main" id="{B3C6CEAB-6A01-6C56-CC06-7C30938F761A}"/>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8" name="Freeform: Shape 5617">
                <a:extLst>
                  <a:ext uri="{FF2B5EF4-FFF2-40B4-BE49-F238E27FC236}">
                    <a16:creationId xmlns:a16="http://schemas.microsoft.com/office/drawing/2014/main" id="{A1BDB825-CC2C-41CA-EA91-C124B476896C}"/>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9" name="Freeform: Shape 5618">
                <a:extLst>
                  <a:ext uri="{FF2B5EF4-FFF2-40B4-BE49-F238E27FC236}">
                    <a16:creationId xmlns:a16="http://schemas.microsoft.com/office/drawing/2014/main" id="{7F168E44-3FA2-6718-FD24-D531F179C72B}"/>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0" name="Freeform: Shape 5619">
                <a:extLst>
                  <a:ext uri="{FF2B5EF4-FFF2-40B4-BE49-F238E27FC236}">
                    <a16:creationId xmlns:a16="http://schemas.microsoft.com/office/drawing/2014/main" id="{F57945DC-7606-E8A9-F795-DC55DF031537}"/>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1" name="Freeform: Shape 5620">
                <a:extLst>
                  <a:ext uri="{FF2B5EF4-FFF2-40B4-BE49-F238E27FC236}">
                    <a16:creationId xmlns:a16="http://schemas.microsoft.com/office/drawing/2014/main" id="{3F52DC8D-55D7-2AC3-76BA-76199730E317}"/>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2" name="Freeform: Shape 5621">
                <a:extLst>
                  <a:ext uri="{FF2B5EF4-FFF2-40B4-BE49-F238E27FC236}">
                    <a16:creationId xmlns:a16="http://schemas.microsoft.com/office/drawing/2014/main" id="{50A856E3-94D6-D491-4859-2A99731D3E22}"/>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3" name="Freeform: Shape 5622">
                <a:extLst>
                  <a:ext uri="{FF2B5EF4-FFF2-40B4-BE49-F238E27FC236}">
                    <a16:creationId xmlns:a16="http://schemas.microsoft.com/office/drawing/2014/main" id="{EE6035EE-5AA7-37F7-38DB-1ABEDADEDFC6}"/>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4" name="Freeform: Shape 5623">
                <a:extLst>
                  <a:ext uri="{FF2B5EF4-FFF2-40B4-BE49-F238E27FC236}">
                    <a16:creationId xmlns:a16="http://schemas.microsoft.com/office/drawing/2014/main" id="{7BB26B63-0A99-DDCA-01DA-88F1BF31CF1C}"/>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5" name="Freeform: Shape 5624">
                <a:extLst>
                  <a:ext uri="{FF2B5EF4-FFF2-40B4-BE49-F238E27FC236}">
                    <a16:creationId xmlns:a16="http://schemas.microsoft.com/office/drawing/2014/main" id="{2F0DEDE5-4127-867F-9AA6-0B58480FE304}"/>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6" name="Freeform: Shape 5625">
                <a:extLst>
                  <a:ext uri="{FF2B5EF4-FFF2-40B4-BE49-F238E27FC236}">
                    <a16:creationId xmlns:a16="http://schemas.microsoft.com/office/drawing/2014/main" id="{F2D9A358-CF43-DE3D-7465-6FCAB7A59A4A}"/>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7" name="Freeform: Shape 5626">
                <a:extLst>
                  <a:ext uri="{FF2B5EF4-FFF2-40B4-BE49-F238E27FC236}">
                    <a16:creationId xmlns:a16="http://schemas.microsoft.com/office/drawing/2014/main" id="{F7EB9A8F-0382-32D0-BA91-B7857660EE0F}"/>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8" name="Freeform: Shape 5627">
                <a:extLst>
                  <a:ext uri="{FF2B5EF4-FFF2-40B4-BE49-F238E27FC236}">
                    <a16:creationId xmlns:a16="http://schemas.microsoft.com/office/drawing/2014/main" id="{779C6DCE-5DFF-0B7D-7D52-2FC27056B219}"/>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9" name="Freeform: Shape 5628">
                <a:extLst>
                  <a:ext uri="{FF2B5EF4-FFF2-40B4-BE49-F238E27FC236}">
                    <a16:creationId xmlns:a16="http://schemas.microsoft.com/office/drawing/2014/main" id="{76B59124-7B7E-983C-60DE-C38D60D216B3}"/>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0" name="Freeform: Shape 5629">
                <a:extLst>
                  <a:ext uri="{FF2B5EF4-FFF2-40B4-BE49-F238E27FC236}">
                    <a16:creationId xmlns:a16="http://schemas.microsoft.com/office/drawing/2014/main" id="{03428BE4-72C7-F69F-0030-6AEA5996FDFD}"/>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1" name="Freeform: Shape 5630">
                <a:extLst>
                  <a:ext uri="{FF2B5EF4-FFF2-40B4-BE49-F238E27FC236}">
                    <a16:creationId xmlns:a16="http://schemas.microsoft.com/office/drawing/2014/main" id="{D1A32430-22F1-E97C-05C8-E91156A502CA}"/>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2" name="Freeform: Shape 5631">
                <a:extLst>
                  <a:ext uri="{FF2B5EF4-FFF2-40B4-BE49-F238E27FC236}">
                    <a16:creationId xmlns:a16="http://schemas.microsoft.com/office/drawing/2014/main" id="{E6E4C989-869D-20AD-3B86-104F9614A635}"/>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3" name="Freeform: Shape 5632">
                <a:extLst>
                  <a:ext uri="{FF2B5EF4-FFF2-40B4-BE49-F238E27FC236}">
                    <a16:creationId xmlns:a16="http://schemas.microsoft.com/office/drawing/2014/main" id="{333A7ADB-3145-1ACC-644A-4711D471CACE}"/>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4" name="Freeform: Shape 5633">
                <a:extLst>
                  <a:ext uri="{FF2B5EF4-FFF2-40B4-BE49-F238E27FC236}">
                    <a16:creationId xmlns:a16="http://schemas.microsoft.com/office/drawing/2014/main" id="{3908A311-F9B9-DBA1-AB27-2A8745873E73}"/>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5" name="Freeform: Shape 5634">
                <a:extLst>
                  <a:ext uri="{FF2B5EF4-FFF2-40B4-BE49-F238E27FC236}">
                    <a16:creationId xmlns:a16="http://schemas.microsoft.com/office/drawing/2014/main" id="{0B3C5A42-1C9F-3068-31CA-4398C99DBAD0}"/>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6" name="Freeform: Shape 5635">
                <a:extLst>
                  <a:ext uri="{FF2B5EF4-FFF2-40B4-BE49-F238E27FC236}">
                    <a16:creationId xmlns:a16="http://schemas.microsoft.com/office/drawing/2014/main" id="{9F47A75A-8E3D-EF46-7101-F2941700BB50}"/>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7" name="Freeform: Shape 5636">
                <a:extLst>
                  <a:ext uri="{FF2B5EF4-FFF2-40B4-BE49-F238E27FC236}">
                    <a16:creationId xmlns:a16="http://schemas.microsoft.com/office/drawing/2014/main" id="{D84AE3D7-1866-BA77-9446-7BF7F457550F}"/>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8" name="Freeform: Shape 5637">
                <a:extLst>
                  <a:ext uri="{FF2B5EF4-FFF2-40B4-BE49-F238E27FC236}">
                    <a16:creationId xmlns:a16="http://schemas.microsoft.com/office/drawing/2014/main" id="{B152C62D-18F6-3E9F-A9ED-712C5276E5EF}"/>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9" name="Freeform: Shape 5638">
                <a:extLst>
                  <a:ext uri="{FF2B5EF4-FFF2-40B4-BE49-F238E27FC236}">
                    <a16:creationId xmlns:a16="http://schemas.microsoft.com/office/drawing/2014/main" id="{A6EB844D-106E-41AA-3389-AB5A45088E39}"/>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0" name="Freeform: Shape 5639">
                <a:extLst>
                  <a:ext uri="{FF2B5EF4-FFF2-40B4-BE49-F238E27FC236}">
                    <a16:creationId xmlns:a16="http://schemas.microsoft.com/office/drawing/2014/main" id="{F12910AA-4B36-F547-3A5F-1A2982234E0F}"/>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1" name="Freeform: Shape 5640">
                <a:extLst>
                  <a:ext uri="{FF2B5EF4-FFF2-40B4-BE49-F238E27FC236}">
                    <a16:creationId xmlns:a16="http://schemas.microsoft.com/office/drawing/2014/main" id="{4A82BDAE-3140-1736-7F95-F8A4E70808BA}"/>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2" name="Freeform: Shape 5641">
                <a:extLst>
                  <a:ext uri="{FF2B5EF4-FFF2-40B4-BE49-F238E27FC236}">
                    <a16:creationId xmlns:a16="http://schemas.microsoft.com/office/drawing/2014/main" id="{A96A78D3-4C26-9814-1C90-1CF1C0ADD634}"/>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3" name="Freeform: Shape 5642">
                <a:extLst>
                  <a:ext uri="{FF2B5EF4-FFF2-40B4-BE49-F238E27FC236}">
                    <a16:creationId xmlns:a16="http://schemas.microsoft.com/office/drawing/2014/main" id="{6192D7E7-EBFD-2C04-6A02-94E40C248A79}"/>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4" name="Freeform: Shape 5643">
                <a:extLst>
                  <a:ext uri="{FF2B5EF4-FFF2-40B4-BE49-F238E27FC236}">
                    <a16:creationId xmlns:a16="http://schemas.microsoft.com/office/drawing/2014/main" id="{8123361D-E54B-8791-3B89-8A503F1E4CC6}"/>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5" name="Freeform: Shape 5644">
                <a:extLst>
                  <a:ext uri="{FF2B5EF4-FFF2-40B4-BE49-F238E27FC236}">
                    <a16:creationId xmlns:a16="http://schemas.microsoft.com/office/drawing/2014/main" id="{2BFA1752-EDBD-46E2-AC9B-065B8D9986A7}"/>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6" name="Freeform: Shape 5645">
                <a:extLst>
                  <a:ext uri="{FF2B5EF4-FFF2-40B4-BE49-F238E27FC236}">
                    <a16:creationId xmlns:a16="http://schemas.microsoft.com/office/drawing/2014/main" id="{7FCDFBFA-DB05-FC64-7E74-804F53C389BD}"/>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7" name="Freeform: Shape 5646">
                <a:extLst>
                  <a:ext uri="{FF2B5EF4-FFF2-40B4-BE49-F238E27FC236}">
                    <a16:creationId xmlns:a16="http://schemas.microsoft.com/office/drawing/2014/main" id="{B54153FF-71B2-7CFA-8031-90521AA8A5D3}"/>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8" name="Freeform: Shape 5647">
                <a:extLst>
                  <a:ext uri="{FF2B5EF4-FFF2-40B4-BE49-F238E27FC236}">
                    <a16:creationId xmlns:a16="http://schemas.microsoft.com/office/drawing/2014/main" id="{1E48F229-A49E-595B-9C27-46283F0DBD04}"/>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9" name="Freeform: Shape 5648">
                <a:extLst>
                  <a:ext uri="{FF2B5EF4-FFF2-40B4-BE49-F238E27FC236}">
                    <a16:creationId xmlns:a16="http://schemas.microsoft.com/office/drawing/2014/main" id="{8B671C2E-FE3E-E9AC-F712-22DA1CE3C5D1}"/>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0" name="Freeform: Shape 5649">
                <a:extLst>
                  <a:ext uri="{FF2B5EF4-FFF2-40B4-BE49-F238E27FC236}">
                    <a16:creationId xmlns:a16="http://schemas.microsoft.com/office/drawing/2014/main" id="{39105213-DEE8-1ACE-C749-1A046C986252}"/>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1" name="Freeform: Shape 5650">
                <a:extLst>
                  <a:ext uri="{FF2B5EF4-FFF2-40B4-BE49-F238E27FC236}">
                    <a16:creationId xmlns:a16="http://schemas.microsoft.com/office/drawing/2014/main" id="{74BCEC5A-1C91-962F-DE9C-2AC8DFBC9192}"/>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2" name="Freeform: Shape 5651">
                <a:extLst>
                  <a:ext uri="{FF2B5EF4-FFF2-40B4-BE49-F238E27FC236}">
                    <a16:creationId xmlns:a16="http://schemas.microsoft.com/office/drawing/2014/main" id="{F3B30F23-226F-A614-1C02-F1EE96E72D8C}"/>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3" name="Freeform: Shape 5652">
                <a:extLst>
                  <a:ext uri="{FF2B5EF4-FFF2-40B4-BE49-F238E27FC236}">
                    <a16:creationId xmlns:a16="http://schemas.microsoft.com/office/drawing/2014/main" id="{324CA83C-C1FB-114E-8BD1-88966139B27B}"/>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4" name="Freeform: Shape 5653">
                <a:extLst>
                  <a:ext uri="{FF2B5EF4-FFF2-40B4-BE49-F238E27FC236}">
                    <a16:creationId xmlns:a16="http://schemas.microsoft.com/office/drawing/2014/main" id="{61F07899-C1DA-AFE8-B58E-9BDEE128CC58}"/>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5" name="Freeform: Shape 5654">
                <a:extLst>
                  <a:ext uri="{FF2B5EF4-FFF2-40B4-BE49-F238E27FC236}">
                    <a16:creationId xmlns:a16="http://schemas.microsoft.com/office/drawing/2014/main" id="{62F90FB4-3612-A833-1E4F-F9708953F1C3}"/>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6" name="Freeform: Shape 5655">
                <a:extLst>
                  <a:ext uri="{FF2B5EF4-FFF2-40B4-BE49-F238E27FC236}">
                    <a16:creationId xmlns:a16="http://schemas.microsoft.com/office/drawing/2014/main" id="{D66C0D46-C332-323F-461A-892A6599C751}"/>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7" name="Freeform: Shape 5656">
                <a:extLst>
                  <a:ext uri="{FF2B5EF4-FFF2-40B4-BE49-F238E27FC236}">
                    <a16:creationId xmlns:a16="http://schemas.microsoft.com/office/drawing/2014/main" id="{FF2B15BC-2F75-5F2F-A94F-07CE6550321B}"/>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8" name="Freeform: Shape 5657">
                <a:extLst>
                  <a:ext uri="{FF2B5EF4-FFF2-40B4-BE49-F238E27FC236}">
                    <a16:creationId xmlns:a16="http://schemas.microsoft.com/office/drawing/2014/main" id="{44D4EB57-D1AF-E0D8-C974-8D9B1704C9F0}"/>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9" name="Freeform: Shape 5658">
                <a:extLst>
                  <a:ext uri="{FF2B5EF4-FFF2-40B4-BE49-F238E27FC236}">
                    <a16:creationId xmlns:a16="http://schemas.microsoft.com/office/drawing/2014/main" id="{0F2E5505-46A5-1271-075C-7F780945FA04}"/>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0" name="Freeform: Shape 5659">
                <a:extLst>
                  <a:ext uri="{FF2B5EF4-FFF2-40B4-BE49-F238E27FC236}">
                    <a16:creationId xmlns:a16="http://schemas.microsoft.com/office/drawing/2014/main" id="{40A2340F-8562-BC27-7539-E3A0026A8717}"/>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1" name="Freeform: Shape 5660">
                <a:extLst>
                  <a:ext uri="{FF2B5EF4-FFF2-40B4-BE49-F238E27FC236}">
                    <a16:creationId xmlns:a16="http://schemas.microsoft.com/office/drawing/2014/main" id="{C05BCE32-0B62-39EF-27A4-2CBFF5B3756C}"/>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2" name="Freeform: Shape 5661">
                <a:extLst>
                  <a:ext uri="{FF2B5EF4-FFF2-40B4-BE49-F238E27FC236}">
                    <a16:creationId xmlns:a16="http://schemas.microsoft.com/office/drawing/2014/main" id="{C5347204-2843-69FC-5A69-99D9AB1334A0}"/>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3" name="Freeform: Shape 5662">
                <a:extLst>
                  <a:ext uri="{FF2B5EF4-FFF2-40B4-BE49-F238E27FC236}">
                    <a16:creationId xmlns:a16="http://schemas.microsoft.com/office/drawing/2014/main" id="{EAE357C3-A943-3BE9-BCE6-844539C178A4}"/>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4" name="Freeform: Shape 5663">
                <a:extLst>
                  <a:ext uri="{FF2B5EF4-FFF2-40B4-BE49-F238E27FC236}">
                    <a16:creationId xmlns:a16="http://schemas.microsoft.com/office/drawing/2014/main" id="{59C6DAE4-4E0E-2E8B-3559-FDC1B8454EC7}"/>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5" name="Freeform: Shape 5664">
                <a:extLst>
                  <a:ext uri="{FF2B5EF4-FFF2-40B4-BE49-F238E27FC236}">
                    <a16:creationId xmlns:a16="http://schemas.microsoft.com/office/drawing/2014/main" id="{D198E94A-117E-3D2F-9CF2-94C3904666A8}"/>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6" name="Freeform: Shape 5665">
                <a:extLst>
                  <a:ext uri="{FF2B5EF4-FFF2-40B4-BE49-F238E27FC236}">
                    <a16:creationId xmlns:a16="http://schemas.microsoft.com/office/drawing/2014/main" id="{C6699A33-3408-4E13-2324-B09BBB71AF81}"/>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7" name="Freeform: Shape 5666">
                <a:extLst>
                  <a:ext uri="{FF2B5EF4-FFF2-40B4-BE49-F238E27FC236}">
                    <a16:creationId xmlns:a16="http://schemas.microsoft.com/office/drawing/2014/main" id="{1A820A92-B1D9-E039-2327-DEE639C96338}"/>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8" name="Freeform: Shape 5667">
                <a:extLst>
                  <a:ext uri="{FF2B5EF4-FFF2-40B4-BE49-F238E27FC236}">
                    <a16:creationId xmlns:a16="http://schemas.microsoft.com/office/drawing/2014/main" id="{BCC9FF9B-A24C-4DB2-FABE-D9D8FD35CA51}"/>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9" name="Freeform: Shape 5668">
                <a:extLst>
                  <a:ext uri="{FF2B5EF4-FFF2-40B4-BE49-F238E27FC236}">
                    <a16:creationId xmlns:a16="http://schemas.microsoft.com/office/drawing/2014/main" id="{B9ED61A9-0139-3480-AD96-A6FEDE160E87}"/>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0" name="Freeform: Shape 5669">
                <a:extLst>
                  <a:ext uri="{FF2B5EF4-FFF2-40B4-BE49-F238E27FC236}">
                    <a16:creationId xmlns:a16="http://schemas.microsoft.com/office/drawing/2014/main" id="{01B08AAC-3753-44AB-EA04-16CAE94E9ACD}"/>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1" name="Freeform: Shape 5670">
                <a:extLst>
                  <a:ext uri="{FF2B5EF4-FFF2-40B4-BE49-F238E27FC236}">
                    <a16:creationId xmlns:a16="http://schemas.microsoft.com/office/drawing/2014/main" id="{134ED58F-FC00-2BAD-3389-33B1EAB4E644}"/>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2" name="Freeform: Shape 5671">
                <a:extLst>
                  <a:ext uri="{FF2B5EF4-FFF2-40B4-BE49-F238E27FC236}">
                    <a16:creationId xmlns:a16="http://schemas.microsoft.com/office/drawing/2014/main" id="{E31D5622-B79E-4D4D-E697-6C354E266A0B}"/>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3" name="Freeform: Shape 5672">
                <a:extLst>
                  <a:ext uri="{FF2B5EF4-FFF2-40B4-BE49-F238E27FC236}">
                    <a16:creationId xmlns:a16="http://schemas.microsoft.com/office/drawing/2014/main" id="{A6D13803-CE19-3054-05E8-682755351122}"/>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4" name="Freeform: Shape 5673">
                <a:extLst>
                  <a:ext uri="{FF2B5EF4-FFF2-40B4-BE49-F238E27FC236}">
                    <a16:creationId xmlns:a16="http://schemas.microsoft.com/office/drawing/2014/main" id="{3440355F-4B07-8743-3FCF-8F54BD0B3DAC}"/>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5" name="Freeform: Shape 5674">
                <a:extLst>
                  <a:ext uri="{FF2B5EF4-FFF2-40B4-BE49-F238E27FC236}">
                    <a16:creationId xmlns:a16="http://schemas.microsoft.com/office/drawing/2014/main" id="{DFCAEC82-2938-63C0-FE26-59DA3F50DC54}"/>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6" name="Freeform: Shape 5675">
                <a:extLst>
                  <a:ext uri="{FF2B5EF4-FFF2-40B4-BE49-F238E27FC236}">
                    <a16:creationId xmlns:a16="http://schemas.microsoft.com/office/drawing/2014/main" id="{71C3DC7E-5920-9DF5-7EA2-5644E0BD74DE}"/>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7" name="Freeform: Shape 5676">
                <a:extLst>
                  <a:ext uri="{FF2B5EF4-FFF2-40B4-BE49-F238E27FC236}">
                    <a16:creationId xmlns:a16="http://schemas.microsoft.com/office/drawing/2014/main" id="{F50DBA8A-39AE-7BAF-202B-66C835DB2BFC}"/>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8" name="Freeform: Shape 5677">
                <a:extLst>
                  <a:ext uri="{FF2B5EF4-FFF2-40B4-BE49-F238E27FC236}">
                    <a16:creationId xmlns:a16="http://schemas.microsoft.com/office/drawing/2014/main" id="{BA299821-ABF3-E9AE-130F-33B086193CAD}"/>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9" name="Freeform: Shape 5678">
                <a:extLst>
                  <a:ext uri="{FF2B5EF4-FFF2-40B4-BE49-F238E27FC236}">
                    <a16:creationId xmlns:a16="http://schemas.microsoft.com/office/drawing/2014/main" id="{655AA8FB-1B0C-A984-AA5A-664966988B4F}"/>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0" name="Freeform: Shape 5679">
                <a:extLst>
                  <a:ext uri="{FF2B5EF4-FFF2-40B4-BE49-F238E27FC236}">
                    <a16:creationId xmlns:a16="http://schemas.microsoft.com/office/drawing/2014/main" id="{F0EDAAAE-3588-C0DF-0A37-BC4366E7F910}"/>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1" name="Freeform: Shape 5680">
                <a:extLst>
                  <a:ext uri="{FF2B5EF4-FFF2-40B4-BE49-F238E27FC236}">
                    <a16:creationId xmlns:a16="http://schemas.microsoft.com/office/drawing/2014/main" id="{5C8E513F-98BE-882F-3653-BB53D7ED0D0D}"/>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2" name="Freeform: Shape 5681">
                <a:extLst>
                  <a:ext uri="{FF2B5EF4-FFF2-40B4-BE49-F238E27FC236}">
                    <a16:creationId xmlns:a16="http://schemas.microsoft.com/office/drawing/2014/main" id="{7A13477F-39EF-087B-34BC-7C645644EEA0}"/>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3" name="Freeform: Shape 5682">
                <a:extLst>
                  <a:ext uri="{FF2B5EF4-FFF2-40B4-BE49-F238E27FC236}">
                    <a16:creationId xmlns:a16="http://schemas.microsoft.com/office/drawing/2014/main" id="{2709830D-C13D-FA94-251E-6097F15114F7}"/>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4" name="Freeform: Shape 5683">
                <a:extLst>
                  <a:ext uri="{FF2B5EF4-FFF2-40B4-BE49-F238E27FC236}">
                    <a16:creationId xmlns:a16="http://schemas.microsoft.com/office/drawing/2014/main" id="{14EADCD2-BBAD-C65F-FDD3-BDCF9BCF2787}"/>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5" name="Freeform: Shape 5684">
                <a:extLst>
                  <a:ext uri="{FF2B5EF4-FFF2-40B4-BE49-F238E27FC236}">
                    <a16:creationId xmlns:a16="http://schemas.microsoft.com/office/drawing/2014/main" id="{317896D8-5B3D-9252-D4F9-28A9F8D389DC}"/>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6" name="Freeform: Shape 5685">
                <a:extLst>
                  <a:ext uri="{FF2B5EF4-FFF2-40B4-BE49-F238E27FC236}">
                    <a16:creationId xmlns:a16="http://schemas.microsoft.com/office/drawing/2014/main" id="{67D90552-395A-76EC-BEBD-933062CB1A4B}"/>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7" name="Freeform: Shape 5686">
                <a:extLst>
                  <a:ext uri="{FF2B5EF4-FFF2-40B4-BE49-F238E27FC236}">
                    <a16:creationId xmlns:a16="http://schemas.microsoft.com/office/drawing/2014/main" id="{9688A27B-90C3-609F-D9BB-54796A716F80}"/>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8" name="Freeform: Shape 5687">
                <a:extLst>
                  <a:ext uri="{FF2B5EF4-FFF2-40B4-BE49-F238E27FC236}">
                    <a16:creationId xmlns:a16="http://schemas.microsoft.com/office/drawing/2014/main" id="{8EDD07AA-778B-D7A5-B54E-0BD272A79C20}"/>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9" name="Freeform: Shape 5688">
                <a:extLst>
                  <a:ext uri="{FF2B5EF4-FFF2-40B4-BE49-F238E27FC236}">
                    <a16:creationId xmlns:a16="http://schemas.microsoft.com/office/drawing/2014/main" id="{0D62ECA3-C235-5069-29EA-9E9279C14D49}"/>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0" name="Freeform: Shape 5689">
                <a:extLst>
                  <a:ext uri="{FF2B5EF4-FFF2-40B4-BE49-F238E27FC236}">
                    <a16:creationId xmlns:a16="http://schemas.microsoft.com/office/drawing/2014/main" id="{F015F8C9-DD2D-84C7-C5D8-12804086251E}"/>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1" name="Freeform: Shape 5690">
                <a:extLst>
                  <a:ext uri="{FF2B5EF4-FFF2-40B4-BE49-F238E27FC236}">
                    <a16:creationId xmlns:a16="http://schemas.microsoft.com/office/drawing/2014/main" id="{F29D28BD-2A82-782B-91F9-52021DA5B6A1}"/>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2" name="Freeform: Shape 5691">
                <a:extLst>
                  <a:ext uri="{FF2B5EF4-FFF2-40B4-BE49-F238E27FC236}">
                    <a16:creationId xmlns:a16="http://schemas.microsoft.com/office/drawing/2014/main" id="{662256E8-B4E2-EEE6-EB17-EF10CEC870B1}"/>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3" name="Freeform: Shape 5692">
                <a:extLst>
                  <a:ext uri="{FF2B5EF4-FFF2-40B4-BE49-F238E27FC236}">
                    <a16:creationId xmlns:a16="http://schemas.microsoft.com/office/drawing/2014/main" id="{55214F73-3DEF-3D2D-BF18-06511FA32BA7}"/>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4" name="Freeform: Shape 5693">
                <a:extLst>
                  <a:ext uri="{FF2B5EF4-FFF2-40B4-BE49-F238E27FC236}">
                    <a16:creationId xmlns:a16="http://schemas.microsoft.com/office/drawing/2014/main" id="{D1735279-29C7-4046-8F68-3743D5E7428F}"/>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5" name="Freeform: Shape 5694">
                <a:extLst>
                  <a:ext uri="{FF2B5EF4-FFF2-40B4-BE49-F238E27FC236}">
                    <a16:creationId xmlns:a16="http://schemas.microsoft.com/office/drawing/2014/main" id="{243D89D5-0A14-0C6E-A5E5-304EE8D5E281}"/>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6" name="Freeform: Shape 5695">
                <a:extLst>
                  <a:ext uri="{FF2B5EF4-FFF2-40B4-BE49-F238E27FC236}">
                    <a16:creationId xmlns:a16="http://schemas.microsoft.com/office/drawing/2014/main" id="{33C14CA8-C70D-0FB5-1DB0-7A1DCA064351}"/>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7" name="Freeform: Shape 5696">
                <a:extLst>
                  <a:ext uri="{FF2B5EF4-FFF2-40B4-BE49-F238E27FC236}">
                    <a16:creationId xmlns:a16="http://schemas.microsoft.com/office/drawing/2014/main" id="{51815EF4-7FFE-DA47-E07C-4BCA5ABC2086}"/>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8" name="Freeform: Shape 5697">
                <a:extLst>
                  <a:ext uri="{FF2B5EF4-FFF2-40B4-BE49-F238E27FC236}">
                    <a16:creationId xmlns:a16="http://schemas.microsoft.com/office/drawing/2014/main" id="{1FFB4869-66B0-7D8A-307E-ADD6F7F0A465}"/>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9" name="Freeform: Shape 5698">
                <a:extLst>
                  <a:ext uri="{FF2B5EF4-FFF2-40B4-BE49-F238E27FC236}">
                    <a16:creationId xmlns:a16="http://schemas.microsoft.com/office/drawing/2014/main" id="{D0EBF80F-8955-BC69-0D0A-0FEACA1C650F}"/>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0" name="Freeform: Shape 5699">
                <a:extLst>
                  <a:ext uri="{FF2B5EF4-FFF2-40B4-BE49-F238E27FC236}">
                    <a16:creationId xmlns:a16="http://schemas.microsoft.com/office/drawing/2014/main" id="{3D6A80D9-4AFC-9CA4-16DF-25DD9177DC1C}"/>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1" name="Freeform: Shape 5700">
                <a:extLst>
                  <a:ext uri="{FF2B5EF4-FFF2-40B4-BE49-F238E27FC236}">
                    <a16:creationId xmlns:a16="http://schemas.microsoft.com/office/drawing/2014/main" id="{0FA592E9-F81B-572C-09DE-E95D23F25E6D}"/>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2" name="Freeform: Shape 5701">
                <a:extLst>
                  <a:ext uri="{FF2B5EF4-FFF2-40B4-BE49-F238E27FC236}">
                    <a16:creationId xmlns:a16="http://schemas.microsoft.com/office/drawing/2014/main" id="{D89C07D9-6B82-7A31-670E-8DFE568E0F52}"/>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3" name="Freeform: Shape 5702">
                <a:extLst>
                  <a:ext uri="{FF2B5EF4-FFF2-40B4-BE49-F238E27FC236}">
                    <a16:creationId xmlns:a16="http://schemas.microsoft.com/office/drawing/2014/main" id="{BC92C4AB-3CBA-F60D-9134-3DFC182ACBE6}"/>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4" name="Freeform: Shape 5703">
                <a:extLst>
                  <a:ext uri="{FF2B5EF4-FFF2-40B4-BE49-F238E27FC236}">
                    <a16:creationId xmlns:a16="http://schemas.microsoft.com/office/drawing/2014/main" id="{2FBFFD1E-B867-26E9-1611-F3D6CB07FC26}"/>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5" name="Freeform: Shape 5704">
                <a:extLst>
                  <a:ext uri="{FF2B5EF4-FFF2-40B4-BE49-F238E27FC236}">
                    <a16:creationId xmlns:a16="http://schemas.microsoft.com/office/drawing/2014/main" id="{B979C71B-0D68-D224-2C9E-C46BE4150EDA}"/>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6" name="Freeform: Shape 5705">
                <a:extLst>
                  <a:ext uri="{FF2B5EF4-FFF2-40B4-BE49-F238E27FC236}">
                    <a16:creationId xmlns:a16="http://schemas.microsoft.com/office/drawing/2014/main" id="{92C84155-C2BB-9D5C-1203-E3E5D11499AD}"/>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7" name="Freeform: Shape 5706">
                <a:extLst>
                  <a:ext uri="{FF2B5EF4-FFF2-40B4-BE49-F238E27FC236}">
                    <a16:creationId xmlns:a16="http://schemas.microsoft.com/office/drawing/2014/main" id="{A317DC94-5F2D-16D9-9950-1AF0BA70CE41}"/>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8" name="Freeform: Shape 5707">
                <a:extLst>
                  <a:ext uri="{FF2B5EF4-FFF2-40B4-BE49-F238E27FC236}">
                    <a16:creationId xmlns:a16="http://schemas.microsoft.com/office/drawing/2014/main" id="{52647E07-9BE9-92D5-E8E4-7A5C829509BF}"/>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9" name="Freeform: Shape 5708">
                <a:extLst>
                  <a:ext uri="{FF2B5EF4-FFF2-40B4-BE49-F238E27FC236}">
                    <a16:creationId xmlns:a16="http://schemas.microsoft.com/office/drawing/2014/main" id="{DFC5AD8E-19E5-8ED4-F4C4-BF5D87BC2F96}"/>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0" name="Freeform: Shape 5709">
                <a:extLst>
                  <a:ext uri="{FF2B5EF4-FFF2-40B4-BE49-F238E27FC236}">
                    <a16:creationId xmlns:a16="http://schemas.microsoft.com/office/drawing/2014/main" id="{03C3A169-07BF-ACE2-55A9-2DBFAC75833C}"/>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1" name="Freeform: Shape 5710">
                <a:extLst>
                  <a:ext uri="{FF2B5EF4-FFF2-40B4-BE49-F238E27FC236}">
                    <a16:creationId xmlns:a16="http://schemas.microsoft.com/office/drawing/2014/main" id="{37E677D3-A061-881D-32CC-EA09F68FBA63}"/>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2" name="Freeform: Shape 5711">
                <a:extLst>
                  <a:ext uri="{FF2B5EF4-FFF2-40B4-BE49-F238E27FC236}">
                    <a16:creationId xmlns:a16="http://schemas.microsoft.com/office/drawing/2014/main" id="{8EFC4A9C-C2C3-C023-9AF5-E9DD95185107}"/>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3" name="Freeform: Shape 5712">
                <a:extLst>
                  <a:ext uri="{FF2B5EF4-FFF2-40B4-BE49-F238E27FC236}">
                    <a16:creationId xmlns:a16="http://schemas.microsoft.com/office/drawing/2014/main" id="{882A5BE6-F0A4-3B50-A450-0B3A855D4DB8}"/>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4" name="Freeform: Shape 5713">
                <a:extLst>
                  <a:ext uri="{FF2B5EF4-FFF2-40B4-BE49-F238E27FC236}">
                    <a16:creationId xmlns:a16="http://schemas.microsoft.com/office/drawing/2014/main" id="{620DBDA6-8EE8-56CA-E230-2FAB25254E5D}"/>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5" name="Freeform: Shape 5714">
                <a:extLst>
                  <a:ext uri="{FF2B5EF4-FFF2-40B4-BE49-F238E27FC236}">
                    <a16:creationId xmlns:a16="http://schemas.microsoft.com/office/drawing/2014/main" id="{067FD2DB-CA24-5925-2C59-66194556C771}"/>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6" name="Freeform: Shape 5715">
                <a:extLst>
                  <a:ext uri="{FF2B5EF4-FFF2-40B4-BE49-F238E27FC236}">
                    <a16:creationId xmlns:a16="http://schemas.microsoft.com/office/drawing/2014/main" id="{BFC1A112-760C-92AB-CD3B-D3AF7B8FC62A}"/>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7" name="Freeform: Shape 5716">
                <a:extLst>
                  <a:ext uri="{FF2B5EF4-FFF2-40B4-BE49-F238E27FC236}">
                    <a16:creationId xmlns:a16="http://schemas.microsoft.com/office/drawing/2014/main" id="{1AD5C928-0BFE-BE77-3D46-4405F840D77A}"/>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8" name="Freeform: Shape 5717">
                <a:extLst>
                  <a:ext uri="{FF2B5EF4-FFF2-40B4-BE49-F238E27FC236}">
                    <a16:creationId xmlns:a16="http://schemas.microsoft.com/office/drawing/2014/main" id="{E1D7DE16-FBB1-7391-A22F-BFFFED2A8B4F}"/>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9" name="Freeform: Shape 5718">
                <a:extLst>
                  <a:ext uri="{FF2B5EF4-FFF2-40B4-BE49-F238E27FC236}">
                    <a16:creationId xmlns:a16="http://schemas.microsoft.com/office/drawing/2014/main" id="{C15B20BD-6D9F-4CF7-0AF5-CCDF3031EC2C}"/>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0" name="Freeform: Shape 5719">
                <a:extLst>
                  <a:ext uri="{FF2B5EF4-FFF2-40B4-BE49-F238E27FC236}">
                    <a16:creationId xmlns:a16="http://schemas.microsoft.com/office/drawing/2014/main" id="{F02A3488-6D9B-CE40-90A4-C24486098D42}"/>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1" name="Freeform: Shape 5720">
                <a:extLst>
                  <a:ext uri="{FF2B5EF4-FFF2-40B4-BE49-F238E27FC236}">
                    <a16:creationId xmlns:a16="http://schemas.microsoft.com/office/drawing/2014/main" id="{4ACFAC6F-0E42-7A80-DF3D-19A7BFC31EB5}"/>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2" name="Freeform: Shape 5721">
                <a:extLst>
                  <a:ext uri="{FF2B5EF4-FFF2-40B4-BE49-F238E27FC236}">
                    <a16:creationId xmlns:a16="http://schemas.microsoft.com/office/drawing/2014/main" id="{E775FD22-02C8-3D8C-4830-AF19169B9B7E}"/>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3" name="Freeform: Shape 5722">
                <a:extLst>
                  <a:ext uri="{FF2B5EF4-FFF2-40B4-BE49-F238E27FC236}">
                    <a16:creationId xmlns:a16="http://schemas.microsoft.com/office/drawing/2014/main" id="{B49ED8EC-3F98-2E17-33EB-393C589FE018}"/>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4" name="Freeform: Shape 5723">
                <a:extLst>
                  <a:ext uri="{FF2B5EF4-FFF2-40B4-BE49-F238E27FC236}">
                    <a16:creationId xmlns:a16="http://schemas.microsoft.com/office/drawing/2014/main" id="{E21A8C25-7363-3793-E5E7-B42076DBB1CE}"/>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5" name="Freeform: Shape 5724">
                <a:extLst>
                  <a:ext uri="{FF2B5EF4-FFF2-40B4-BE49-F238E27FC236}">
                    <a16:creationId xmlns:a16="http://schemas.microsoft.com/office/drawing/2014/main" id="{A288BA4D-E365-5EE5-5BF7-711ACB9BEDFB}"/>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6" name="Freeform: Shape 5725">
                <a:extLst>
                  <a:ext uri="{FF2B5EF4-FFF2-40B4-BE49-F238E27FC236}">
                    <a16:creationId xmlns:a16="http://schemas.microsoft.com/office/drawing/2014/main" id="{D9E91D6E-7358-319D-3D89-9589AF25A091}"/>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7" name="Freeform: Shape 5726">
                <a:extLst>
                  <a:ext uri="{FF2B5EF4-FFF2-40B4-BE49-F238E27FC236}">
                    <a16:creationId xmlns:a16="http://schemas.microsoft.com/office/drawing/2014/main" id="{804AFE20-A991-0495-16C5-4127D444E7F7}"/>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8" name="Freeform: Shape 5727">
                <a:extLst>
                  <a:ext uri="{FF2B5EF4-FFF2-40B4-BE49-F238E27FC236}">
                    <a16:creationId xmlns:a16="http://schemas.microsoft.com/office/drawing/2014/main" id="{6483718B-B272-2B76-680D-CED98B977BA1}"/>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9" name="Freeform: Shape 5728">
                <a:extLst>
                  <a:ext uri="{FF2B5EF4-FFF2-40B4-BE49-F238E27FC236}">
                    <a16:creationId xmlns:a16="http://schemas.microsoft.com/office/drawing/2014/main" id="{DE0DAAB3-67F3-D03C-3037-54A882E47F1D}"/>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0" name="Freeform: Shape 5729">
                <a:extLst>
                  <a:ext uri="{FF2B5EF4-FFF2-40B4-BE49-F238E27FC236}">
                    <a16:creationId xmlns:a16="http://schemas.microsoft.com/office/drawing/2014/main" id="{4AD36B67-80A6-A375-6C9D-BCA38B11A569}"/>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1" name="Freeform: Shape 5730">
                <a:extLst>
                  <a:ext uri="{FF2B5EF4-FFF2-40B4-BE49-F238E27FC236}">
                    <a16:creationId xmlns:a16="http://schemas.microsoft.com/office/drawing/2014/main" id="{2FAC44EF-701B-720F-3CA4-0178F2D5536B}"/>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2" name="Freeform: Shape 5731">
                <a:extLst>
                  <a:ext uri="{FF2B5EF4-FFF2-40B4-BE49-F238E27FC236}">
                    <a16:creationId xmlns:a16="http://schemas.microsoft.com/office/drawing/2014/main" id="{83A7967B-3CD0-8715-A386-E61A0D66B4DB}"/>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3" name="Freeform: Shape 5732">
                <a:extLst>
                  <a:ext uri="{FF2B5EF4-FFF2-40B4-BE49-F238E27FC236}">
                    <a16:creationId xmlns:a16="http://schemas.microsoft.com/office/drawing/2014/main" id="{20639A71-3B45-D017-DA35-5975B904F56E}"/>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4" name="Freeform: Shape 5733">
                <a:extLst>
                  <a:ext uri="{FF2B5EF4-FFF2-40B4-BE49-F238E27FC236}">
                    <a16:creationId xmlns:a16="http://schemas.microsoft.com/office/drawing/2014/main" id="{B1E5040D-C627-BCA2-AF98-1C77E32D1092}"/>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5" name="Freeform: Shape 5734">
                <a:extLst>
                  <a:ext uri="{FF2B5EF4-FFF2-40B4-BE49-F238E27FC236}">
                    <a16:creationId xmlns:a16="http://schemas.microsoft.com/office/drawing/2014/main" id="{C631A99D-BC5C-F313-3A13-45A61F6A6409}"/>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6" name="Freeform: Shape 5735">
                <a:extLst>
                  <a:ext uri="{FF2B5EF4-FFF2-40B4-BE49-F238E27FC236}">
                    <a16:creationId xmlns:a16="http://schemas.microsoft.com/office/drawing/2014/main" id="{E7984010-9A3F-1CD2-B8ED-F9D24D4BB313}"/>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7" name="Freeform: Shape 5736">
                <a:extLst>
                  <a:ext uri="{FF2B5EF4-FFF2-40B4-BE49-F238E27FC236}">
                    <a16:creationId xmlns:a16="http://schemas.microsoft.com/office/drawing/2014/main" id="{DD7C3F2D-DFBB-1550-CFE4-5D6B59B11AD5}"/>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8" name="Freeform: Shape 5737">
                <a:extLst>
                  <a:ext uri="{FF2B5EF4-FFF2-40B4-BE49-F238E27FC236}">
                    <a16:creationId xmlns:a16="http://schemas.microsoft.com/office/drawing/2014/main" id="{85FB15EF-1EE2-A733-933C-6ECD30EE8D32}"/>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
        <p:nvSpPr>
          <p:cNvPr id="986" name="!!hex">
            <a:extLst>
              <a:ext uri="{FF2B5EF4-FFF2-40B4-BE49-F238E27FC236}">
                <a16:creationId xmlns:a16="http://schemas.microsoft.com/office/drawing/2014/main" id="{CD28F839-1F14-E1D4-7E71-474A721EDC2D}"/>
              </a:ext>
            </a:extLst>
          </p:cNvPr>
          <p:cNvSpPr/>
          <p:nvPr/>
        </p:nvSpPr>
        <p:spPr>
          <a:xfrm>
            <a:off x="5394960" y="502920"/>
            <a:ext cx="1399032" cy="1572768"/>
          </a:xfrm>
          <a:custGeom>
            <a:avLst/>
            <a:gdLst>
              <a:gd name="connsiteX0" fmla="*/ 550420 w 1196090"/>
              <a:gd name="connsiteY0" fmla="*/ 12761 h 1351656"/>
              <a:gd name="connsiteX1" fmla="*/ 645670 w 1196090"/>
              <a:gd name="connsiteY1" fmla="*/ 12761 h 1351656"/>
              <a:gd name="connsiteX2" fmla="*/ 1148466 w 1196090"/>
              <a:gd name="connsiteY2" fmla="*/ 303049 h 1351656"/>
              <a:gd name="connsiteX3" fmla="*/ 1196091 w 1196090"/>
              <a:gd name="connsiteY3" fmla="*/ 385539 h 1351656"/>
              <a:gd name="connsiteX4" fmla="*/ 1196091 w 1196090"/>
              <a:gd name="connsiteY4" fmla="*/ 966111 h 1351656"/>
              <a:gd name="connsiteX5" fmla="*/ 1148466 w 1196090"/>
              <a:gd name="connsiteY5" fmla="*/ 1048607 h 1351656"/>
              <a:gd name="connsiteX6" fmla="*/ 645670 w 1196090"/>
              <a:gd name="connsiteY6" fmla="*/ 1338891 h 1351656"/>
              <a:gd name="connsiteX7" fmla="*/ 550420 w 1196090"/>
              <a:gd name="connsiteY7" fmla="*/ 1338891 h 1351656"/>
              <a:gd name="connsiteX8" fmla="*/ 47625 w 1196090"/>
              <a:gd name="connsiteY8" fmla="*/ 1048607 h 1351656"/>
              <a:gd name="connsiteX9" fmla="*/ 0 w 1196090"/>
              <a:gd name="connsiteY9" fmla="*/ 966111 h 1351656"/>
              <a:gd name="connsiteX10" fmla="*/ 0 w 1196090"/>
              <a:gd name="connsiteY10" fmla="*/ 385539 h 1351656"/>
              <a:gd name="connsiteX11" fmla="*/ 47625 w 1196090"/>
              <a:gd name="connsiteY11" fmla="*/ 303049 h 1351656"/>
              <a:gd name="connsiteX12" fmla="*/ 550420 w 1196090"/>
              <a:gd name="connsiteY12" fmla="*/ 12761 h 135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6090" h="1351656">
                <a:moveTo>
                  <a:pt x="550420" y="12761"/>
                </a:moveTo>
                <a:cubicBezTo>
                  <a:pt x="579890" y="-4254"/>
                  <a:pt x="616199" y="-4254"/>
                  <a:pt x="645670" y="12761"/>
                </a:cubicBezTo>
                <a:lnTo>
                  <a:pt x="1148466" y="303049"/>
                </a:lnTo>
                <a:cubicBezTo>
                  <a:pt x="1177936" y="320065"/>
                  <a:pt x="1196091" y="351509"/>
                  <a:pt x="1196091" y="385539"/>
                </a:cubicBezTo>
                <a:lnTo>
                  <a:pt x="1196091" y="966111"/>
                </a:lnTo>
                <a:cubicBezTo>
                  <a:pt x="1196091" y="1000144"/>
                  <a:pt x="1177936" y="1031586"/>
                  <a:pt x="1148466" y="1048607"/>
                </a:cubicBezTo>
                <a:lnTo>
                  <a:pt x="645670" y="1338891"/>
                </a:lnTo>
                <a:cubicBezTo>
                  <a:pt x="616199" y="1355912"/>
                  <a:pt x="579890" y="1355912"/>
                  <a:pt x="550420" y="1338891"/>
                </a:cubicBezTo>
                <a:lnTo>
                  <a:pt x="47625" y="1048607"/>
                </a:lnTo>
                <a:cubicBezTo>
                  <a:pt x="18155" y="1031586"/>
                  <a:pt x="0" y="1000144"/>
                  <a:pt x="0" y="966111"/>
                </a:cubicBezTo>
                <a:lnTo>
                  <a:pt x="0" y="385539"/>
                </a:lnTo>
                <a:cubicBezTo>
                  <a:pt x="0" y="351509"/>
                  <a:pt x="18155" y="320065"/>
                  <a:pt x="47625" y="303049"/>
                </a:cubicBezTo>
                <a:lnTo>
                  <a:pt x="550420" y="12761"/>
                </a:lnTo>
                <a:close/>
              </a:path>
            </a:pathLst>
          </a:custGeom>
          <a:solidFill>
            <a:srgbClr val="0B0720">
              <a:alpha val="70000"/>
            </a:srgbClr>
          </a:solidFill>
          <a:ln w="9525" cap="flat">
            <a:solidFill>
              <a:srgbClr val="FFFFFF"/>
            </a:solidFill>
            <a:prstDash val="solid"/>
            <a:miter/>
          </a:ln>
        </p:spPr>
        <p:txBody>
          <a:bodyPr rtlCol="0" anchor="ctr"/>
          <a:lstStyle/>
          <a:p>
            <a:endParaRPr lang="en-GB">
              <a:solidFill>
                <a:prstClr val="black"/>
              </a:solidFill>
              <a:latin typeface="Times New Roman"/>
            </a:endParaRPr>
          </a:p>
        </p:txBody>
      </p:sp>
      <p:pic>
        <p:nvPicPr>
          <p:cNvPr id="2882" name="!!hexicon" descr="cover.png"/>
          <p:cNvPicPr>
            <a:picLocks noChangeAspect="1"/>
          </p:cNvPicPr>
          <p:nvPr/>
        </p:nvPicPr>
        <p:blipFill>
          <a:blip r:embed="rId3"/>
          <a:stretch>
            <a:fillRect/>
          </a:stretch>
        </p:blipFill>
        <p:spPr>
          <a:xfrm>
            <a:off x="5833872" y="1024128"/>
            <a:ext cx="521207" cy="521207"/>
          </a:xfrm>
          <a:prstGeom prst="rect">
            <a:avLst/>
          </a:prstGeom>
        </p:spPr>
      </p:pic>
      <p:sp>
        <p:nvSpPr>
          <p:cNvPr id="5001" name="Rounded Rectangle 5001"/>
          <p:cNvSpPr/>
          <p:nvPr/>
        </p:nvSpPr>
        <p:spPr>
          <a:xfrm>
            <a:off x="822960" y="2158700"/>
            <a:ext cx="10543032" cy="3840480"/>
          </a:xfrm>
          <a:prstGeom prst="roundRect">
            <a:avLst>
              <a:gd name="adj" fmla="val 4000"/>
            </a:avLst>
          </a:prstGeom>
          <a:solidFill>
            <a:srgbClr val="000000">
              <a:alpha val="55000"/>
            </a:srgbClr>
          </a:solidFill>
          <a:ln w="9525">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sp>
        <p:nvSpPr>
          <p:cNvPr id="3" name="Main panel">
            <a:extLst>
              <a:ext uri="{FF2B5EF4-FFF2-40B4-BE49-F238E27FC236}">
                <a16:creationId xmlns:a16="http://schemas.microsoft.com/office/drawing/2014/main" id="{0EE4575A-94A0-E800-8FB3-30B2C604DBBF}"/>
              </a:ext>
            </a:extLst>
          </p:cNvPr>
          <p:cNvSpPr/>
          <p:nvPr/>
        </p:nvSpPr>
        <p:spPr>
          <a:xfrm>
            <a:off x="610762" y="2277657"/>
            <a:ext cx="10967425" cy="3556215"/>
          </a:xfrm>
          <a:prstGeom prst="roundRect">
            <a:avLst>
              <a:gd name="adj" fmla="val 7714"/>
            </a:avLst>
          </a:prstGeom>
          <a:gradFill rotWithShape="1">
            <a:gsLst>
              <a:gs pos="0">
                <a:srgbClr val="031E4A"/>
              </a:gs>
              <a:gs pos="100000">
                <a:srgbClr val="0A4AA0"/>
              </a:gs>
            </a:gsLst>
            <a:lin ang="2700000" scaled="0"/>
          </a:gradFill>
          <a:ln w="31750">
            <a:noFill/>
            <a:prstDash val="solid"/>
          </a:ln>
          <a:effectLst/>
          <a:scene3d>
            <a:camera prst="orthographicFront">
              <a:rot lat="0" lon="0" rev="0"/>
            </a:camera>
            <a:lightRig rig="glow" dir="t">
              <a:rot lat="0" lon="0" rev="14100000"/>
            </a:lightRig>
          </a:scene3d>
          <a:sp3d prstMaterial="softEdge">
            <a:bevelT w="127000" prst="artDeco"/>
          </a:sp3d>
        </p:spPr>
      </p:sp>
      <p:sp>
        <p:nvSpPr>
          <p:cNvPr id="4" name="Title banner">
            <a:extLst>
              <a:ext uri="{FF2B5EF4-FFF2-40B4-BE49-F238E27FC236}">
                <a16:creationId xmlns:a16="http://schemas.microsoft.com/office/drawing/2014/main" id="{40AF404A-72EA-34D8-AB3F-C021313D61E7}"/>
              </a:ext>
            </a:extLst>
          </p:cNvPr>
          <p:cNvSpPr/>
          <p:nvPr/>
        </p:nvSpPr>
        <p:spPr>
          <a:xfrm>
            <a:off x="1084438" y="2306807"/>
            <a:ext cx="10384439" cy="670434"/>
          </a:xfrm>
          <a:prstGeom prst="roundRect">
            <a:avLst>
              <a:gd name="adj" fmla="val 24550"/>
            </a:avLst>
          </a:prstGeom>
          <a:gradFill rotWithShape="1">
            <a:gsLst>
              <a:gs pos="0">
                <a:srgbClr val="087BF5"/>
              </a:gs>
              <a:gs pos="100000">
                <a:srgbClr val="0B5FD6"/>
              </a:gs>
            </a:gsLst>
            <a:lin ang="0" scaled="0"/>
          </a:gra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5" name="Banner gold accent">
            <a:extLst>
              <a:ext uri="{FF2B5EF4-FFF2-40B4-BE49-F238E27FC236}">
                <a16:creationId xmlns:a16="http://schemas.microsoft.com/office/drawing/2014/main" id="{D4AC8DE9-C4B0-6B38-0C8A-E7F4F979E218}"/>
              </a:ext>
            </a:extLst>
          </p:cNvPr>
          <p:cNvSpPr/>
          <p:nvPr/>
        </p:nvSpPr>
        <p:spPr>
          <a:xfrm flipH="1">
            <a:off x="1084438" y="2306807"/>
            <a:ext cx="247769" cy="670434"/>
          </a:xfrm>
          <a:prstGeom prst="parallelogram">
            <a:avLst/>
          </a:prstGeom>
          <a:solidFill>
            <a:srgbClr val="FFC928"/>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6" name="Title">
            <a:extLst>
              <a:ext uri="{FF2B5EF4-FFF2-40B4-BE49-F238E27FC236}">
                <a16:creationId xmlns:a16="http://schemas.microsoft.com/office/drawing/2014/main" id="{563C1726-0F0B-8DD4-154E-DD6D9BDA87EA}"/>
              </a:ext>
            </a:extLst>
          </p:cNvPr>
          <p:cNvSpPr txBox="1"/>
          <p:nvPr/>
        </p:nvSpPr>
        <p:spPr>
          <a:xfrm>
            <a:off x="1412367" y="2306807"/>
            <a:ext cx="9983636" cy="670434"/>
          </a:xfrm>
          <a:prstGeom prst="rect">
            <a:avLst/>
          </a:prstGeom>
          <a:noFill/>
          <a:ln>
            <a:noFill/>
          </a:ln>
          <a:effectLst/>
          <a:scene3d>
            <a:camera prst="orthographicFront">
              <a:rot lat="0" lon="0" rev="0"/>
            </a:camera>
            <a:lightRig rig="contrasting" dir="t">
              <a:rot lat="0" lon="0" rev="7800000"/>
            </a:lightRig>
          </a:scene3d>
          <a:sp3d>
            <a:bevelT w="139700" h="139700"/>
          </a:sp3d>
        </p:spPr>
        <p:txBody>
          <a:bodyPr wrap="square" lIns="0" tIns="0" rIns="0" bIns="0" rtlCol="0" anchor="ctr"/>
          <a:lstStyle/>
          <a:p>
            <a:pPr marL="0" indent="0" algn="ctr">
              <a:buNone/>
            </a:pPr>
            <a:r>
              <a:rPr lang="en-US" sz="3100" b="1" dirty="0">
                <a:solidFill>
                  <a:srgbClr val="FFFFFF"/>
                </a:solidFill>
                <a:latin typeface="Times New Roman" pitchFamily="34" charset="0"/>
                <a:ea typeface="Times New Roman" pitchFamily="34" charset="-122"/>
                <a:cs typeface="Times New Roman" pitchFamily="34" charset="-120"/>
              </a:rPr>
              <a:t>Introduction to Emerging Trends in Financial Services</a:t>
            </a:r>
            <a:endParaRPr lang="en-US" sz="3100" dirty="0"/>
          </a:p>
        </p:txBody>
      </p:sp>
      <p:sp>
        <p:nvSpPr>
          <p:cNvPr id="7" name="Subtitle">
            <a:extLst>
              <a:ext uri="{FF2B5EF4-FFF2-40B4-BE49-F238E27FC236}">
                <a16:creationId xmlns:a16="http://schemas.microsoft.com/office/drawing/2014/main" id="{6ABCD7A1-14E5-1E51-BCCB-1D0DE99BAAB2}"/>
              </a:ext>
            </a:extLst>
          </p:cNvPr>
          <p:cNvSpPr txBox="1"/>
          <p:nvPr/>
        </p:nvSpPr>
        <p:spPr>
          <a:xfrm>
            <a:off x="938691" y="3101125"/>
            <a:ext cx="10311565" cy="378941"/>
          </a:xfrm>
          <a:prstGeom prst="rect">
            <a:avLst/>
          </a:prstGeom>
          <a:noFill/>
          <a:ln>
            <a:noFill/>
          </a:ln>
          <a:effectLst/>
          <a:scene3d>
            <a:camera prst="orthographicFront">
              <a:rot lat="0" lon="0" rev="0"/>
            </a:camera>
            <a:lightRig rig="glow" dir="t">
              <a:rot lat="0" lon="0" rev="14100000"/>
            </a:lightRig>
          </a:scene3d>
          <a:sp3d prstMaterial="softEdge">
            <a:bevelT w="127000" prst="artDeco"/>
          </a:sp3d>
        </p:spPr>
        <p:txBody>
          <a:bodyPr wrap="square" lIns="0" tIns="0" rIns="0" bIns="0" rtlCol="0" anchor="ctr"/>
          <a:lstStyle/>
          <a:p>
            <a:pPr marL="0" indent="0" algn="ctr">
              <a:buNone/>
            </a:pPr>
            <a:r>
              <a:rPr lang="en-US" sz="2000" dirty="0">
                <a:solidFill>
                  <a:srgbClr val="7FE6F8"/>
                </a:solidFill>
                <a:latin typeface="Times New Roman" pitchFamily="34" charset="0"/>
                <a:ea typeface="Times New Roman" pitchFamily="34" charset="-122"/>
                <a:cs typeface="Times New Roman" pitchFamily="34" charset="-120"/>
              </a:rPr>
              <a:t>Digital Banking, Financial Inclusion and Technological Transformation of Financial Markets</a:t>
            </a:r>
            <a:endParaRPr lang="en-US" sz="2000" dirty="0"/>
          </a:p>
        </p:txBody>
      </p:sp>
      <p:sp>
        <p:nvSpPr>
          <p:cNvPr id="8" name="Bullet symbol 1">
            <a:extLst>
              <a:ext uri="{FF2B5EF4-FFF2-40B4-BE49-F238E27FC236}">
                <a16:creationId xmlns:a16="http://schemas.microsoft.com/office/drawing/2014/main" id="{D928398E-CFE1-0E0A-E59C-0AE8EEE296F7}"/>
              </a:ext>
            </a:extLst>
          </p:cNvPr>
          <p:cNvSpPr/>
          <p:nvPr/>
        </p:nvSpPr>
        <p:spPr>
          <a:xfrm>
            <a:off x="1033427" y="3749697"/>
            <a:ext cx="116597" cy="116597"/>
          </a:xfrm>
          <a:prstGeom prst="ellipse">
            <a:avLst/>
          </a:prstGeom>
          <a:solidFill>
            <a:srgbClr val="36DDF4"/>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9" name="Bullet 1">
            <a:extLst>
              <a:ext uri="{FF2B5EF4-FFF2-40B4-BE49-F238E27FC236}">
                <a16:creationId xmlns:a16="http://schemas.microsoft.com/office/drawing/2014/main" id="{EBE7DE4F-2CAA-4A82-A0A8-8546C0AD2D7F}"/>
              </a:ext>
            </a:extLst>
          </p:cNvPr>
          <p:cNvSpPr txBox="1"/>
          <p:nvPr/>
        </p:nvSpPr>
        <p:spPr>
          <a:xfrm>
            <a:off x="1303058" y="3633100"/>
            <a:ext cx="10056509" cy="349792"/>
          </a:xfrm>
          <a:prstGeom prst="rect">
            <a:avLst/>
          </a:prstGeom>
          <a:noFill/>
          <a:ln>
            <a:noFill/>
          </a:ln>
          <a:effectLst/>
          <a:scene3d>
            <a:camera prst="orthographicFront">
              <a:rot lat="0" lon="0" rev="0"/>
            </a:camera>
            <a:lightRig rig="glow" dir="t">
              <a:rot lat="0" lon="0" rev="14100000"/>
            </a:lightRig>
          </a:scene3d>
          <a:sp3d prstMaterial="softEdge">
            <a:bevelT w="127000" prst="artDeco"/>
          </a:sp3d>
        </p:spPr>
        <p:txBody>
          <a:bodyPr wrap="square" lIns="0" tIns="0" rIns="0" bIns="0" rtlCol="0" anchor="ctr"/>
          <a:lstStyle/>
          <a:p>
            <a:pPr marL="0" indent="0">
              <a:buNone/>
            </a:pPr>
            <a:r>
              <a:rPr lang="en-US" sz="2000" dirty="0">
                <a:solidFill>
                  <a:srgbClr val="FFFFFF"/>
                </a:solidFill>
                <a:latin typeface="Times New Roman" pitchFamily="34" charset="0"/>
                <a:ea typeface="Times New Roman" pitchFamily="34" charset="-122"/>
                <a:cs typeface="Times New Roman" pitchFamily="34" charset="-120"/>
              </a:rPr>
              <a:t>Financial services include banking, insurance, investment, lending and payment services.</a:t>
            </a:r>
            <a:endParaRPr lang="en-US" sz="2000" dirty="0"/>
          </a:p>
        </p:txBody>
      </p:sp>
      <p:sp>
        <p:nvSpPr>
          <p:cNvPr id="10" name="Bullet symbol 2">
            <a:extLst>
              <a:ext uri="{FF2B5EF4-FFF2-40B4-BE49-F238E27FC236}">
                <a16:creationId xmlns:a16="http://schemas.microsoft.com/office/drawing/2014/main" id="{5C518A05-6B50-0D39-61C1-DF33FE2B0C3A}"/>
              </a:ext>
            </a:extLst>
          </p:cNvPr>
          <p:cNvSpPr/>
          <p:nvPr/>
        </p:nvSpPr>
        <p:spPr>
          <a:xfrm>
            <a:off x="1033427" y="4126452"/>
            <a:ext cx="116597" cy="116597"/>
          </a:xfrm>
          <a:prstGeom prst="ellipse">
            <a:avLst/>
          </a:prstGeom>
          <a:solidFill>
            <a:srgbClr val="36DDF4"/>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11" name="Bullet 2">
            <a:extLst>
              <a:ext uri="{FF2B5EF4-FFF2-40B4-BE49-F238E27FC236}">
                <a16:creationId xmlns:a16="http://schemas.microsoft.com/office/drawing/2014/main" id="{31E4A412-C854-EFDA-622C-5992BF992A1F}"/>
              </a:ext>
            </a:extLst>
          </p:cNvPr>
          <p:cNvSpPr txBox="1"/>
          <p:nvPr/>
        </p:nvSpPr>
        <p:spPr>
          <a:xfrm>
            <a:off x="1303058" y="4009854"/>
            <a:ext cx="10056509" cy="349792"/>
          </a:xfrm>
          <a:prstGeom prst="rect">
            <a:avLst/>
          </a:prstGeom>
          <a:noFill/>
          <a:ln>
            <a:noFill/>
          </a:ln>
          <a:effectLst/>
          <a:scene3d>
            <a:camera prst="orthographicFront">
              <a:rot lat="0" lon="0" rev="0"/>
            </a:camera>
            <a:lightRig rig="glow" dir="t">
              <a:rot lat="0" lon="0" rev="14100000"/>
            </a:lightRig>
          </a:scene3d>
          <a:sp3d prstMaterial="softEdge">
            <a:bevelT w="127000" prst="artDeco"/>
          </a:sp3d>
        </p:spPr>
        <p:txBody>
          <a:bodyPr wrap="square" lIns="0" tIns="0" rIns="0" bIns="0" rtlCol="0" anchor="ctr"/>
          <a:lstStyle/>
          <a:p>
            <a:pPr marL="0" indent="0">
              <a:buNone/>
            </a:pPr>
            <a:r>
              <a:rPr lang="en-US" sz="2000" dirty="0">
                <a:solidFill>
                  <a:srgbClr val="FFFFFF"/>
                </a:solidFill>
                <a:latin typeface="Times New Roman" pitchFamily="34" charset="0"/>
                <a:ea typeface="Times New Roman" pitchFamily="34" charset="-122"/>
                <a:cs typeface="Times New Roman" pitchFamily="34" charset="-120"/>
              </a:rPr>
              <a:t>Digitalization is transforming the financial services industry.</a:t>
            </a:r>
            <a:endParaRPr lang="en-US" sz="2000" dirty="0"/>
          </a:p>
        </p:txBody>
      </p:sp>
      <p:sp>
        <p:nvSpPr>
          <p:cNvPr id="12" name="Bullet symbol 3">
            <a:extLst>
              <a:ext uri="{FF2B5EF4-FFF2-40B4-BE49-F238E27FC236}">
                <a16:creationId xmlns:a16="http://schemas.microsoft.com/office/drawing/2014/main" id="{88532A8D-114F-A0E7-DA79-9706BD3008CF}"/>
              </a:ext>
            </a:extLst>
          </p:cNvPr>
          <p:cNvSpPr/>
          <p:nvPr/>
        </p:nvSpPr>
        <p:spPr>
          <a:xfrm>
            <a:off x="1033427" y="4503206"/>
            <a:ext cx="116597" cy="116597"/>
          </a:xfrm>
          <a:prstGeom prst="ellipse">
            <a:avLst/>
          </a:prstGeom>
          <a:solidFill>
            <a:srgbClr val="36DDF4"/>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13" name="Bullet 3">
            <a:extLst>
              <a:ext uri="{FF2B5EF4-FFF2-40B4-BE49-F238E27FC236}">
                <a16:creationId xmlns:a16="http://schemas.microsoft.com/office/drawing/2014/main" id="{352D76B1-F03A-5387-48AF-C844EA192677}"/>
              </a:ext>
            </a:extLst>
          </p:cNvPr>
          <p:cNvSpPr txBox="1"/>
          <p:nvPr/>
        </p:nvSpPr>
        <p:spPr>
          <a:xfrm>
            <a:off x="1303058" y="4386609"/>
            <a:ext cx="10056509" cy="349792"/>
          </a:xfrm>
          <a:prstGeom prst="rect">
            <a:avLst/>
          </a:prstGeom>
          <a:noFill/>
          <a:ln>
            <a:noFill/>
          </a:ln>
          <a:effectLst/>
          <a:scene3d>
            <a:camera prst="orthographicFront">
              <a:rot lat="0" lon="0" rev="0"/>
            </a:camera>
            <a:lightRig rig="glow" dir="t">
              <a:rot lat="0" lon="0" rev="14100000"/>
            </a:lightRig>
          </a:scene3d>
          <a:sp3d prstMaterial="softEdge">
            <a:bevelT w="127000" prst="artDeco"/>
          </a:sp3d>
        </p:spPr>
        <p:txBody>
          <a:bodyPr wrap="square" lIns="0" tIns="0" rIns="0" bIns="0" rtlCol="0" anchor="ctr"/>
          <a:lstStyle/>
          <a:p>
            <a:pPr marL="0" indent="0">
              <a:buNone/>
            </a:pPr>
            <a:r>
              <a:rPr lang="en-US" sz="2000" dirty="0">
                <a:solidFill>
                  <a:srgbClr val="FFFFFF"/>
                </a:solidFill>
                <a:latin typeface="Times New Roman" pitchFamily="34" charset="0"/>
                <a:ea typeface="Times New Roman" pitchFamily="34" charset="-122"/>
                <a:cs typeface="Times New Roman" pitchFamily="34" charset="-120"/>
              </a:rPr>
              <a:t>Customers increasingly demand faster, safer and more convenient financial services.</a:t>
            </a:r>
            <a:endParaRPr lang="en-US" sz="2000" dirty="0"/>
          </a:p>
        </p:txBody>
      </p:sp>
      <p:sp>
        <p:nvSpPr>
          <p:cNvPr id="14" name="Bullet symbol 4">
            <a:extLst>
              <a:ext uri="{FF2B5EF4-FFF2-40B4-BE49-F238E27FC236}">
                <a16:creationId xmlns:a16="http://schemas.microsoft.com/office/drawing/2014/main" id="{66B95549-8918-5FA5-9668-F82DB8DF7C89}"/>
              </a:ext>
            </a:extLst>
          </p:cNvPr>
          <p:cNvSpPr/>
          <p:nvPr/>
        </p:nvSpPr>
        <p:spPr>
          <a:xfrm>
            <a:off x="1033427" y="4879961"/>
            <a:ext cx="116597" cy="116597"/>
          </a:xfrm>
          <a:prstGeom prst="ellipse">
            <a:avLst/>
          </a:prstGeom>
          <a:solidFill>
            <a:srgbClr val="36DDF4"/>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15" name="Bullet 4">
            <a:extLst>
              <a:ext uri="{FF2B5EF4-FFF2-40B4-BE49-F238E27FC236}">
                <a16:creationId xmlns:a16="http://schemas.microsoft.com/office/drawing/2014/main" id="{9AF30C61-98EB-92ED-6C71-285162BA61D4}"/>
              </a:ext>
            </a:extLst>
          </p:cNvPr>
          <p:cNvSpPr txBox="1"/>
          <p:nvPr/>
        </p:nvSpPr>
        <p:spPr>
          <a:xfrm>
            <a:off x="1303058" y="4763364"/>
            <a:ext cx="10056509" cy="349792"/>
          </a:xfrm>
          <a:prstGeom prst="rect">
            <a:avLst/>
          </a:prstGeom>
          <a:noFill/>
          <a:ln>
            <a:noFill/>
          </a:ln>
          <a:effectLst/>
          <a:scene3d>
            <a:camera prst="orthographicFront">
              <a:rot lat="0" lon="0" rev="0"/>
            </a:camera>
            <a:lightRig rig="glow" dir="t">
              <a:rot lat="0" lon="0" rev="14100000"/>
            </a:lightRig>
          </a:scene3d>
          <a:sp3d prstMaterial="softEdge">
            <a:bevelT w="127000" prst="artDeco"/>
          </a:sp3d>
        </p:spPr>
        <p:txBody>
          <a:bodyPr wrap="square" lIns="0" tIns="0" rIns="0" bIns="0" rtlCol="0" anchor="ctr"/>
          <a:lstStyle/>
          <a:p>
            <a:pPr marL="0" indent="0">
              <a:buNone/>
            </a:pPr>
            <a:r>
              <a:rPr lang="en-US" sz="2000" dirty="0">
                <a:solidFill>
                  <a:srgbClr val="FFFFFF"/>
                </a:solidFill>
                <a:latin typeface="Times New Roman" pitchFamily="34" charset="0"/>
                <a:ea typeface="Times New Roman" pitchFamily="34" charset="-122"/>
                <a:cs typeface="Times New Roman" pitchFamily="34" charset="-120"/>
              </a:rPr>
              <a:t>Major trends include digital banking, financial inclusion, fintech and artificial intelligence.</a:t>
            </a:r>
            <a:endParaRPr lang="en-US" sz="2000" dirty="0"/>
          </a:p>
        </p:txBody>
      </p:sp>
      <p:sp>
        <p:nvSpPr>
          <p:cNvPr id="16" name="Bullet symbol 5">
            <a:extLst>
              <a:ext uri="{FF2B5EF4-FFF2-40B4-BE49-F238E27FC236}">
                <a16:creationId xmlns:a16="http://schemas.microsoft.com/office/drawing/2014/main" id="{14A776EA-A8AC-46BD-C995-966E99358160}"/>
              </a:ext>
            </a:extLst>
          </p:cNvPr>
          <p:cNvSpPr/>
          <p:nvPr/>
        </p:nvSpPr>
        <p:spPr>
          <a:xfrm>
            <a:off x="1033427" y="5256716"/>
            <a:ext cx="116597" cy="116597"/>
          </a:xfrm>
          <a:prstGeom prst="ellipse">
            <a:avLst/>
          </a:prstGeom>
          <a:solidFill>
            <a:srgbClr val="36DDF4"/>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17" name="Bullet 5">
            <a:extLst>
              <a:ext uri="{FF2B5EF4-FFF2-40B4-BE49-F238E27FC236}">
                <a16:creationId xmlns:a16="http://schemas.microsoft.com/office/drawing/2014/main" id="{F17E97BC-076F-3766-48E6-CD417260724E}"/>
              </a:ext>
            </a:extLst>
          </p:cNvPr>
          <p:cNvSpPr txBox="1"/>
          <p:nvPr/>
        </p:nvSpPr>
        <p:spPr>
          <a:xfrm>
            <a:off x="1303058" y="5140119"/>
            <a:ext cx="10056509" cy="349792"/>
          </a:xfrm>
          <a:prstGeom prst="rect">
            <a:avLst/>
          </a:prstGeom>
          <a:noFill/>
          <a:ln>
            <a:noFill/>
          </a:ln>
          <a:effectLst/>
          <a:scene3d>
            <a:camera prst="orthographicFront">
              <a:rot lat="0" lon="0" rev="0"/>
            </a:camera>
            <a:lightRig rig="glow" dir="t">
              <a:rot lat="0" lon="0" rev="14100000"/>
            </a:lightRig>
          </a:scene3d>
          <a:sp3d prstMaterial="softEdge">
            <a:bevelT w="127000" prst="artDeco"/>
          </a:sp3d>
        </p:spPr>
        <p:txBody>
          <a:bodyPr wrap="square" lIns="0" tIns="0" rIns="0" bIns="0" rtlCol="0" anchor="ctr"/>
          <a:lstStyle/>
          <a:p>
            <a:pPr marL="0" indent="0">
              <a:buNone/>
            </a:pPr>
            <a:r>
              <a:rPr lang="en-US" sz="2000" dirty="0">
                <a:solidFill>
                  <a:srgbClr val="FFFFFF"/>
                </a:solidFill>
                <a:latin typeface="Times New Roman" pitchFamily="34" charset="0"/>
                <a:ea typeface="Times New Roman" pitchFamily="34" charset="-122"/>
                <a:cs typeface="Times New Roman" pitchFamily="34" charset="-120"/>
              </a:rPr>
              <a:t>These trends improve financial accessibility and operational efficiency.</a:t>
            </a:r>
            <a:endParaRPr lang="en-US" sz="2000" dirty="0"/>
          </a:p>
        </p:txBody>
      </p:sp>
      <p:grpSp>
        <p:nvGrpSpPr>
          <p:cNvPr id="5800" name="Group 5799">
            <a:extLst>
              <a:ext uri="{FF2B5EF4-FFF2-40B4-BE49-F238E27FC236}">
                <a16:creationId xmlns:a16="http://schemas.microsoft.com/office/drawing/2014/main" id="{CE53A3E7-39CA-3865-2B30-B5C2E5BC4A7D}"/>
              </a:ext>
            </a:extLst>
          </p:cNvPr>
          <p:cNvGrpSpPr/>
          <p:nvPr/>
        </p:nvGrpSpPr>
        <p:grpSpPr>
          <a:xfrm>
            <a:off x="4944959" y="480771"/>
            <a:ext cx="900000" cy="900000"/>
            <a:chOff x="2019396" y="1270001"/>
            <a:chExt cx="900000" cy="900000"/>
          </a:xfrm>
        </p:grpSpPr>
        <p:sp>
          <p:nvSpPr>
            <p:cNvPr id="5801" name="Oval 5800">
              <a:extLst>
                <a:ext uri="{FF2B5EF4-FFF2-40B4-BE49-F238E27FC236}">
                  <a16:creationId xmlns:a16="http://schemas.microsoft.com/office/drawing/2014/main" id="{D0F14588-0902-9FA7-F494-E0FF6F3F0635}"/>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02" name="Oval 5801">
              <a:extLst>
                <a:ext uri="{FF2B5EF4-FFF2-40B4-BE49-F238E27FC236}">
                  <a16:creationId xmlns:a16="http://schemas.microsoft.com/office/drawing/2014/main" id="{EF53939E-E365-9EE5-D669-3276F199E456}"/>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8585678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indefinite" accel="50000" decel="50000" fill="hold" nodeType="withEffect">
                                  <p:stCondLst>
                                    <p:cond delay="0"/>
                                  </p:stCondLst>
                                  <p:childTnLst>
                                    <p:animMotion origin="layout" path="M -0.00156 -0.00116 L 0.05599 -0.06019 L 0.11588 -0.00371 L 0.1151 0.10926 L 0.05742 0.16736 L 0.00065 0.10393 L -0.00156 -0.00116 Z " pathEditMode="relative" ptsTypes="AAAAAAA">
                                      <p:cBhvr>
                                        <p:cTn id="6" dur="20000" fill="hold"/>
                                        <p:tgtEl>
                                          <p:spTgt spid="580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shadeToTitle="1">
        <a:gradFill flip="none" rotWithShape="1">
          <a:gsLst>
            <a:gs pos="30000">
              <a:schemeClr val="accent4">
                <a:lumMod val="0"/>
                <a:lumOff val="100000"/>
              </a:schemeClr>
            </a:gs>
            <a:gs pos="60000">
              <a:schemeClr val="accent1">
                <a:lumMod val="60000"/>
                <a:lumOff val="40000"/>
              </a:schemeClr>
            </a:gs>
            <a:gs pos="85000">
              <a:schemeClr val="bg1">
                <a:lumMod val="65000"/>
              </a:schemeClr>
            </a:gs>
          </a:gsLst>
          <a:path path="shape">
            <a:fillToRect l="50000" t="50000" r="50000" b="50000"/>
          </a:path>
          <a:tileRect/>
        </a:gradFill>
        <a:effectLst/>
      </p:bgPr>
    </p:bg>
    <p:spTree>
      <p:nvGrpSpPr>
        <p:cNvPr id="1" name=""/>
        <p:cNvGrpSpPr/>
        <p:nvPr/>
      </p:nvGrpSpPr>
      <p:grpSpPr>
        <a:xfrm>
          <a:off x="0" y="0"/>
          <a:ext cx="0" cy="0"/>
          <a:chOff x="0" y="0"/>
          <a:chExt cx="0" cy="0"/>
        </a:xfrm>
      </p:grpSpPr>
      <p:grpSp>
        <p:nvGrpSpPr>
          <p:cNvPr id="39" name="Graphic 2">
            <a:extLst>
              <a:ext uri="{FF2B5EF4-FFF2-40B4-BE49-F238E27FC236}">
                <a16:creationId xmlns:a16="http://schemas.microsoft.com/office/drawing/2014/main" id="{65C98E3B-4917-B8A9-666F-A5985C837D9D}"/>
              </a:ext>
            </a:extLst>
          </p:cNvPr>
          <p:cNvGrpSpPr/>
          <p:nvPr/>
        </p:nvGrpSpPr>
        <p:grpSpPr>
          <a:xfrm>
            <a:off x="-4826901" y="5651501"/>
            <a:ext cx="22278322" cy="1206501"/>
            <a:chOff x="-1701658" y="3997633"/>
            <a:chExt cx="14003150" cy="3533927"/>
          </a:xfrm>
          <a:noFill/>
          <a:effectLst>
            <a:outerShdw blurRad="635000" algn="ctr" rotWithShape="0">
              <a:schemeClr val="bg1"/>
            </a:outerShdw>
          </a:effectLst>
        </p:grpSpPr>
        <p:grpSp>
          <p:nvGrpSpPr>
            <p:cNvPr id="40" name="Graphic 2">
              <a:extLst>
                <a:ext uri="{FF2B5EF4-FFF2-40B4-BE49-F238E27FC236}">
                  <a16:creationId xmlns:a16="http://schemas.microsoft.com/office/drawing/2014/main" id="{09D3D3BE-2D62-8E78-7852-D6F728DAC105}"/>
                </a:ext>
              </a:extLst>
            </p:cNvPr>
            <p:cNvGrpSpPr/>
            <p:nvPr/>
          </p:nvGrpSpPr>
          <p:grpSpPr>
            <a:xfrm>
              <a:off x="-1701658" y="3997633"/>
              <a:ext cx="14003150" cy="3531261"/>
              <a:chOff x="-1701658" y="3997633"/>
              <a:chExt cx="14003150" cy="3531261"/>
            </a:xfrm>
            <a:grpFill/>
          </p:grpSpPr>
          <p:sp>
            <p:nvSpPr>
              <p:cNvPr id="954" name="Freeform: Shape 953">
                <a:extLst>
                  <a:ext uri="{FF2B5EF4-FFF2-40B4-BE49-F238E27FC236}">
                    <a16:creationId xmlns:a16="http://schemas.microsoft.com/office/drawing/2014/main" id="{397F00C9-427E-38B1-DB02-A4DF9D0CC659}"/>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5CBF7B15-24CD-2D5F-4125-AF2505EB1387}"/>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29BDAFCB-4A9B-59BD-A87B-08936C6871EE}"/>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19BC68C6-8A22-5523-C82D-8D85579871E9}"/>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02493502-8E1E-E0C0-2A32-7C338BF05E79}"/>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C45E6273-1F90-C22D-1E92-96D524910A88}"/>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0150B8E4-005A-263B-89F6-95EB9DB40E7E}"/>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958B8F18-559B-D6B1-0B61-A227099DCD27}"/>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0920371C-3BA0-EA59-332C-7E9C84D08D07}"/>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B8E60213-C98C-4F72-7AE1-AE79441A947E}"/>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E1522194-FFBD-92B0-A695-2B5A944D15C3}"/>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7CB49C7E-EAD3-7878-B7D1-6480A8352CD5}"/>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C59FE379-0AFA-B4D1-37B8-FE5E882A0B29}"/>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D0F8E634-1AA5-E2E3-E746-A9571ECEEBBC}"/>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2C0BD66F-60BB-9539-E4FD-AECD9EC00915}"/>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606B4E33-F45F-6F4F-642A-1425012076A4}"/>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C71D2288-084F-25BE-4881-D2A3F8647EAC}"/>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E7B99668-A835-B72F-CEA3-F6834D349B05}"/>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3684D664-CBDE-837B-5566-844C0A78825E}"/>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E1DBCF30-2667-56B3-6444-1548527B36F1}"/>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108CEA82-3540-18A7-F8D1-5B92981B5AA6}"/>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0CBBF071-9D96-5DFC-0227-64ADE2902779}"/>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BC1CB3DA-C224-1EB3-C61B-F0CEBCCF8248}"/>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18464BA4-1727-CB16-76C7-5932F99F2725}"/>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DD406B36-F043-5D50-2B27-12DACB3853A6}"/>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A04A753C-74CA-4CC6-0384-AD96E66DFBA1}"/>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BDD4AE04-3CC2-4858-E28C-1A5FF7B5C7FE}"/>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7703E1B4-BE8E-3E35-4366-1D741A15E3AB}"/>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A456050F-6C1A-3DF7-BD6B-D6AB2557366D}"/>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A4AEF5E9-39CC-59A8-340C-17836E5B5478}"/>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1413037A-0C03-5265-E664-1970C5CDD90C}"/>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54505411-897F-A610-73AC-8F51716A30EE}"/>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CC21EF6C-3940-66F2-5576-1ED467A68AA0}"/>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7F94C510-3B26-5B93-EE8F-A3FEBC75A7D9}"/>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88AB9CDF-F7FB-4BB5-CBE5-2394B7D674FF}"/>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73DF5B60-2BBD-0B7C-5E02-9CECD7750B15}"/>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275D41B8-8C2F-C422-2613-CA58990F1A1C}"/>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C84B76A9-2737-2A22-2F89-EACCC7C85324}"/>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CBB44931-279F-ECA1-ED9B-8E8473FCD450}"/>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5EE02E26-550B-EB65-3E8A-5C0B687DD148}"/>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E47F1D0C-CB3F-27B8-B5A4-15CC067FC6A7}"/>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6E28045C-154B-C330-430F-114776FA971E}"/>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826B52DB-0C15-5C19-F9FC-EE9AC6A0CE59}"/>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31265150-D199-C846-16B3-1DF5BA68D129}"/>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D354B935-3A08-7D0D-F44E-3A8D662F2D2C}"/>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19CDC2DF-D8DA-2B30-24B2-26F21530DCE0}"/>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DE29F598-4A34-B1F3-597E-99B55BD3134D}"/>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0247CFFB-849F-9915-607A-B02C3240F6E0}"/>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80A3C8A3-FF0E-F682-B723-5380D2BB0259}"/>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882ABA3A-1877-FF39-B219-5198189F4DBC}"/>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A7749843-083E-49F5-806E-1E22C70F5FC5}"/>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77AB4E29-0D6B-3B09-19FE-C191AA2A194D}"/>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0EE63E19-6209-8556-3D01-29D9AD2E3703}"/>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0BAE063D-DC89-8D51-54CC-07CD335C9FE3}"/>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E8748297-5323-60DB-E4BA-FE17523A5F9C}"/>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43A7B111-58F6-CC51-C93D-BBBF22412DE0}"/>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96E99B5D-25EF-741D-E2FE-4BCADE5332D0}"/>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8EB03466-DB4C-2207-7B46-3C96DC658426}"/>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91E37B38-EA85-5F2B-BF4B-EDB73455924E}"/>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668A15A7-B908-9659-ED04-C38D4BB96E27}"/>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12555E93-3BD8-B0EC-91F5-82E1EF00225F}"/>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accent1">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41" name="Graphic 2">
              <a:extLst>
                <a:ext uri="{FF2B5EF4-FFF2-40B4-BE49-F238E27FC236}">
                  <a16:creationId xmlns:a16="http://schemas.microsoft.com/office/drawing/2014/main" id="{DC4673BF-263A-8F9A-E98F-180ED191A148}"/>
                </a:ext>
              </a:extLst>
            </p:cNvPr>
            <p:cNvGrpSpPr/>
            <p:nvPr/>
          </p:nvGrpSpPr>
          <p:grpSpPr>
            <a:xfrm>
              <a:off x="-1350054" y="4031449"/>
              <a:ext cx="13299963" cy="3500111"/>
              <a:chOff x="-1350054" y="4031449"/>
              <a:chExt cx="13299963" cy="3500111"/>
            </a:xfrm>
            <a:grpFill/>
          </p:grpSpPr>
          <p:sp>
            <p:nvSpPr>
              <p:cNvPr id="42" name="Freeform: Shape 41">
                <a:extLst>
                  <a:ext uri="{FF2B5EF4-FFF2-40B4-BE49-F238E27FC236}">
                    <a16:creationId xmlns:a16="http://schemas.microsoft.com/office/drawing/2014/main" id="{2B2FDB0B-7C18-2F00-0455-00FA9447A977}"/>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5730E3D5-E826-88BE-304A-F04497BF5118}"/>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98B60BE0-C355-9CED-D7C6-15713CCA739F}"/>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4D5E5314-A15D-5344-6B98-07970BA9B8DE}"/>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FB62D297-7B81-F7CD-D505-A91977ACBC24}"/>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DF96D2F0-6923-5351-3DCF-F5A037902867}"/>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12CE024E-C586-01BF-6CC6-8CF6C7021168}"/>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4E43C959-B847-B333-653E-8D94E078B105}"/>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5448B993-2FA3-7551-473B-9A4D230479CD}"/>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42FFA460-016D-0960-0018-0C281E5DED0F}"/>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4AEA780A-A4E3-CA4D-3B5C-4907BC379052}"/>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593D874F-9B5B-8F9A-AF0E-32B995243EE5}"/>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FA45BA3C-8715-D2BF-A94B-EC5FFEB9C9DC}"/>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13DD66EF-5C71-39E5-BFDD-7DE35BECD94D}"/>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0D740D0F-0368-A6F5-31EE-B012769E03AA}"/>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A23153CE-12B4-D423-B5E1-2480EEAC07AF}"/>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F344D146-C05C-FBBF-FB73-072E2138CAE1}"/>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B397A980-F539-3323-1C98-EDFA9ED4ED63}"/>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835032D3-7131-A085-581A-B3F0ACE04794}"/>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CB36147E-66C3-2E71-4E9C-9292788E9C63}"/>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8F1436E7-6078-FD0C-D22A-5121EC93E20C}"/>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D80DF5C9-DE4E-1CEE-BD99-9B09D48A19F1}"/>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7A11AB55-31F1-28CD-5E06-B0EC0FE4FCFA}"/>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185B57B8-4931-6F3A-4DEA-A370BD689742}"/>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6444E718-1345-83FB-FB12-4EF24817C7A9}"/>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B14C9377-51E5-2D6C-C66A-4E8F3C6D4D44}"/>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35EC14DC-4D0C-C614-F80C-B8BD319326E7}"/>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A0151EF0-73F3-2356-BD48-B8A9DD49AF69}"/>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D80E09D6-2666-4772-70D1-4E91DAAC4565}"/>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F45418E4-1F1B-CA2C-3F62-8778395818AC}"/>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34EC7F0E-50FD-452E-728B-114A1F7BBD67}"/>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BB94D910-F7A3-0335-583D-F2C29F4666F9}"/>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D5FEACB7-CC0B-44C1-FBEB-5D0830216467}"/>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83593328-FA45-8A81-37C5-E2E16934ACA4}"/>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5D04FF84-8276-C333-3B32-3C5D455F7895}"/>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85A169A7-6862-8D19-5DCD-3F816114A780}"/>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3A8447DD-4B36-548B-335B-931DE64A12BF}"/>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A4C02552-C201-4E7A-0E6F-3A9A517629FF}"/>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7E781F74-356C-C101-B6DB-C6DD6B2F88AB}"/>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9E54CED3-8F51-A2FF-9463-125963CB433C}"/>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7B127C5C-50E7-1E34-0B49-E2AC20757467}"/>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5AA29276-CA10-004F-2AC1-E28D35D32622}"/>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FFDC2D4C-0762-C48E-6D5A-5358F79628AA}"/>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AEE001BB-9D9B-56BE-25F6-085A46606ACF}"/>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A236C052-E422-E4C6-37AF-0AFEDDAFCAD8}"/>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EE16287E-E355-3F5C-1F89-CCB7DAF144A9}"/>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54E42E12-4973-8DA7-3EE4-6B81B91521AA}"/>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8431271B-E680-6F78-A423-D742C33E856F}"/>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1B18391F-8DB5-882B-879D-D77F5C900D6A}"/>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A1E2EEA8-96F1-24A2-2915-701E7E2FADFB}"/>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86C14270-AF4D-9DB7-F977-0F69CF7FEC8C}"/>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95799D6E-ADFC-CA79-A4D8-7A8B809E64EE}"/>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9C146761-5093-396E-99AC-60644F1116FF}"/>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885D984F-9D88-00DC-ED57-F4867930C054}"/>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EE68482F-AB23-D5D5-5F7A-4D548A671B57}"/>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84AD9FF5-63CE-552E-2190-EC33DEB8AB7C}"/>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949CF48D-D8E7-135B-F43A-0C9A39EE5AFC}"/>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DE44DB0D-C002-81B8-F91A-3A99E5018F3D}"/>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2CD62AD4-BCD5-FF5E-5A43-C65AD65A7E24}"/>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CEFC1192-2EBD-EA58-4D27-EC11EF88634D}"/>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9E838329-BE72-E756-1AAD-5E11BD170C61}"/>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CFC0FC3D-FA46-9F85-8FF8-FB97F95C3520}"/>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8D8BF398-1409-FFFC-F416-E04A99734BA7}"/>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E1A6C229-442A-CFC9-B426-B0E0C1D013F1}"/>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11B4608C-D64B-9F17-B8F0-DA9EBB24771D}"/>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F210FA03-7B75-B0C8-72ED-5FCCCC8FEA6F}"/>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450FFD61-B8E4-0AD6-B73F-A6EC4F51FFD0}"/>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07FDF0AA-1E6D-51AB-F1E2-66D466C0EF72}"/>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506243A1-EE1B-13F4-E76E-EB557C1545E2}"/>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C98E7D9A-FB8A-1BD7-DF2D-612D2122ED5F}"/>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180F960A-38C2-2069-B412-715DD3EF9587}"/>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2B62C727-A64C-B3D1-54A4-50DF09723A2A}"/>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3D9AF838-8B1E-C8A0-B721-941C12D9A0A2}"/>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823D7CC1-A632-C5D1-2AC6-278F5F645236}"/>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16ABC658-94DD-F035-CB67-FC2B343839AA}"/>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683178A4-58C9-ED53-4A1B-B7373FD30A8B}"/>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B2E13C9C-5BFE-7D41-0B90-6D0A8990194F}"/>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3CEF6B9D-B585-0FC7-DC00-2BDD394759C1}"/>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30ACEB17-70F1-B024-5B0E-27C8A3B2387B}"/>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61DE863D-9D63-CBCC-C8E5-5AD6B005C457}"/>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43702A9A-5BDF-0766-C3FE-81FBFA685F40}"/>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E4AF57BC-BCBC-EA45-D922-7C65B8B62A57}"/>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DEFC92DA-C0F1-0862-0D17-BA067DD3C51B}"/>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7155AEE4-31C5-9C7E-396C-C994A1A49B2E}"/>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657BA132-FE91-A295-BE92-732BA25C4889}"/>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F15CB561-B97E-178F-8BBA-DD4112FC3AC0}"/>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BEA3A738-CADC-5B63-778F-B4CB004C0066}"/>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6FA97FD3-8B7D-7818-F921-ED297458E806}"/>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3A9F8260-FCCA-C0DA-39C8-F173303F5A8C}"/>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141DAAAB-A86D-3A18-41EF-09E4387343BB}"/>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274495E2-FD67-F163-D1ED-25CEFEA68365}"/>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CB8A4A62-4405-4CFF-8966-43EA865038B6}"/>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62B399AE-E224-80CD-78A5-DC692DFD8F9D}"/>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65BBBC2F-9C4D-602A-3E1E-B2E775A09188}"/>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9FB334CC-C627-9783-5FA9-E92BEB71AEB8}"/>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01675EBE-2CDA-8E27-6C0C-41778A5AAA0A}"/>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DEC82A9A-F0AE-E5F3-0CD4-1ED5F0D0D5C8}"/>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422B3772-D184-F8DA-9AA6-AA9BDF4B6BAB}"/>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F082F0EC-C5D7-A8E5-76C8-8934244421B9}"/>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67E7C118-FB5C-7B49-6B4C-1B9401D79B5C}"/>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966D49D3-10E3-1DB8-13B6-56BFF2551D4D}"/>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03AC9F8D-DA21-C6CF-45FF-EB0D129850D8}"/>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CA9043E8-2755-4287-0F96-6DCEB36CA7E6}"/>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4430991E-68BD-A119-AA83-B2E51EAD945A}"/>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BBB99D21-2D53-EC55-B6C3-77B091B06B87}"/>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810239A4-E1C2-86BC-2AD6-606A0B88211D}"/>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E213E1BD-553C-9FE7-4733-1327AAA35E04}"/>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CF8ED0BD-FC8A-70C4-A4A2-83B6C7C1D7AB}"/>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F19CAAB8-93F9-DB1B-AB1E-1E6A4962A084}"/>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7A76DCBA-1637-D01C-1970-3C22060C6625}"/>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6E66261B-30FC-1E5B-8C19-2C806A99FB4D}"/>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B0F09B9F-1DBB-20CC-5E50-627F3298A269}"/>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A93FDB51-FCC4-27D3-3235-C08A5FBD4FBA}"/>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05B3D394-01A2-A38C-2426-68A3779C17D4}"/>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AFEACD92-F8B2-1A48-4E06-B06AA53B10BB}"/>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3BA5159F-79DF-47A5-528E-05D0F1F6681B}"/>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48EC6D70-D722-650C-DBF9-E7249DCA258B}"/>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E4E0A5BA-C38D-D43F-02D6-8253A15B964D}"/>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BF5C9E31-5544-C48F-BF1C-D67B768BB1F9}"/>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8DCF64D5-4DBA-AB92-9D9D-C02F172FE0AE}"/>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B20AA00B-BB22-49FA-40D7-8198EFB39067}"/>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4F360482-D246-D07F-42F6-AEB53437B907}"/>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D191FBA9-2301-7082-8222-DB93CABD6B09}"/>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EABFA062-091A-04C8-E4E8-46934A0DE58D}"/>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EB9DD98B-BB9B-7ABB-A72D-839F7409C351}"/>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780C5885-1B7D-ECF8-A698-C6C511D81642}"/>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045EF56A-0E4D-36C6-8AF0-D0626DAE7DED}"/>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DA980E5B-4B7D-134A-794E-9E7EF78BFB40}"/>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67D86900-5273-C5EF-AA80-2EECF60F7BCA}"/>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5007D95E-AE52-A052-07F8-D3BBC1846178}"/>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D7D87F8C-4BCF-771F-581E-D05AB0903254}"/>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AC051520-F0E4-2F6C-3EA2-50C412E2E109}"/>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F32E2187-D4C5-31B1-3E2F-1057C407786E}"/>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EDD0B0B8-E029-5CF6-633D-98473B121ED1}"/>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74CE6D68-AFDE-82ED-0F50-A805C9FA01AC}"/>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7B215887-339C-C84F-A5F9-BD417469D833}"/>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95F937F8-D540-647E-EC49-B5308FD715A0}"/>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1B4F7A1E-E818-DA19-DA47-B55AFDEA010E}"/>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F2D708A2-3751-DD3B-B718-2B80AF580F9C}"/>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891A22C1-4646-CB78-BC89-B1CF03A5BC58}"/>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FE649DD9-8F44-A159-01B4-93D7D6149D52}"/>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075FB84F-359C-413C-6C47-52B75A1634A3}"/>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60DAED25-1CE0-7EEB-4B0A-EF9B473C2BA0}"/>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325D5AB9-1E66-4C63-4BDB-330A37C69DEF}"/>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DDD54FF0-0BB5-00F7-E3B1-B141416186EE}"/>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AD734C6E-B4ED-BC39-FD36-400499C7B0CC}"/>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A7C8CD1B-D78A-7F9D-7583-F2A315C2C4E7}"/>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3571BC8B-EA51-910A-F354-0028A51803DD}"/>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4F448F14-925C-71F8-166A-9FDF9AF296B8}"/>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082870B3-A16A-FFF1-65C1-69AD3FF11FEA}"/>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FD4FE2E9-67D1-F1C9-8BAD-AD24E8C0F08C}"/>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B20B8B85-3495-AF6D-71B7-F5A154FBDEC3}"/>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B81AE382-6100-40DF-3BDB-D61CF40E9310}"/>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687B5D90-8154-B6F4-1117-5F688232809B}"/>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C6FA664B-0C9F-5140-F263-19B5EC237920}"/>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D0EF1604-2E18-7CE0-747A-17E54BA432CF}"/>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82EA2877-CA47-FFB3-61AA-551747941161}"/>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A4B5423E-D98C-EEC1-26A2-5A2B225D0506}"/>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722ADA4D-4091-FD78-CAC7-9DFB882D3491}"/>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98B920C6-27AF-98CB-4085-378AFACBA3C4}"/>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335F7B02-2700-B0DE-8326-14C4B4F4F0DD}"/>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772E2772-49B8-F6FE-8887-A302AB5B589C}"/>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1A8FBCB0-1571-3056-3537-318C69163011}"/>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A9554D43-A3ED-77F5-CDE7-28833660C8B9}"/>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5B579900-53E3-337F-462A-9B1543BE49F2}"/>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EAAC54AC-1A4C-E275-854A-D81004579DF1}"/>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CAFF1463-1906-F38E-24A9-F03FF64EDC01}"/>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FACD4704-F8D7-C93A-BA4B-645AF59BF75F}"/>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041D7BE0-04DF-0E2E-D1EB-D7A623D5D1A4}"/>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1E514A42-DB04-4048-08BB-69618F1CCF74}"/>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A9082B39-8E89-8C15-5144-24D49B64EB66}"/>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F41C6D12-0CA4-CBEC-C173-590FFB0DA607}"/>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393F4AC9-C6F0-75D6-6B4E-FA7366C4066D}"/>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71C07A9A-FD68-761E-8A1D-5A9FE347C0FA}"/>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A84FE67E-52E8-3E5E-4C97-02F1534CB8FA}"/>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CDD3BA80-BAFA-F9E4-22C6-3E55D7266313}"/>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F36F9E9A-DDF6-051C-5CDA-AF769A9F52EE}"/>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52D56DED-25D1-7677-CB25-2CB3EA16679B}"/>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BFA495C4-60EF-C227-8344-8E70A3D3688D}"/>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4D67CA9C-65B2-90FF-F651-5318D5A3843D}"/>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638A2632-05C7-5BB6-E086-7D3B57621CAC}"/>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567A35F3-6EB3-79C1-D82B-86DF97D2940E}"/>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2CF1C9AE-D06D-4BBE-6E57-6FA1AA98D903}"/>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B1F37907-301F-6C4B-6A43-5AAA5F687DED}"/>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B5F9F199-89A7-BE72-5FC2-BC28F941EFEF}"/>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54791E5C-A29A-8BE4-BE96-4C990471A72F}"/>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1225BED4-4A94-73EC-7928-A003025E7959}"/>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CED824EF-01AF-C922-D02B-397D6E47506E}"/>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014D9590-83D8-1714-8F4F-7CEB178070BD}"/>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420CBA4B-D403-03A3-3B68-5EE7B442897F}"/>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378662AE-72E8-724B-5618-C95762DF39EE}"/>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F41FA35F-F45C-E728-44A3-7C7F2D22DB2A}"/>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70ABCDEA-B2DB-BE56-154D-369C81BDFD69}"/>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9415CD61-C493-8FBC-68D6-4A3492F0525D}"/>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ED54413D-7133-1BA0-36E3-102E62A41DCC}"/>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96BE3823-961D-6F6B-5B7A-451A470613D9}"/>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2E36A105-7384-7338-DFF2-80D5AF82D1BD}"/>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E3F9178C-39CC-30C4-FFE9-FA7E34B2CCD8}"/>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B166EF81-3AC6-36B3-73A4-A7C73AFF4301}"/>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C2D63397-C968-96C5-3B08-DFAF3DBB7702}"/>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C6D23907-B164-D283-4E29-D1D281B455AB}"/>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275FA135-C0C3-5476-ADF5-11A3512802CE}"/>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40E41D6A-190F-FA5E-C411-B4E18D971203}"/>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B0E44B8C-9DFE-FB4D-EE7F-03E8DB3E8860}"/>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40CF7204-F6C3-55FD-ADE3-B00AB842046B}"/>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C399F8FF-06E2-A204-BCD7-08D5C27EA160}"/>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F3F1E133-6029-C162-8B42-1D39C187BE0C}"/>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7FCD191F-58D8-79C7-FAE8-B252F8133A00}"/>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C40A5477-60B5-CCD5-897F-171D2093A46D}"/>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BEF1CED8-9594-880B-5F46-E70666B031BE}"/>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606290BE-E164-34B1-A112-F340A55689B0}"/>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441A158A-0675-58E8-93D3-F0D86A6E04C2}"/>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F89A10B1-27B1-AA3B-54DC-4C42B1489C89}"/>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703BE86E-E282-F9B4-2901-25242249A6E2}"/>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2597D0DA-40F6-4CCB-41FD-1FFB03BA027C}"/>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6F85156C-A4D0-B8DB-9325-C2ADAE33FEAB}"/>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629750A2-358E-8E36-0A81-128FD37CA084}"/>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6F0A6EA0-229C-71B2-5964-070CD726AA0F}"/>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AC24872E-07B7-2374-364B-0A25781DE741}"/>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6C5E097B-828E-AC41-09DE-E602D9253CDE}"/>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64BA89E9-12C9-DAD9-5DAF-49005169ECF9}"/>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F5DE1598-8B5A-2122-AFD3-CEAA205BBA79}"/>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C0908EEF-AA20-AD6F-D4DE-F7E4993B7EC2}"/>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B8317846-88C2-FEA1-BE6F-394DBB533B4C}"/>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18D56430-0B07-0A54-31C1-2E36236E2906}"/>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4B04EDB6-8C9C-6BDE-3A22-BC8CB782622A}"/>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F7C6CF9E-ED3D-40BC-92F2-3D6F5B1A4226}"/>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F51556F9-8543-0AF7-56C6-161CDA07CF83}"/>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71486B65-0789-A197-3F80-99FB8D7C5002}"/>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DD5914D2-A85F-F566-1966-03CE1EB3ED82}"/>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0BA71FFB-A2E0-2C1B-2F08-86639A3A6031}"/>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240C4BB0-2518-4425-A303-AA332195A0D1}"/>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8CE29A7A-3676-F6A8-F4AE-2AE99F5716D2}"/>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3745E996-C044-43AD-F1DB-12BE5B0B1892}"/>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D23B58D9-AD3B-BD8D-0CCB-4F67092DDA75}"/>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68D03219-0817-DD6F-FD57-D2A3393C44F0}"/>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0A66C609-C627-F964-9F30-BEDB014C5064}"/>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EC027E6A-77FC-9E67-1596-9133BBEA322C}"/>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0BC17C8D-94CF-949D-A2C8-FE772DD1BFB4}"/>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CE1A0277-1FD2-D937-4A3A-66B03B615B35}"/>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5FC647F2-12D2-E6A9-F43C-5E59787814E2}"/>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5D65D470-E31E-A82E-E465-35794688340F}"/>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D7BDB9E5-89F5-7A02-4071-C77063756793}"/>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076384B6-EA48-3AEF-E748-FCA327758034}"/>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CAB4A20C-65D5-1FA8-5707-C03279313659}"/>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00D3570E-D9FD-0660-867C-56236EBAC2E6}"/>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5FFFAB89-4AEA-1050-9A37-625F466A2393}"/>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412A42C5-FCE7-BDD7-FD69-C5318C5BD87A}"/>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7B60B16A-94A4-60DD-B62F-841CA6168DED}"/>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2E472CC8-D949-16F0-004D-9756BB88F78A}"/>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FE5D4029-D2F5-1A01-C52A-DCD30BEE0744}"/>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95038F65-2BBC-821B-A08E-A66B52B888B7}"/>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21B59DAB-DC68-2A0C-CB37-A80537085E94}"/>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7C7FD005-8015-4ABC-C9AE-1331FD74FB34}"/>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DAC59020-CF2B-F6A9-9AFF-963CB01DB8EA}"/>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C9258D83-F47E-C487-636C-BB72782AB560}"/>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E465E229-DCF5-1EEC-7DA2-A82F17B3563F}"/>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465E54DB-CD50-5EFD-213F-BD24D477496E}"/>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B0C451B9-F265-A724-27C7-8686AB6C3F3D}"/>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40B466C0-714A-6D78-2236-9E7D2C6FFE1C}"/>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ACF513DE-2A7C-36E3-6EAA-DF46A96CE386}"/>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ED889CE5-F9DC-31D7-1BBE-0868C811327B}"/>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D1F4FE0D-BF75-EE67-7663-41DE2AB80966}"/>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5A92AFB1-2D1F-12CE-1A0D-569561A7B9A6}"/>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DC023337-CCE8-6DC5-E138-EB11B81BE5CF}"/>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00D3CEB6-3A49-6579-E647-C4E3AF570F8D}"/>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57D8A60A-8055-BA62-3EF5-D4305B8162F9}"/>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ECC03E08-C2BD-E697-AB89-E538930BA44B}"/>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C0907274-D9B1-0DE1-FFF8-584A1055F808}"/>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15691EC7-952C-2738-5A42-9673AE606E6D}"/>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9887088B-8AB5-9587-50EA-493743AF417D}"/>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B720DBD3-52C8-1FAA-0AD2-0403FE61E16B}"/>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974B534B-9693-0307-ABE2-183A2A0019AC}"/>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BA6CE2E7-EBE9-69F7-243A-BC73163103A3}"/>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64C9B4C7-A7C0-EFF9-DD63-81A69E4B3FE7}"/>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E01BCD84-F3E4-9AB7-747F-7A649A7F2DB8}"/>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F703C396-5598-3ED0-2109-0A9F839B3316}"/>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10DD75C9-3A7A-1442-9BCA-0841FDD1D035}"/>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02FB55F8-5538-4ED0-6CBC-9909CFF53DA9}"/>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A7226EB6-5C25-F6FA-4403-2AC8173D51F1}"/>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80F32500-30BA-A3DA-0EC4-01E911E9C70C}"/>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3D54DF23-95D2-0BEF-D14C-A12A8818345D}"/>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B58D22E9-8D9A-9C0B-EED0-0D61584DD19B}"/>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180EE568-F4B0-5D73-C579-7D0BC3E09706}"/>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2E1776D5-4799-A292-F649-B330F2FE2FB3}"/>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33C0A858-B12D-7A82-948B-6FB9DDA74FAC}"/>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7A3AE30E-D26B-606F-9956-262F6CEC9E82}"/>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2AC5FE31-CE31-D0B1-2A39-C11698585EB3}"/>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F7D9025A-7752-3F8F-1462-AE403D534C92}"/>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4BAADBB2-37C3-6AC2-BCF2-FB6A55FA0149}"/>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588D7767-5FB0-E48D-D974-94C028FF72B6}"/>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7C23DD8D-6204-113F-AFA9-B83CF1D7EBA9}"/>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00B00675-A3CA-C59A-C8BE-36AD4508AA63}"/>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7506A7BA-51F3-3BDA-FB63-5F27F09CF580}"/>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56A13A3C-B204-7797-A070-A79CB8D14EE0}"/>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7D66E2F6-2465-5ED6-CF63-7C1C8CA2FEC6}"/>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0FE31442-F4AB-E271-D654-DF3E22469396}"/>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87260F8E-3728-90C4-7E17-94492879A337}"/>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804B8545-DDE1-83F8-3416-09226DD6FCBA}"/>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0482E6C3-887C-2835-C97C-91522E9984F3}"/>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22EC137B-926C-A6CA-EAD5-03FBD53C672A}"/>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92A85640-212C-4EEB-5250-C33F6CBEA047}"/>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AE79C3D1-2266-3763-A57B-57E40DC9FD5D}"/>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F0607FC8-829E-3129-E8EB-511910B07F88}"/>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32B2F150-9ED5-D085-B3EF-D77372547C98}"/>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90A41C35-6F3C-5C35-8A7E-84BE170AFE57}"/>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84F63179-DF70-A5DA-C364-B9C9795FCBDC}"/>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4C5FA92E-FD27-DBC1-12AB-B4A4849E806C}"/>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BB4C496C-D429-1C03-FCF3-4831DCC4E641}"/>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38785919-55C3-BB3C-F38A-561C2C01CA1D}"/>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B6D7F419-3BFB-0D7F-13B0-A2CB7FD71468}"/>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9E3BC8DD-AA0E-DD3D-4D0C-B637EA010F61}"/>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DE5BF322-D0F9-6514-466B-5E421F2D0561}"/>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105A333C-4F1D-5EDA-290E-5E93DBD7A854}"/>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E07A9EF4-B0B2-8A84-241C-EC09B508D96D}"/>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ECB7984E-C3F3-97D3-3B72-D98B3F5DBF7F}"/>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8C3E8D26-55CC-A117-FF5C-42865343B1E5}"/>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9F0612BE-FBE9-EB88-A05E-F1398211F822}"/>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591752F5-9BCD-0691-C9BE-40AEC9A6971A}"/>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78E94F5C-7FC7-9786-AE5A-FFAB15827A80}"/>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FC4E3D34-E110-7B38-E6A4-9C707C488B44}"/>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D6A62244-0937-ECFD-4F99-B6A882632C34}"/>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A7DC0073-CD28-D5FB-4575-C401A85888CC}"/>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E217C7BA-EC43-ABA3-0A1C-4A6401DB8FFC}"/>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2A52299C-5835-F05B-4B2E-4366C834571D}"/>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A3F87F3B-2CB2-ACA2-9FF0-A58FB17EEA5D}"/>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76D5D4A3-63CC-54E5-4512-BA93399D6527}"/>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4B7BEA88-CDFF-04A0-C82B-6F933629A2F3}"/>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DCCA2B49-FA2F-6D7B-66A5-610B01FF9429}"/>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080D8932-35E9-1555-3888-1AF8DF6AAACA}"/>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0C08FAE4-F941-76FA-9667-64345DE7EB9B}"/>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04CA14E5-3CEA-703B-2764-89CC43604919}"/>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DD017F65-CEC9-14E3-6118-E413DB7D2D23}"/>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1E3F3626-239F-986E-ADCE-3EE7BEA37647}"/>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853BE0DB-B06F-C09C-97F0-8F0811C03BA3}"/>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17A8F981-2580-FCF9-E844-F622D23957CC}"/>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49BCBBC8-E7D7-9637-1C7C-649CD95FB373}"/>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5D3DF50D-8C8D-82C2-011F-A85DBFEEA01A}"/>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A8EBB9D2-6BCF-D3ED-D188-683B7C06DE19}"/>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6EBEA330-45AD-23F0-AD9C-2F041423282E}"/>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2E308080-6C71-4C99-DE8B-5705511246EF}"/>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1C41BEC6-0E4D-096B-DFB3-E0B1A2C0ECBB}"/>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2C9FDE36-E6F3-F06A-7991-CFB229A25BD5}"/>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0621E6B5-5973-03A8-F155-B8FA4B7D9417}"/>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267FAC72-AF31-51B4-FD9E-302D6CC9381D}"/>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BBBE35BE-F12B-99ED-57F2-7B1FB5FF65A8}"/>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4C9B07A9-B9BC-0211-5561-7334E7EBB003}"/>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FC3D8A65-70AC-08BD-4406-452F08C24CD8}"/>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49040B88-5386-0850-135F-1A1369F9B359}"/>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DF1B0A71-174E-7A08-D5D9-02DA249BEE00}"/>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829E952B-1A33-644F-5194-9FC64B5346F5}"/>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9FEDA971-1379-B88D-134F-068032E2A7C9}"/>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FAF847BF-3639-CCEF-4915-64F0817669D1}"/>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7F31C3A0-F946-3266-2D3C-3374C1DF6617}"/>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B80C70A8-22F4-0F67-3B85-42ADFFDFFEB0}"/>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7B015AF2-E487-B1AA-033E-19DCB493266D}"/>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82F4A0D9-504F-8B96-5344-22C2CB13868B}"/>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3B2B2424-5205-12C1-DF38-A2E7C2BF3CA2}"/>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C2C1DA6C-D3A1-8E5D-3F54-5EF93CC73D50}"/>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8AE625C4-9B8F-8108-B8B1-154E25300955}"/>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ED944923-9541-0932-55F8-C2904E8EF7D6}"/>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429D7ED4-8F6F-E9C7-77D9-D054C2802D86}"/>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15305499-04CC-5121-8C70-820ADE572DFE}"/>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0AEA6391-1081-F37F-5A5A-0BD02A5A9B9F}"/>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BD6A8F67-C979-D94E-8667-1CC60065524F}"/>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BEBBB858-0472-A982-2905-E7ADBBA32A8B}"/>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771A867A-BE72-9B30-B6B0-1589E52D4322}"/>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EC06AE0A-E0BD-FE46-B49E-EE3C6DB5CB5E}"/>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2F098D1A-8018-B9CC-CEB8-E384758B5190}"/>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D768934A-4E9A-B965-4C48-F91C0A19D7D5}"/>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1DAE7F07-2B32-3A26-2653-46E875C6AF18}"/>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5124A7A6-C058-A3EA-1A4F-F058B1547BD5}"/>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0BB0F197-8405-B911-227F-AAD76FB47FF5}"/>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12BB017A-3F72-AF72-BDD7-AAAA9EAE89E7}"/>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35750B4E-56F1-4DBC-CDFE-213DA3040643}"/>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285D5138-D6D6-05C7-EB0F-DE5D4C5B1EC9}"/>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05C0C07C-266B-70AF-15B7-0E647B0807F4}"/>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0978EA8B-016C-646F-6780-3AD4CA936FCC}"/>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32C9AC25-5673-BEBB-F402-B6E91C0993EF}"/>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A3F10B24-393C-2ABF-C18C-4827ADD8306D}"/>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435C15BE-FDF8-2B13-2F3E-D706F7BCB6D6}"/>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91991E4D-45BD-DA84-0D6A-FA0B21CB5386}"/>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B0A00124-02C7-B904-5846-FDD25FC49F1D}"/>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E4593209-DD26-55D3-5967-2A41FEE44691}"/>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3557826C-F904-61DD-4AB6-6FFEE117AB49}"/>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A61F97AE-B2C8-18B6-0297-9E6B88699FE0}"/>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2EBBED4B-8043-8BF8-621A-887D076121B6}"/>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148520E8-9F4D-D0BF-B184-359BDA6B3AE1}"/>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94537192-38EB-BF55-6365-60E4FDB46FFF}"/>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9DAC80C3-A6BC-2DA5-B0B6-E03A32214D2C}"/>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DD9768FC-DE96-9A53-45C5-A18F1C4C185D}"/>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F6EDDABA-AA09-130E-A0BF-A4338F659B3E}"/>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0658D2A7-E059-2AC1-9C88-E45F1B1BAEF9}"/>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0E41AC00-2987-1069-9269-658872B93CC6}"/>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7CA29FFA-5DB5-4308-30AC-1BF69A3F2A57}"/>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71BF353A-56EB-A726-8DA8-4418A8FB5E9B}"/>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3850745A-2F9C-A5D5-AADA-E212212446E6}"/>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9214A8BA-6A4C-A1E2-2014-45A2BDE5A488}"/>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A6659EA3-5B4C-8117-FEA2-1BFBF12F4A51}"/>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188BD355-4DB7-7EB0-D12A-07396CB64E7E}"/>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24189D91-9ED8-AAA3-7FAC-9B1C10A770DD}"/>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ED1BDD10-3F94-C68C-F51E-F9BC4087BCF4}"/>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3323280B-7CF3-3A09-A505-8C7C0E4B03BC}"/>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4656219F-AE01-89D0-389E-4AE9F5D2530F}"/>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54D81DB2-8A04-CFD1-82BE-1C95A09199FD}"/>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86B1A0AC-3E5D-06C4-65A3-DF3FC4D423FF}"/>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2B81C230-C50C-3E8E-D4B3-3D98CE7B6938}"/>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AE8A8B2C-7CE2-0FF8-25C5-089779AC7BD7}"/>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4CBC5AAC-81A7-61B5-B399-0ED587E7D757}"/>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9AE0702B-E526-48D9-2D7F-F6DD16D7C0F3}"/>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28F6CA7A-8064-CAB4-E92A-975B232105C1}"/>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EBD0F5C7-A95B-32C2-0331-97829E793B29}"/>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6EBD8FE2-5BA9-A9A7-6A02-5A473D8F4068}"/>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E2E07742-C3A5-2B89-0A65-3904E285FDEF}"/>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A1CCF982-FB53-1994-DFF2-3FB5A7A43B4E}"/>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A54F8945-0E85-908A-62D2-B60ADBD452E1}"/>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3301F0F3-8D63-A1D0-7B25-DFAEA9C7186E}"/>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3B5D1F10-376C-08D8-2496-B1FA477A6572}"/>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FA2457EA-026D-D837-C4DC-F188D0031169}"/>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8E504D72-70AA-BFA8-2D2C-9D9AF1281E90}"/>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056BBAF5-3A6A-B63A-4B0E-D918E6CD066C}"/>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BE4A5C1D-59F6-1767-BAD3-F81AAEC12600}"/>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7A5C1ECF-D314-FBDF-7552-2FF969C30DD6}"/>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E79A1277-9DE1-7B85-377F-73E776F874F7}"/>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D0E0474F-6E79-17FD-29D2-6C565586441D}"/>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B940DAF3-8915-F26F-E58C-76232C7DC3C9}"/>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57ED38A6-ABBB-74B0-420F-CFFCE0955D24}"/>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1CB7945A-8453-2365-DE4F-603F4E8142FA}"/>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3775F1C9-442A-F71B-A1DD-656FF4B8BFF6}"/>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8FBC7436-62FD-7BB1-631D-BC3242A873EE}"/>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F1273429-6285-A908-12FF-B1C1F20E1107}"/>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4BDEEC8B-D7E2-DD76-9905-9F71FA8F6CF5}"/>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778580FC-239E-2CEB-1F55-5BFEDA111AC9}"/>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B5FCCCDE-96E1-8DF7-FE8C-92E60B5F00CA}"/>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7047C317-4983-FF83-3F2F-BEEA5159E979}"/>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7C8F6274-579B-7537-DE7A-8040CEF7F9F8}"/>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EA8536D5-B05E-D210-89A0-4D12613536E6}"/>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825C88C2-7392-3EA6-39CC-1D1EAC1EA20C}"/>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F42AF5B8-ED67-3E5F-225A-AE16B28CA05C}"/>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03A90300-9F84-8AF1-3D5D-EABED42166BE}"/>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E0CE27B7-E942-CFF3-75E2-D265511F135A}"/>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F6C189B3-17F2-E4CB-5F9B-64207A838255}"/>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F904FA9A-7820-AA22-4F88-B5E30B5DC39B}"/>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E4C27270-89D9-4C24-57CA-5FC6AC6CFC27}"/>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C914B4F9-352E-CB68-A1ED-B77B1934BA7B}"/>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DFE01B5B-FC9E-F6BF-B156-BF8498DDD5E5}"/>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86FF8BA7-D832-A247-4189-E8E069639620}"/>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CAFF9D8D-C422-652D-A9B2-9B837B7A0B28}"/>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29A7B50F-F29D-69EC-8CA4-2EC9112837D3}"/>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2A3785DB-5E18-4BD0-8273-4F47C37099EC}"/>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9548687E-FED6-B31F-0E5D-D644F8FA7AC2}"/>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28D94E72-D8CE-B4AA-A16D-13D8062F7307}"/>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A9ABBDCD-6E6D-8CBE-3AED-F5E50111FD9E}"/>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F1F559BB-D9D5-758C-6DF4-7C939989A042}"/>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49774FD3-1F9F-3EC6-AAC6-962DE8B73A65}"/>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04782BC7-17A4-1646-AB5A-445104872219}"/>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21FA7F85-742F-57FA-D72E-7063846843B7}"/>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BBA03F2E-B063-CDA1-212B-41868414CEF5}"/>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74AF883F-59C1-03A1-EADE-886FF31AB33C}"/>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AC1D9969-958A-159C-BEF5-FB6EC0002C30}"/>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99E9E356-D54F-C09E-6283-E42EF078AEEB}"/>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9113D5F1-07F8-A2BE-4212-8FCB390CEB8F}"/>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FBE0B7FA-981E-59E0-EB75-FF8E675B04FB}"/>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A8C849DD-F38E-A237-3A26-2C8621DF67EB}"/>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3A46CDA3-3787-7F8B-D3C1-AF5B1FF47B20}"/>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5C74756B-255E-85A0-A5C0-E4551E687CF4}"/>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DC13BB4C-1558-7BAF-52FF-99D8E42243D5}"/>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E1FDC0CA-5FE3-C513-1DC0-220083992C1D}"/>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7E0348D0-C725-235D-DE48-5312D94CFF4A}"/>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1A791D33-EC0D-D895-25FE-692078DEC0C8}"/>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BE832081-8F6D-E2D0-1E5D-5FF4CBEE50F2}"/>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86B2CD8B-2F4A-4BE5-5752-A244EBD447FB}"/>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5363DEDA-A654-0156-6775-881E3C6CC66B}"/>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CE072017-77C5-7F4F-09B0-57399B579F20}"/>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5FB5A8A2-3912-75BB-C515-4CBAB223A964}"/>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98E57274-8E8A-3112-D940-4F7D33A37F66}"/>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D8736207-F139-D774-78AF-9F5E4EF83094}"/>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8CC3ABB6-0D92-FF31-D927-F6B235D2C438}"/>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F3349E3A-ECE0-D622-F10A-EA04DC7E8DE4}"/>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3AFF2A89-3B66-0867-0AD2-E2920300BAFC}"/>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6BD2DF9C-6F22-1658-65E5-0BE28F128CFC}"/>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EB8F0FBF-6864-B761-72B1-D58944C2BC39}"/>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569F407E-22F4-113E-3BC2-090E9BAF7BBD}"/>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07854043-4F88-679E-5D5C-BCE8D5FFF113}"/>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091A0243-CEA5-7A4F-D70E-5DE2872E3FD4}"/>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A3818B14-CAD6-526F-BE0E-03484B7FCAEB}"/>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6619EB4E-99CF-2C65-B939-1711E6466976}"/>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955509F2-8B82-6B1C-13F5-F17EDC470F6E}"/>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CD0917F2-463B-4F5F-BBB3-EACA33134514}"/>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CBEBBEC9-4FA8-CE52-A15B-ED3A8704F843}"/>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AFD7FCE0-A316-81CA-4B39-6A05670E8E5C}"/>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01AE2B5A-E336-974B-7B98-3E39C3E5F289}"/>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3AEC68FC-30D8-8780-2772-D8273ED15005}"/>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75B7E176-410B-5988-A5F6-B99FA10B7FE0}"/>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D6D0349D-637F-EFD3-BDDD-B7323D28AE7A}"/>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8BE92840-FAD1-832C-94D3-C30A21EAE791}"/>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D082CE03-C784-29B4-BBBB-50E803DFB44D}"/>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98E931CE-889B-7A73-DBC2-C59B748CB47D}"/>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3A4214DF-9CEE-0E2C-3F6A-FBD4FCD43B88}"/>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6027C199-6044-27C4-DD7B-4EB9CBC8A6BC}"/>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021AE85F-3224-349E-FA1D-C38779AC78AD}"/>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D2D472B8-0776-8FA6-C533-64C7143D1062}"/>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BEF3485E-A3D0-97CF-FB43-E09CB19571CC}"/>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F92A948D-B7CA-F7FC-9974-6E654F1D3AAE}"/>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1C08CD95-F443-9BBA-005C-C58BC2F4065C}"/>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C48F1A8C-203C-F819-C82D-45D8F9645866}"/>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2807631D-CDB3-FD17-C20E-944EE579D212}"/>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E2C60284-965B-F4FE-30BF-02FDA84435F1}"/>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32FF743D-3B4D-F047-5E42-6D2458A5404F}"/>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2B2BCEDB-1939-591E-0029-1E2F0EB9CAB3}"/>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C7E24A56-1DAA-D0D0-EFFC-0FA999E3D04B}"/>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975D3817-7F65-73F4-1646-5D2164F4ADB1}"/>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34A27157-7AAE-FE71-AB9C-98B52BD9C1AF}"/>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2236BCD2-30DA-AFCB-7E6C-C5679C411944}"/>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61BE3099-9D25-E849-A1EC-71AF1212FF0B}"/>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7B92216B-6913-151D-984A-396C21BDBF0D}"/>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BFFF9E47-FD6C-BA97-F2AF-419F9174AC7D}"/>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FB021235-A96C-3E8B-FAFD-2C2F30C976C2}"/>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4EE9D2A7-EBDE-1F30-62BE-2F47951B1D48}"/>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28E5B84C-5960-4951-1B39-0108AD7AADE8}"/>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57A92FC0-E441-6F4F-018F-4B29B89623FD}"/>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8B53DBD6-2206-61B4-6139-BCAE5968E5B9}"/>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66C6993D-5068-B227-0E5E-D4FFD50FCCCB}"/>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273AA6E7-B51E-9880-53CB-78C9A985175E}"/>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447DCEC1-60E6-15C1-6B36-1F17AF07321F}"/>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674654B2-B899-4855-FA0A-09FCC744E693}"/>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8C320131-E822-B659-192E-ABD24ECB204C}"/>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A9F2FAE9-05FC-7496-E73E-04E6790D98BD}"/>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7E35EF26-8E7D-62AF-C544-80749250D79B}"/>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EAFC81C4-42A3-05FC-1C5B-86CEB1EBE8E3}"/>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B9D8174A-11E7-40CA-AECD-E22EA5647789}"/>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C827C12A-63D0-E8AE-5F3F-3F944567CFFB}"/>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A84AA54C-113F-ECE1-3BC5-CCC69FC9173E}"/>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F96255D3-DE27-B4D7-4159-97D9318B2B1F}"/>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BE876770-31D3-D29E-36C5-AD51F681F8D9}"/>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12778F16-8E9F-057C-AC64-640071E316DE}"/>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149CC981-633F-1426-28DD-42E01F0D2609}"/>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5FE74630-4A88-71E7-44A3-A8DEB40D55D2}"/>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7778468B-6320-022D-5B00-C685017FB51C}"/>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EA4F074B-9C61-B416-D868-13A9B96C3B06}"/>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A10A4853-7892-EAEE-45F5-E90FFE8FD3CB}"/>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B9ED50CC-6C3D-9DFC-4649-DE2E5350113D}"/>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30605A37-34E4-B0C6-4257-488FB798A1BE}"/>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21B750EA-8650-0FE1-16B4-ABEE6A980F9C}"/>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15208D6E-4142-21CB-8C1C-EB0ED80B36E4}"/>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7431A0D7-BF26-BA89-9292-63B57B1CAA64}"/>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B4E90D59-651D-620C-18E7-2DEF7542BA0F}"/>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89CF7D08-5DA5-9004-2AC9-1EB88F3114D2}"/>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42EF113B-B36B-6077-D7EA-47F06AB1F98D}"/>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2C04966E-53C5-D13E-A7AA-3750AF0DE255}"/>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474B5996-B360-1FED-FE04-72D2D88B3617}"/>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95DEB3C7-4291-C321-09F3-945419D35BC1}"/>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B5AC4527-D167-2AAD-876D-F3F3BA439CEA}"/>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550808CD-90D5-2C13-71FF-04ED18F92423}"/>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5D42A362-9192-46A1-D1E3-48EE4DA6B938}"/>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01EBCC73-D9DE-7D82-5A0D-A21FC9286BA0}"/>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F9761677-5C3C-0757-5F3B-BCB9EA3CC16F}"/>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C17980ED-568D-162F-BE23-F1BD78741053}"/>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01FC2A2C-C260-3D58-3577-DB55A2741608}"/>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22590AA4-8097-0955-365B-0823FAA7A93A}"/>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D3842C1F-8C50-9D4D-C57F-8C497EC1F82A}"/>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438872D6-8693-A9DD-AF79-E4C3E635B195}"/>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9486F195-87A7-9D04-DBCE-6504114CE9F9}"/>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E9733C9F-65EC-051E-76A4-A8809B660333}"/>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20220090-E62E-8F20-F7E4-360EC61E0A20}"/>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59A17524-32DA-7EED-F621-72F808823A22}"/>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AB361A5D-1678-5066-1B50-E9F9A9C1B04F}"/>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801099FB-69C8-59EF-7436-A9AA03BA55EC}"/>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8C05650D-FA5F-2519-4E40-EED69E5242DE}"/>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FE26F12B-D312-EE11-EE70-8714B6E09438}"/>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5C0A991C-DC05-3C72-7C2C-DFA2BE0E1F9E}"/>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80EE7275-3A88-F2AB-B486-67F4D7901518}"/>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77640338-6B0E-BE80-6E44-31B0AC13DA76}"/>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5A9EB5D7-9D33-4D45-EC25-451E376C96A2}"/>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07825343-F0BF-9D12-A188-53F5FD028F75}"/>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D6BD6196-12F4-32CC-0113-C47FAEF1E87E}"/>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793CFCAB-1B01-8C92-6494-0161424D7425}"/>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6A456BE4-F06B-6D87-071D-FDCD6EC2A6B5}"/>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EF479690-8295-8893-C8B9-046031C6DC0A}"/>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0A09AB31-82B2-CAD0-4AF1-2975F1453BC4}"/>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A47363C9-62FA-87CA-2139-913FA14274C1}"/>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24062DDC-7997-22FF-F1EB-A9098A73CA4B}"/>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32430EB5-5770-7B19-744A-5A9E7B7DC344}"/>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7A47D149-22C8-A256-7DCD-97AC10944AF9}"/>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DDE64548-EBE2-4F01-9ED8-839937C3F7BB}"/>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754E07FB-1725-84C1-5014-F9E84EBABB9F}"/>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FD82CEA0-4AC2-35C4-719B-8C909C1C794C}"/>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A28F44DD-FD64-40D2-2066-2BDC92CD1B9F}"/>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18B55BFB-3A2F-8CEF-7945-DBF0AFAEE217}"/>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C0634431-C6A7-FA98-37C0-03E494C5EE38}"/>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8147F5B2-DFA1-8376-24FD-01798FC787FE}"/>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43B1F7EB-F1B2-73C0-B9B9-5D4DF48FDEC6}"/>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72E51A47-C3EA-B2E0-5CF6-67FB51DC7035}"/>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04E9A28F-2572-A67D-2FD6-3064B9C798AA}"/>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B3BA050E-7AF1-E95A-385D-4F68F762DE68}"/>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05A84CD6-7F9F-089B-1546-7BE703A04E32}"/>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2D92CFDD-2C74-00B9-7842-3E90CBAE4C29}"/>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EE662E84-3968-541E-34D0-0EB65120DF30}"/>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B803D93D-AB8A-46C7-6B06-AAFFB06F7147}"/>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22B7DFA6-604F-76D4-7B2B-86D2454FC41D}"/>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2A21E849-9B16-6EE9-9DD1-ABA33C6F3544}"/>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C8BD6E05-2A3D-749B-2E27-AD0C90525108}"/>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486C24E6-BCBF-CEDC-FEEA-C6A98392B4AD}"/>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9893EDB2-880C-C56D-8FC7-9ECD7629ECE1}"/>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23A9DAA8-5DF7-4CCE-8076-AEF4547CCA40}"/>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4E431EE9-DCBE-0B43-5E5A-A92421088495}"/>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2A5E9F6B-9399-8DA2-2026-1A3CBE815906}"/>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942D214F-C451-9BD3-DF0A-D320D298095B}"/>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906E5C4B-DDD5-9551-B9DB-045B5666A72A}"/>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7372BADE-34AD-E830-088A-FC5C458DAE41}"/>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0D9E18FB-ECED-5EC6-00A1-1105C99CC7EA}"/>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94BD9184-880D-4640-A105-D3AE0E5FD300}"/>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F6B644EE-F5A1-DFC2-01E4-98BFFE5A8A4D}"/>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F519D2F0-E479-798D-B483-BBEEE0BBB779}"/>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039F2EE5-A49E-EFE9-FD20-1F055672268A}"/>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63C37A70-C92F-C7EE-8043-BAB5BBC5DCD8}"/>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8B2C06FD-083D-A8F5-D6AE-1A7A273A4FDF}"/>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F677F7BF-B550-887E-16D5-9A745FF1D78D}"/>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4A1B97E0-8F9D-87E4-2017-1C7F25665FB2}"/>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28514C3F-0E8B-2193-9E51-8D3EAD9982DB}"/>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EF72F473-CDCF-14D5-57BA-F13FF0592970}"/>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A33B61F6-3836-F7BE-F72F-CC46D369EC81}"/>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6A6FB6C1-2B26-511A-3B22-88C117E9FF0A}"/>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0CF5CD65-616E-0D0D-07AB-219C12FED52B}"/>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6BB3A74D-90AC-19B3-A681-00D94B7EA3F0}"/>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0C9C7DF4-CB32-2E4E-95DD-8FB5129C4345}"/>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9DF41C3D-C443-1840-1578-5EBEE4201282}"/>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23BFE01A-1518-7D86-0A5F-14285678EFFD}"/>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43AAD3B3-B21E-7B5B-371C-B3FA8E11A6AA}"/>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A7A34B13-7ABC-2FCB-6850-AF7CDDB5DF3B}"/>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61A5A15F-F82C-FC9E-86CF-14665238392A}"/>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F7F082D6-D613-712C-6196-2EEC32338EA1}"/>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B8803F8D-A98D-EB0B-5049-EBF798990151}"/>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D9470CCA-AF9C-DDC6-3AE6-494A90B9C3B8}"/>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8B679A53-0F22-7F14-6BCA-D135E030ED9F}"/>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846DAFAB-6D91-3AE4-4307-1BF720D85C4C}"/>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5B8377C9-D1FF-7AB0-8E20-AF1C4921EA4E}"/>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979DBA3A-F366-B083-BB6E-09425DB74B4F}"/>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CC85AF20-3135-F980-67F3-1DA1BC6F00A4}"/>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4ED5E786-B365-E0BE-E73B-EC0DF6E607DC}"/>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FB53D82F-224D-7768-D79A-A195BC4CFB10}"/>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612CC46B-1B12-6875-56DB-EB369A27CB7B}"/>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FF85A197-FA1D-F991-2149-EE5C9AB1887C}"/>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9CD77815-B706-0F23-FEB7-A9E2CDE7402A}"/>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5A7080FE-FA90-1E53-0ED5-C63F69F4EA70}"/>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C67C5706-132A-C6AD-2F1B-3D24F826A3A8}"/>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7BCABE4F-E718-3825-A7BD-BB5ECE382946}"/>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048E7102-1522-EFD9-DF8E-6AB62DC1BC12}"/>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4FC4F6F5-30CA-82DC-2DA9-30FAC9C49FBE}"/>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3415E201-C051-EBB6-D96F-28D5733E909B}"/>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0B925F61-8BBB-E4F3-9081-0BAB7E0B4339}"/>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160D02D0-047C-0809-602B-81B5714125AB}"/>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A651078B-25FA-D072-2696-3E6572E4B566}"/>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1496BCF9-D3D4-1DF5-991C-437F5D0159B2}"/>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905703BC-3844-AA44-A916-A4A89E930A45}"/>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4B9BC7B2-E23F-81A6-F086-A9CA72FC813E}"/>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34CF0B96-FFDF-BB15-F562-59461D28AAD7}"/>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F887C54B-A1B2-A19C-867E-2E38744CD639}"/>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3A018244-35FD-7AD0-9A7D-D18B799BB4B2}"/>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F1A12F31-CD5B-6FA4-03D0-62AADA9D4117}"/>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80F560AF-2EE9-FA0B-5213-E36D3611422C}"/>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83D3F116-AF0F-44A1-A4B7-14C6C60B621B}"/>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304F7DF0-B7A4-CE74-78D3-E2270D8F19A3}"/>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56EB05F2-ACC1-F76B-1E7B-F98AAF5259E9}"/>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7F9F9E6F-69D3-3095-9AB5-ED8F2DDDA61F}"/>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91A15DB9-913D-9D43-E985-B8B5D1EEDB29}"/>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905B7065-FA5B-2027-6567-CE4A15E93A6B}"/>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EA251DA3-1003-A09F-D967-C4B75B4E5417}"/>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16E33531-C3C8-3714-DC9E-9D3197B6369B}"/>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4147705F-E8FE-D6FC-CC90-E35812BB3794}"/>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A0BE3C94-159C-4953-F225-37E819F576B6}"/>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5EC652C2-1BF0-6D94-999B-4B728387C1EC}"/>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CCBAF5BC-1A21-8973-306D-82031C9777BA}"/>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9084C135-E746-EE1E-BB02-D414039A0D42}"/>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7E6864AD-C485-7BC5-0AF9-859748074F67}"/>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D9C9209E-68F2-D470-1120-8B25EB0369BD}"/>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1915E86A-D1D7-EA01-E67F-33B0EB11BDCB}"/>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2CA764E4-A69E-6FEB-155F-4EACDFDD74A8}"/>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01699EE2-3889-5033-40F1-7AF2E9FA01B0}"/>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DE8F5F6B-6C8B-5D57-E9C2-5B4C69722A12}"/>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6536CFE6-A3B4-E510-E2D7-511B17EE5097}"/>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488EEEE1-0811-36F0-9C54-97E164C2F397}"/>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E6CC61AB-ADF8-09FF-FDF5-BA8BC1D33A8F}"/>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90C97638-FF4D-7193-44AD-02A980CC89C3}"/>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64087C54-BBC6-D335-EDEB-5B02F48A961C}"/>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6FE8F417-91F0-CDC6-5589-735AADF92F8E}"/>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F663B786-7615-C2DF-B2E1-C3B84F3F6DCE}"/>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E3612ED0-72F3-670A-F08D-62F97BAE815E}"/>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FF2F048A-18F7-D72F-3C7F-240C6B8498AF}"/>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F2837B0F-215B-F8EB-4E7A-4B3F5F9115AA}"/>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6F751744-FB6E-9DE5-4AE2-C06D1971D793}"/>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7C7E186F-DA9A-E5AD-6A1E-74ADD2223676}"/>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9CA18C3E-A641-B643-69F0-678790225728}"/>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2BFEBFA7-C62A-9620-C354-5EA627ACD821}"/>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53DCC09A-5901-A8EF-DE00-0257E2CDA19B}"/>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960A2661-2B86-E786-EEC8-B04ABC570A9D}"/>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9C83FDBC-5809-A5C3-EB41-B729A0F3F52E}"/>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90D4435D-DF34-1EB2-F103-C05EEAC67569}"/>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F394CFB5-868E-32D9-E417-EA22BADCE5AC}"/>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85E0690E-32DB-1654-74C6-03E80D699859}"/>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663036C8-FBFB-0A82-7D70-125F26B8BBF9}"/>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0687CB8E-16DD-5112-786F-9CE85563D9DD}"/>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92EB4159-4FA3-F2BE-59E1-76A360695377}"/>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F91EF5A0-5F75-FF52-8D0A-0BB14CBAA4F5}"/>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3F9CBE5E-30C0-FAAF-014D-F4430792AE48}"/>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3755501C-CB20-9079-AA25-95793A99D286}"/>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85B0EFCC-F192-6D91-FE55-CA70116228F9}"/>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F8ECBA28-4532-3797-6AB1-872E6FD3A215}"/>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5802826F-DCD4-9F07-1DC9-0F732D87C5B0}"/>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5E0EF651-B13A-788A-F182-75ECE87F183E}"/>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4AFC4C1B-9EB9-86BA-B134-76244197C630}"/>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D8C3CA97-57BC-616A-315E-49633BA1E484}"/>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02CE3CCE-1085-6E63-59EA-A3F3EB775424}"/>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5444703B-9D51-A07C-6A73-9E173CC3B032}"/>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37D4E67D-8065-53A6-9BDD-7294AC62C9B6}"/>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27B01E98-BF50-E28A-07B1-692B016C4AAD}"/>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0C99CD4A-E43A-45AE-9818-9A3A820790E0}"/>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236EC5BE-B557-C6FC-4311-5EFCACFB2C69}"/>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D4F88808-5B72-5DC5-5D04-5168FC48B884}"/>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31E42AB1-D0ED-5615-B638-98A25BEBD845}"/>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20177C0E-F3D3-4474-7CC3-5989F6A975B7}"/>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6E128A84-7906-32DF-3265-7B52FE205BD6}"/>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2D8ED731-B69A-331E-F649-D41140DACEC3}"/>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B38D9A7D-145B-9D35-C2DA-874C71F7EF57}"/>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E49C9E58-186C-71F9-B111-2AC20E9CEDC8}"/>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E6127BE7-311E-766C-AFF8-78DD49478607}"/>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20C6E54A-A6B1-860D-269A-E81D466471ED}"/>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21C3C6EE-8F0E-E294-93AB-241CDE7FC67B}"/>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5CC27C34-6524-C4EC-3AC4-FA3319EE57AB}"/>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F36AD1A3-B98F-9A0D-7498-BEDB69D5013B}"/>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46CC1BA0-E5E2-F278-F016-27FB6BBB5E65}"/>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61844AAA-E3EA-3ACD-C87B-FF73C83119BD}"/>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03ED4853-F890-8EAB-DE12-5ECC50EF6499}"/>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470F92B4-39F5-F783-8ADE-E0892B8914D2}"/>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054C46BC-07FF-F21A-23D6-AAEB891462B3}"/>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7D7F5C85-C214-6F81-BCE2-9B88058C5E26}"/>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674AA215-295F-6482-11D1-B57187407CA5}"/>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3220A088-F20A-6A97-0370-9396E948AE4E}"/>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94D3D1BA-4032-1182-BEDA-D7268118802E}"/>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D6377375-0295-42F3-AC4A-313D9D283F22}"/>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197CBC44-58E1-FBD3-014B-978C6D9AE084}"/>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C229B91C-616C-266C-F207-E63ADBB1ED46}"/>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2E7A5FAF-C5D9-E9F0-3A69-04039339077B}"/>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F54E87A1-5387-D03C-1C55-C34FDD14B843}"/>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91D199F0-604A-1DF2-2BE3-00ECA0BEDCAA}"/>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913FFBB6-BFA7-30BF-B83D-A7AF17C87702}"/>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4B3A4340-F21C-5768-5E46-4FC30D7040B1}"/>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92FDAB61-CD08-E2C3-B923-1784738EFEDA}"/>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86D8F156-6C05-D011-9E1C-0D6B9734F042}"/>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CE58E5D3-292B-6837-ACCF-9998EF5FE84A}"/>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AF07A951-B76C-01A2-49E9-6ADF76E38FD5}"/>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2BD0DF46-D64E-7560-E48E-C80D7D5575F7}"/>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04C09E51-6FFF-DDEB-32F6-6180B7C7A50C}"/>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70D9AC2F-4468-6FC5-E276-1749DE4D2503}"/>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DE425808-662A-C092-EB6C-5ECD2860317A}"/>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96F84404-DB79-4A47-7061-01ACA20E7685}"/>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316388A7-7A9C-A644-A9AD-FEBD4F64FC6A}"/>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EC3D4D70-1CEF-42C6-D1EE-894BAF754597}"/>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3D559956-7AFC-AC0A-C950-FCB042E9F044}"/>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C3050267-3777-18B6-4553-007A21637D1D}"/>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D5395981-05ED-A5A9-7754-8FE4A05BA04F}"/>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C6A0051A-E800-A9FA-AA25-87DFC7476A22}"/>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7FBCCE12-2695-3C90-C010-B480EA86383B}"/>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139B2660-E0F6-A529-98B7-12748D3AF389}"/>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B2903927-6EFE-E2C1-B0E8-AA808CE5A3B3}"/>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A0CEAC54-A712-3766-9C9E-07436C8EED64}"/>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4FBE39A4-469A-26A1-2BC2-6F0BB71E9683}"/>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C5AC655B-64B8-7867-DE14-D0989F3A17FE}"/>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1AF00608-3FA2-E304-3D38-992D1BF0DBD7}"/>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4D72B4BC-4373-E125-C02C-EFD6D9229387}"/>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6D51496F-3A55-AC9F-8C01-42E69A9782B2}"/>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F75B7203-8AF2-389C-CC2F-6823E5470781}"/>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824F931D-875B-68ED-00E0-15A046A32C56}"/>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D9C47BFD-9870-1737-3C7C-1362EE7E3D6F}"/>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8453ECFE-81A8-CBF7-3B9F-63A5C3A1A27F}"/>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2B2D5DB4-63C5-A2C3-188A-B12AC9105CDF}"/>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507824FA-DE98-6655-4F64-0EA3AF655A0F}"/>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A195818D-030D-2EC8-62B7-1ED5A0BCF3AA}"/>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DB60BF1B-5214-B29A-972B-16E7F5D0853A}"/>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2A290CC4-17B8-99BF-1C87-E2788D04D1CE}"/>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BFBE4DF5-95FE-EC6E-8C7F-AC5BE2D24734}"/>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789E3D4B-06A8-0E80-ED64-DE1816FD58A9}"/>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D318B00E-9BEB-A9B7-4AE9-D67604EA5FB3}"/>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3E299639-6824-6B55-CF54-92EB609366C1}"/>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A4B66CC7-2BF9-2FA8-E8DC-EE90C8508A51}"/>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1BD1435C-4BD2-3A84-F03F-A4DC5E18C610}"/>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ABC30C74-2B44-628C-F573-86D4012B3974}"/>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FA3A99FF-48A8-49C6-73AF-F71887153C94}"/>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89CCC48D-DF49-0AAF-880F-063D44772C5C}"/>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C89E92E4-6B4A-65B7-06AA-8F5097411089}"/>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6414C248-6E85-AD3B-4846-1434F6CD433B}"/>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D7E1A294-09A2-1442-1ECC-70EA4E8B1069}"/>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119ED8DD-DCA2-FAB3-ECEF-68DE9300EF80}"/>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090ACA77-1BEA-339D-D2D0-3B6A6242E605}"/>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FAC13B4C-022C-AB53-EA15-49EEA0B27430}"/>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67B04B37-C216-43D3-885D-42B04FDE094A}"/>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FC265D68-64CE-9250-A040-55ADD490A50D}"/>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8646407C-A81D-F754-6D9F-1C1856310CC8}"/>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0AC02632-2A41-3F91-F1B2-DD8886CFCEA1}"/>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AC73A5B2-693C-9FFA-414D-27840E55B3CD}"/>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1B49C86E-CC56-81C8-AAF3-A0C81F9C99E9}"/>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1C6AA6B7-A328-47EF-2E65-1BDA63D59C0D}"/>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8DD55177-A83D-EAE3-6880-4360DF43D4AA}"/>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F42514D8-A1D1-A6FD-D015-0DCB2E2D5FFB}"/>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4C0C2A58-1340-1E9A-E4C1-4358230C3F61}"/>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87E4749F-0FD5-4CDB-B4EF-13DB1CA93604}"/>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5409B186-50F7-9E01-4091-232241FC609D}"/>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A71B631A-A8BB-9450-E2BE-64E70801957D}"/>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C09347AF-2CC0-E154-14C2-EE5DF6FBE9CD}"/>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20A9748E-A4FC-26F9-A6DB-CCEDDB8D2E77}"/>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2EF0198B-51B6-B64F-1E1E-5826E33143C1}"/>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ABDF0E51-2DDA-07DF-0CDF-C073A14CD2D5}"/>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D7A6D6CA-31CB-F44F-0689-C2097E893D1C}"/>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1FB573E6-D622-E471-CBF5-8976F239B7C8}"/>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1AFCF8C5-A817-8D53-55A8-1BA56E42A784}"/>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BCB957CB-DAFA-C85D-D1C0-9A66E52AED9D}"/>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90E23734-D9F0-E152-7578-3DCD4579BBED}"/>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AB2DD028-F811-29BA-9F30-800F0A6B0733}"/>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67D9CCBF-248A-8ADA-DFFF-C4B6FC29403C}"/>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8EEBAAE2-61D4-FE93-4C01-ED3354D886FB}"/>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62856D47-CB51-C5D5-6C6F-A15A74A133DE}"/>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BF2336DB-01FA-7D8B-7B22-AE1465D8A8BC}"/>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37745B26-004F-F2E6-F3CA-DA0F7E53818E}"/>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428CD6C4-DFB3-E93F-3FFC-8FAF627225BB}"/>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3654A7A8-BCB9-E381-C7DE-53D5E020114B}"/>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612E8896-90CB-744E-5EA7-CA884D5499C4}"/>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E0C6A929-2D33-C682-750D-826A1AC2BAC8}"/>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42A9C8BE-072C-6810-4DC1-DD5D8DA3B40C}"/>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CF4F7497-61C4-2CFF-25D6-2EEBDDD42EB8}"/>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6B65C3AC-E3B4-8FB6-8F03-5E5C82959C03}"/>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9FCFA3FF-53C6-0B98-341B-E7F3EEB3FE5E}"/>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96F18232-C807-3175-1D82-50AC7DF3FB9F}"/>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3B212AEF-0D53-A2A6-DC4C-B776DFD00814}"/>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625926DB-096E-2A57-8F83-C4B8FCE4083A}"/>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990CC4B4-2CC5-07F5-173F-E0AAC5877AD6}"/>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D15E63F0-F4AE-04E3-C89E-24DB723FF560}"/>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20DF8503-16B5-127C-C6CC-B30FAE390EED}"/>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1B859802-3DB5-5841-0F42-6BDB7C9888ED}"/>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F9453BBD-B110-7ACA-6B3E-65E4C3DD876A}"/>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28CC5D84-0D6F-9280-1640-30FCF40A4CA7}"/>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62DDD37A-F641-C62C-3962-47CEF34873D4}"/>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145632D3-8B2F-6ED1-00F6-437B52820975}"/>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999264B4-1809-AD03-A5F2-4091A5A39A10}"/>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436F83B7-9C7D-C693-B30B-B4FAA5FC51BF}"/>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E8802235-E5D7-33C4-21E3-A7C8AF9D92DA}"/>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349ECB4D-84E0-BB1A-9E7C-241135692E04}"/>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1B94A313-62E6-8565-1AE7-B6327AB0A6D3}"/>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D1CA4C81-AB1C-5243-ED4E-B4181F27251F}"/>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77162FBF-BB27-E07E-9683-01ED3D25A232}"/>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A6AE358F-8634-7015-1AF4-E2EADE172D9E}"/>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B44148FD-B07B-B71D-E50C-C2B16AD482CA}"/>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88F6AC79-91F0-3136-51CF-68CC1527690A}"/>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62F7A32B-BDB6-EAC5-0518-A633B1335155}"/>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F3624AB1-CE43-A8C2-27FD-CBB12AA30C21}"/>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30D6021A-014C-0121-6189-88BC8A18D6C9}"/>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E6631532-1034-76E0-B839-9AEF5FBDA56B}"/>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36762212-42F7-5087-B104-B4571F9B5226}"/>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30391604-9021-D50F-1013-23139DA5CE08}"/>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ECD3381F-AAF3-086B-6BB4-E1B3626EE66F}"/>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A7E4806B-345E-01B7-3DE2-DFB11291C015}"/>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4C9C7882-7F69-EAC2-FA4C-AF4FD2C332C3}"/>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13BAF1CF-E820-446A-47CD-284A9D65373A}"/>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3BA2240D-B572-DD59-07A4-13F434ED9C0C}"/>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8E3CD291-A7DA-DADB-6358-BAC3F772C030}"/>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F8791A43-E5D7-1331-DE62-568B78ECFAB8}"/>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BCB3D2B2-0C6D-FC92-4694-5F618C03135A}"/>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C28FB2BA-5085-237C-8052-E741C7790110}"/>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6101846F-E0F7-169D-48B5-7C6364E4B1B6}"/>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420A97B6-78D3-1B18-1881-6D89CB9401F4}"/>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09932ED1-3EB4-13E3-4EA8-CE5D5A75D6F5}"/>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DD0BB636-04A0-99BA-AB6A-5477FC1643A0}"/>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54DDF6EB-52D6-F198-7171-51A1B3943008}"/>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E196C70B-2F04-06CB-C42A-7082D5D62883}"/>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CD546912-6EE7-7609-3134-5EB008434DDF}"/>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87A30E1C-6D69-A42D-4338-E6BC185C7B88}"/>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96571832-D6B0-8C6E-4A7C-901C2541C487}"/>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6281A8E3-977F-DAA3-3AEF-3508F20359D0}"/>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75A6CA3D-2F9B-9664-85F5-D59E0D870564}"/>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440D762A-E5DA-CD9A-65E7-38C1E61F9E47}"/>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2BB5DCA8-36B5-3C2B-9BDA-385F83B0C785}"/>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3C69F709-928A-9414-AA71-CF887600C714}"/>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03AFD5E2-D65D-B6D4-A507-F68199C792A1}"/>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8C3AB0C6-F8DF-93CC-0847-70DEDB292885}"/>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A7CC0218-909D-10B6-456D-7C20987FFAC2}"/>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46A3F74C-60C3-B379-370D-D2337ED3F698}"/>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167E43F2-7CEB-90B1-CDD6-52EC13331188}"/>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CF8221DF-D65D-6EAE-AC9B-52E84CAC07B9}"/>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811BA749-2811-B437-DC46-5F232A9AE224}"/>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F65B3114-CBA0-4BA7-A039-F933A7A1AA1F}"/>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1A0AC53A-DC6F-4DF9-CE1D-56938FA37F2A}"/>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45109A08-53F2-D463-D003-C5A0EACB9AB1}"/>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136DA2B1-2B02-796B-6772-62506174F3B9}"/>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42B53116-25B5-7FA8-0EB8-FBA186FCD8E9}"/>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8A07CD58-C288-EAE7-DA8C-1126508C2E4B}"/>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BD1E22AC-3D7A-5D51-E9DE-33FBF9648F26}"/>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299BD04C-B9AB-0AAD-3B6B-D368577431F5}"/>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1782626A-83F9-DB82-ECE3-7A3AB209339D}"/>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6B5A3E02-DB30-E246-2417-82CD581ABE19}"/>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6DD09664-A7F5-2879-E503-76F232D3EEA7}"/>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9D0E2558-57A4-0341-7F9D-BBAFA5F1294D}"/>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A60F1E96-ACE4-F3BE-5C35-A38C64F4248C}"/>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6D93A696-99FB-DA08-6B7D-805E05C7DB5D}"/>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9F97D9B4-2267-3420-372C-A5BBB7E76EFC}"/>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751D7AF8-6647-E34E-4491-8E73F6BF555C}"/>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8BD34A80-63AB-CF95-8AB9-5825D9E35821}"/>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C4538F0F-0A0F-41B5-42A1-B7308224671E}"/>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502AA3BC-AAE4-7423-751F-2A6485D5D0C8}"/>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536C15AE-25FA-4E37-84C2-30F50393F6A7}"/>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483738F2-35D2-1CB8-9750-1F00D3CD7EBB}"/>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765ED338-08DC-DBBD-B4A9-2E814D2116DD}"/>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603A7ACA-F52F-C4C7-678D-2E0A35E99820}"/>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87CD4E3D-0D47-22DC-C101-9BE9D08EE87C}"/>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accent1">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pic>
        <p:nvPicPr>
          <p:cNvPr id="2" name="!!icon 2" descr="FaUniversity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Meaning and Importance of Financial Services</a:t>
            </a:r>
          </a:p>
        </p:txBody>
      </p:sp>
      <p:sp>
        <p:nvSpPr>
          <p:cNvPr id="4" name="Rounded Rectangle 4"/>
          <p:cNvSpPr/>
          <p:nvPr/>
        </p:nvSpPr>
        <p:spPr>
          <a:xfrm>
            <a:off x="548640" y="1188720"/>
            <a:ext cx="6355080" cy="1325880"/>
          </a:xfrm>
          <a:prstGeom prst="roundRect">
            <a:avLst>
              <a:gd name="adj" fmla="val 6000"/>
            </a:avLst>
          </a:prstGeom>
          <a:gradFill>
            <a:gsLst>
              <a:gs pos="0">
                <a:schemeClr val="accent3">
                  <a:satMod val="103000"/>
                  <a:lumMod val="102000"/>
                  <a:tint val="94000"/>
                </a:schemeClr>
              </a:gs>
              <a:gs pos="50000">
                <a:schemeClr val="accent3">
                  <a:satMod val="110000"/>
                  <a:lumMod val="100000"/>
                  <a:shade val="100000"/>
                </a:schemeClr>
              </a:gs>
              <a:gs pos="100000">
                <a:schemeClr val="accent3">
                  <a:lumMod val="99000"/>
                  <a:satMod val="120000"/>
                  <a:shade val="78000"/>
                </a:schemeClr>
              </a:gs>
            </a:gsLst>
            <a:lin ang="5400000" scaled="0"/>
          </a:gra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3">
            <a:schemeClr val="lt1"/>
          </a:lnRef>
          <a:fillRef idx="1">
            <a:schemeClr val="accent5"/>
          </a:fillRef>
          <a:effectRef idx="1">
            <a:schemeClr val="accent5"/>
          </a:effectRef>
          <a:fontRef idx="minor">
            <a:schemeClr val="lt1"/>
          </a:fontRef>
        </p:style>
        <p:txBody>
          <a:bodyPr wrap="square" lIns="73152" tIns="36576" rIns="73152" bIns="36576" rtlCol="0" anchor="ctr"/>
          <a:lstStyle/>
          <a:p>
            <a:pPr algn="ctr"/>
            <a:endParaRPr lang="en-IN"/>
          </a:p>
        </p:txBody>
      </p:sp>
      <p:sp>
        <p:nvSpPr>
          <p:cNvPr id="5" name="Heading 5"/>
          <p:cNvSpPr txBox="1"/>
          <p:nvPr/>
        </p:nvSpPr>
        <p:spPr>
          <a:xfrm>
            <a:off x="731520" y="1243584"/>
            <a:ext cx="5989320" cy="365760"/>
          </a:xfrm>
          <a:prstGeom prst="rect">
            <a:avLst/>
          </a:prstGeom>
          <a:noFill/>
        </p:spPr>
        <p:txBody>
          <a:bodyPr wrap="square" lIns="45720" tIns="27432" rIns="45720" bIns="27432" anchor="ctr">
            <a:noAutofit/>
          </a:bodyPr>
          <a:lstStyle/>
          <a:p>
            <a:pPr algn="l">
              <a:spcAft>
                <a:spcPts val="0"/>
              </a:spcAft>
              <a:buNone/>
            </a:pPr>
            <a:r>
              <a:rPr lang="en-IN" sz="1800" b="1" i="0" dirty="0">
                <a:solidFill>
                  <a:srgbClr val="B9A5FF"/>
                </a:solidFill>
                <a:latin typeface="Times New Roman"/>
                <a:cs typeface="Times New Roman"/>
              </a:rPr>
              <a:t>Meaning</a:t>
            </a:r>
          </a:p>
        </p:txBody>
      </p:sp>
      <p:sp>
        <p:nvSpPr>
          <p:cNvPr id="6" name="TextBox 6"/>
          <p:cNvSpPr txBox="1"/>
          <p:nvPr/>
        </p:nvSpPr>
        <p:spPr>
          <a:xfrm>
            <a:off x="731520" y="1609344"/>
            <a:ext cx="5989320" cy="820000"/>
          </a:xfrm>
          <a:prstGeom prst="rect">
            <a:avLst/>
          </a:prstGeom>
          <a:noFill/>
        </p:spPr>
        <p:txBody>
          <a:bodyPr wrap="square" lIns="45720" tIns="27432" rIns="45720" bIns="27432" anchor="t">
            <a:noAutofit/>
          </a:bodyPr>
          <a:lstStyle/>
          <a:p>
            <a:pPr algn="l">
              <a:spcAft>
                <a:spcPts val="0"/>
              </a:spcAft>
              <a:buNone/>
            </a:pPr>
            <a:r>
              <a:rPr lang="en-IN" sz="1800" b="0" i="0" dirty="0">
                <a:solidFill>
                  <a:srgbClr val="FFFFFF"/>
                </a:solidFill>
                <a:latin typeface="Times New Roman"/>
                <a:cs typeface="Times New Roman"/>
              </a:rPr>
              <a:t>Financial services help individuals and businesses save, borrow, invest and transfer money.</a:t>
            </a:r>
          </a:p>
        </p:txBody>
      </p:sp>
      <p:sp>
        <p:nvSpPr>
          <p:cNvPr id="7" name="Rounded Rectangle 7"/>
          <p:cNvSpPr/>
          <p:nvPr/>
        </p:nvSpPr>
        <p:spPr>
          <a:xfrm>
            <a:off x="548640" y="2651760"/>
            <a:ext cx="6355080" cy="361188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8" name="Heading 8"/>
          <p:cNvSpPr txBox="1"/>
          <p:nvPr/>
        </p:nvSpPr>
        <p:spPr>
          <a:xfrm>
            <a:off x="731520" y="2725000"/>
            <a:ext cx="5989320" cy="365760"/>
          </a:xfrm>
          <a:prstGeom prst="rect">
            <a:avLst/>
          </a:prstGeom>
          <a:noFill/>
        </p:spPr>
        <p:txBody>
          <a:bodyPr wrap="square" lIns="45720" tIns="27432" rIns="45720" bIns="27432" anchor="ctr">
            <a:noAutofit/>
          </a:bodyPr>
          <a:lstStyle/>
          <a:p>
            <a:pPr algn="l">
              <a:spcAft>
                <a:spcPts val="0"/>
              </a:spcAft>
              <a:buNone/>
            </a:pPr>
            <a:r>
              <a:rPr lang="en-IN" sz="1800" b="1" i="0" dirty="0">
                <a:solidFill>
                  <a:srgbClr val="B9A5FF"/>
                </a:solidFill>
                <a:latin typeface="Times New Roman"/>
                <a:cs typeface="Times New Roman"/>
              </a:rPr>
              <a:t>What financial services enable</a:t>
            </a:r>
          </a:p>
        </p:txBody>
      </p:sp>
      <p:sp>
        <p:nvSpPr>
          <p:cNvPr id="9" name="roundRect 9"/>
          <p:cNvSpPr/>
          <p:nvPr/>
        </p:nvSpPr>
        <p:spPr>
          <a:xfrm>
            <a:off x="731520" y="3200400"/>
            <a:ext cx="2926080" cy="1380000"/>
          </a:xfrm>
          <a:prstGeom prst="roundRect">
            <a:avLst>
              <a:gd name="adj" fmla="val 8000"/>
            </a:avLst>
          </a:prstGeom>
          <a:solidFill>
            <a:srgbClr val="241D55"/>
          </a:solidFill>
          <a:ln w="12700">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lIns="73152" tIns="36576" rIns="73152" bIns="36576" rtlCol="0" anchor="ctr"/>
          <a:lstStyle/>
          <a:p>
            <a:pPr algn="ctr"/>
            <a:endParaRPr lang="en-IN"/>
          </a:p>
        </p:txBody>
      </p:sp>
      <p:sp>
        <p:nvSpPr>
          <p:cNvPr id="10" name="Oval 10"/>
          <p:cNvSpPr/>
          <p:nvPr/>
        </p:nvSpPr>
        <p:spPr>
          <a:xfrm>
            <a:off x="914400" y="3524640"/>
            <a:ext cx="731520" cy="731520"/>
          </a:xfrm>
          <a:prstGeom prst="ellipse">
            <a:avLst/>
          </a:prstGeom>
          <a:solidFill>
            <a:srgbClr val="0878E8"/>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11" name="Picture 11" descr="FaPiggyBank icon"/>
          <p:cNvPicPr>
            <a:picLocks noChangeAspect="1"/>
          </p:cNvPicPr>
          <p:nvPr/>
        </p:nvPicPr>
        <p:blipFill>
          <a:blip r:embed="rId4"/>
          <a:stretch>
            <a:fillRect/>
          </a:stretch>
        </p:blipFill>
        <p:spPr>
          <a:xfrm>
            <a:off x="1089964" y="3700204"/>
            <a:ext cx="380390" cy="380390"/>
          </a:xfrm>
          <a:prstGeom prst="rect">
            <a:avLst/>
          </a:prstGeom>
        </p:spPr>
      </p:pic>
      <p:sp>
        <p:nvSpPr>
          <p:cNvPr id="12" name="TextBox 12"/>
          <p:cNvSpPr txBox="1"/>
          <p:nvPr/>
        </p:nvSpPr>
        <p:spPr>
          <a:xfrm>
            <a:off x="1737360" y="3200400"/>
            <a:ext cx="1826080" cy="138000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FFFFFF"/>
                </a:solidFill>
                <a:latin typeface="Times New Roman"/>
                <a:cs typeface="Times New Roman"/>
              </a:rPr>
              <a:t>Save</a:t>
            </a:r>
          </a:p>
        </p:txBody>
      </p:sp>
      <p:sp>
        <p:nvSpPr>
          <p:cNvPr id="13" name="roundRect 13"/>
          <p:cNvSpPr/>
          <p:nvPr/>
        </p:nvSpPr>
        <p:spPr>
          <a:xfrm>
            <a:off x="3794760" y="3200400"/>
            <a:ext cx="2926080" cy="1380000"/>
          </a:xfrm>
          <a:prstGeom prst="roundRect">
            <a:avLst>
              <a:gd name="adj" fmla="val 8000"/>
            </a:avLst>
          </a:prstGeom>
          <a:solidFill>
            <a:srgbClr val="241D55"/>
          </a:solidFill>
          <a:ln w="12700">
            <a:solidFill>
              <a:srgbClr val="5B3FD6"/>
            </a:solidFill>
          </a:ln>
        </p:spPr>
        <p:txBody>
          <a:bodyPr wrap="square" lIns="73152" tIns="36576" rIns="73152" bIns="36576" rtlCol="0" anchor="ctr"/>
          <a:lstStyle/>
          <a:p>
            <a:pPr algn="ctr"/>
            <a:endParaRPr lang="en-IN"/>
          </a:p>
        </p:txBody>
      </p:sp>
      <p:sp>
        <p:nvSpPr>
          <p:cNvPr id="14" name="Oval 14"/>
          <p:cNvSpPr/>
          <p:nvPr/>
        </p:nvSpPr>
        <p:spPr>
          <a:xfrm>
            <a:off x="3977640" y="3524640"/>
            <a:ext cx="731520" cy="731520"/>
          </a:xfrm>
          <a:prstGeom prst="ellipse">
            <a:avLst/>
          </a:prstGeom>
          <a:solidFill>
            <a:srgbClr val="6B3FC4"/>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15" name="Picture 15" descr="FaHandHoldingUsd icon"/>
          <p:cNvPicPr>
            <a:picLocks noChangeAspect="1"/>
          </p:cNvPicPr>
          <p:nvPr/>
        </p:nvPicPr>
        <p:blipFill>
          <a:blip r:embed="rId5"/>
          <a:stretch>
            <a:fillRect/>
          </a:stretch>
        </p:blipFill>
        <p:spPr>
          <a:xfrm>
            <a:off x="4153204" y="3700204"/>
            <a:ext cx="380390" cy="380390"/>
          </a:xfrm>
          <a:prstGeom prst="rect">
            <a:avLst/>
          </a:prstGeom>
        </p:spPr>
      </p:pic>
      <p:sp>
        <p:nvSpPr>
          <p:cNvPr id="16" name="TextBox 16"/>
          <p:cNvSpPr txBox="1"/>
          <p:nvPr/>
        </p:nvSpPr>
        <p:spPr>
          <a:xfrm>
            <a:off x="4800600" y="3200400"/>
            <a:ext cx="1826080" cy="138000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FFFFFF"/>
                </a:solidFill>
                <a:latin typeface="Times New Roman"/>
                <a:cs typeface="Times New Roman"/>
              </a:rPr>
              <a:t>Borrow</a:t>
            </a:r>
          </a:p>
        </p:txBody>
      </p:sp>
      <p:sp>
        <p:nvSpPr>
          <p:cNvPr id="17" name="roundRect 17"/>
          <p:cNvSpPr/>
          <p:nvPr/>
        </p:nvSpPr>
        <p:spPr>
          <a:xfrm>
            <a:off x="731520" y="4717560"/>
            <a:ext cx="2926080" cy="1380000"/>
          </a:xfrm>
          <a:prstGeom prst="roundRect">
            <a:avLst>
              <a:gd name="adj" fmla="val 8000"/>
            </a:avLst>
          </a:prstGeom>
          <a:solidFill>
            <a:srgbClr val="241D55"/>
          </a:solidFill>
          <a:ln w="12700">
            <a:solidFill>
              <a:srgbClr val="5B3FD6"/>
            </a:solidFill>
          </a:ln>
        </p:spPr>
        <p:txBody>
          <a:bodyPr wrap="square" lIns="73152" tIns="36576" rIns="73152" bIns="36576" rtlCol="0" anchor="ctr"/>
          <a:lstStyle/>
          <a:p>
            <a:pPr algn="ctr"/>
            <a:endParaRPr lang="en-IN"/>
          </a:p>
        </p:txBody>
      </p:sp>
      <p:sp>
        <p:nvSpPr>
          <p:cNvPr id="18" name="Oval 18"/>
          <p:cNvSpPr/>
          <p:nvPr/>
        </p:nvSpPr>
        <p:spPr>
          <a:xfrm>
            <a:off x="914400" y="5041800"/>
            <a:ext cx="731520" cy="731520"/>
          </a:xfrm>
          <a:prstGeom prst="ellipse">
            <a:avLst/>
          </a:prstGeom>
          <a:solidFill>
            <a:srgbClr val="92D05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19" name="Picture 19" descr="FaChartLine icon"/>
          <p:cNvPicPr>
            <a:picLocks noChangeAspect="1"/>
          </p:cNvPicPr>
          <p:nvPr/>
        </p:nvPicPr>
        <p:blipFill>
          <a:blip r:embed="rId6"/>
          <a:stretch>
            <a:fillRect/>
          </a:stretch>
        </p:blipFill>
        <p:spPr>
          <a:xfrm>
            <a:off x="1089964" y="5217364"/>
            <a:ext cx="380390" cy="380390"/>
          </a:xfrm>
          <a:prstGeom prst="rect">
            <a:avLst/>
          </a:prstGeom>
        </p:spPr>
      </p:pic>
      <p:sp>
        <p:nvSpPr>
          <p:cNvPr id="20" name="TextBox 20"/>
          <p:cNvSpPr txBox="1"/>
          <p:nvPr/>
        </p:nvSpPr>
        <p:spPr>
          <a:xfrm>
            <a:off x="1737360" y="4717560"/>
            <a:ext cx="1826080" cy="138000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FFFFFF"/>
                </a:solidFill>
                <a:latin typeface="Times New Roman"/>
                <a:cs typeface="Times New Roman"/>
              </a:rPr>
              <a:t>Invest</a:t>
            </a:r>
          </a:p>
        </p:txBody>
      </p:sp>
      <p:sp>
        <p:nvSpPr>
          <p:cNvPr id="21" name="roundRect 21"/>
          <p:cNvSpPr/>
          <p:nvPr/>
        </p:nvSpPr>
        <p:spPr>
          <a:xfrm>
            <a:off x="3794760" y="4717560"/>
            <a:ext cx="2926080" cy="1380000"/>
          </a:xfrm>
          <a:prstGeom prst="roundRect">
            <a:avLst>
              <a:gd name="adj" fmla="val 8000"/>
            </a:avLst>
          </a:prstGeom>
          <a:solidFill>
            <a:srgbClr val="241D55"/>
          </a:solidFill>
          <a:ln w="12700">
            <a:solidFill>
              <a:srgbClr val="5B3FD6"/>
            </a:solidFill>
          </a:ln>
        </p:spPr>
        <p:txBody>
          <a:bodyPr wrap="square" lIns="73152" tIns="36576" rIns="73152" bIns="36576" rtlCol="0" anchor="ctr"/>
          <a:lstStyle/>
          <a:p>
            <a:pPr algn="ctr"/>
            <a:endParaRPr lang="en-IN"/>
          </a:p>
        </p:txBody>
      </p:sp>
      <p:sp>
        <p:nvSpPr>
          <p:cNvPr id="22" name="Oval 22"/>
          <p:cNvSpPr/>
          <p:nvPr/>
        </p:nvSpPr>
        <p:spPr>
          <a:xfrm>
            <a:off x="3977640" y="5041800"/>
            <a:ext cx="731520" cy="731520"/>
          </a:xfrm>
          <a:prstGeom prst="ellipse">
            <a:avLst/>
          </a:prstGeom>
          <a:solidFill>
            <a:srgbClr val="F2A31B"/>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23" name="Picture 23" descr="FaExchangeAlt icon"/>
          <p:cNvPicPr>
            <a:picLocks noChangeAspect="1"/>
          </p:cNvPicPr>
          <p:nvPr/>
        </p:nvPicPr>
        <p:blipFill>
          <a:blip r:embed="rId7"/>
          <a:stretch>
            <a:fillRect/>
          </a:stretch>
        </p:blipFill>
        <p:spPr>
          <a:xfrm>
            <a:off x="4153204" y="5217364"/>
            <a:ext cx="380390" cy="380390"/>
          </a:xfrm>
          <a:prstGeom prst="rect">
            <a:avLst/>
          </a:prstGeom>
        </p:spPr>
      </p:pic>
      <p:sp>
        <p:nvSpPr>
          <p:cNvPr id="24" name="TextBox 24"/>
          <p:cNvSpPr txBox="1"/>
          <p:nvPr/>
        </p:nvSpPr>
        <p:spPr>
          <a:xfrm>
            <a:off x="4800600" y="4717560"/>
            <a:ext cx="1826080" cy="138000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FFFFFF"/>
                </a:solidFill>
                <a:latin typeface="Times New Roman"/>
                <a:cs typeface="Times New Roman"/>
              </a:rPr>
              <a:t>Transfer money</a:t>
            </a:r>
          </a:p>
        </p:txBody>
      </p:sp>
      <p:sp>
        <p:nvSpPr>
          <p:cNvPr id="25" name="Rounded Rectangle 25"/>
          <p:cNvSpPr/>
          <p:nvPr/>
        </p:nvSpPr>
        <p:spPr>
          <a:xfrm>
            <a:off x="7132320" y="1188720"/>
            <a:ext cx="4507992" cy="50749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26" name="Heading 26"/>
          <p:cNvSpPr txBox="1"/>
          <p:nvPr/>
        </p:nvSpPr>
        <p:spPr>
          <a:xfrm>
            <a:off x="7315200" y="1243584"/>
            <a:ext cx="4114800" cy="365760"/>
          </a:xfrm>
          <a:prstGeom prst="rect">
            <a:avLst/>
          </a:prstGeom>
          <a:noFill/>
        </p:spPr>
        <p:txBody>
          <a:bodyPr wrap="square" lIns="45720" tIns="27432" rIns="45720" bIns="27432" anchor="ctr">
            <a:noAutofit/>
          </a:bodyPr>
          <a:lstStyle/>
          <a:p>
            <a:pPr algn="l">
              <a:spcAft>
                <a:spcPts val="0"/>
              </a:spcAft>
              <a:buNone/>
            </a:pPr>
            <a:r>
              <a:rPr lang="en-IN" sz="1800" b="1" i="0" dirty="0">
                <a:solidFill>
                  <a:srgbClr val="B9A5FF"/>
                </a:solidFill>
                <a:latin typeface="Times New Roman"/>
                <a:cs typeface="Times New Roman"/>
              </a:rPr>
              <a:t>Why they matter</a:t>
            </a:r>
          </a:p>
        </p:txBody>
      </p:sp>
      <p:sp>
        <p:nvSpPr>
          <p:cNvPr id="27" name="Oval 27"/>
          <p:cNvSpPr/>
          <p:nvPr/>
        </p:nvSpPr>
        <p:spPr>
          <a:xfrm>
            <a:off x="7315200" y="1783080"/>
            <a:ext cx="548640" cy="548640"/>
          </a:xfrm>
          <a:prstGeom prst="ellipse">
            <a:avLst/>
          </a:prstGeom>
          <a:solidFill>
            <a:srgbClr val="92D05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28" name="Picture 28" descr="FaCoins icon"/>
          <p:cNvPicPr>
            <a:picLocks noChangeAspect="1"/>
          </p:cNvPicPr>
          <p:nvPr/>
        </p:nvPicPr>
        <p:blipFill>
          <a:blip r:embed="rId8"/>
          <a:stretch>
            <a:fillRect/>
          </a:stretch>
        </p:blipFill>
        <p:spPr>
          <a:xfrm>
            <a:off x="7446873" y="1914753"/>
            <a:ext cx="285292" cy="285292"/>
          </a:xfrm>
          <a:prstGeom prst="rect">
            <a:avLst/>
          </a:prstGeom>
        </p:spPr>
      </p:pic>
      <p:sp>
        <p:nvSpPr>
          <p:cNvPr id="29" name="TextBox 29"/>
          <p:cNvSpPr txBox="1"/>
          <p:nvPr/>
        </p:nvSpPr>
        <p:spPr>
          <a:xfrm>
            <a:off x="7955280" y="1683080"/>
            <a:ext cx="3566160" cy="74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They mobilize savings and support economic development.</a:t>
            </a:r>
          </a:p>
        </p:txBody>
      </p:sp>
      <p:sp>
        <p:nvSpPr>
          <p:cNvPr id="30" name="Oval 30"/>
          <p:cNvSpPr/>
          <p:nvPr/>
        </p:nvSpPr>
        <p:spPr>
          <a:xfrm>
            <a:off x="7315200" y="2903080"/>
            <a:ext cx="548640" cy="548640"/>
          </a:xfrm>
          <a:prstGeom prst="ellipse">
            <a:avLst/>
          </a:prstGeom>
          <a:solidFill>
            <a:srgbClr val="92D05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31" name="Picture 31" descr="FaBriefcase icon"/>
          <p:cNvPicPr>
            <a:picLocks noChangeAspect="1"/>
          </p:cNvPicPr>
          <p:nvPr/>
        </p:nvPicPr>
        <p:blipFill>
          <a:blip r:embed="rId9"/>
          <a:stretch>
            <a:fillRect/>
          </a:stretch>
        </p:blipFill>
        <p:spPr>
          <a:xfrm>
            <a:off x="7446873" y="3034753"/>
            <a:ext cx="285292" cy="285292"/>
          </a:xfrm>
          <a:prstGeom prst="rect">
            <a:avLst/>
          </a:prstGeom>
        </p:spPr>
      </p:pic>
      <p:sp>
        <p:nvSpPr>
          <p:cNvPr id="32" name="TextBox 32"/>
          <p:cNvSpPr txBox="1"/>
          <p:nvPr/>
        </p:nvSpPr>
        <p:spPr>
          <a:xfrm>
            <a:off x="7955280" y="2803080"/>
            <a:ext cx="3566160" cy="74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They provide financial support to businesses through loans and investments.</a:t>
            </a:r>
          </a:p>
        </p:txBody>
      </p:sp>
      <p:sp>
        <p:nvSpPr>
          <p:cNvPr id="33" name="Oval 33"/>
          <p:cNvSpPr/>
          <p:nvPr/>
        </p:nvSpPr>
        <p:spPr>
          <a:xfrm>
            <a:off x="7315200" y="4023080"/>
            <a:ext cx="548640" cy="548640"/>
          </a:xfrm>
          <a:prstGeom prst="ellipse">
            <a:avLst/>
          </a:prstGeom>
          <a:solidFill>
            <a:srgbClr val="92D05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34" name="Picture 34" descr="FaCreditCard icon"/>
          <p:cNvPicPr>
            <a:picLocks noChangeAspect="1"/>
          </p:cNvPicPr>
          <p:nvPr/>
        </p:nvPicPr>
        <p:blipFill>
          <a:blip r:embed="rId10"/>
          <a:stretch>
            <a:fillRect/>
          </a:stretch>
        </p:blipFill>
        <p:spPr>
          <a:xfrm>
            <a:off x="7446873" y="4154753"/>
            <a:ext cx="285292" cy="285292"/>
          </a:xfrm>
          <a:prstGeom prst="rect">
            <a:avLst/>
          </a:prstGeom>
        </p:spPr>
      </p:pic>
      <p:sp>
        <p:nvSpPr>
          <p:cNvPr id="35" name="TextBox 35"/>
          <p:cNvSpPr txBox="1"/>
          <p:nvPr/>
        </p:nvSpPr>
        <p:spPr>
          <a:xfrm>
            <a:off x="7955280" y="3923080"/>
            <a:ext cx="3566160" cy="74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They facilitate payments and financial transactions.</a:t>
            </a:r>
          </a:p>
        </p:txBody>
      </p:sp>
      <p:sp>
        <p:nvSpPr>
          <p:cNvPr id="36" name="Oval 36"/>
          <p:cNvSpPr/>
          <p:nvPr/>
        </p:nvSpPr>
        <p:spPr>
          <a:xfrm>
            <a:off x="7315200" y="5143080"/>
            <a:ext cx="548640" cy="548640"/>
          </a:xfrm>
          <a:prstGeom prst="ellipse">
            <a:avLst/>
          </a:prstGeom>
          <a:solidFill>
            <a:srgbClr val="92D05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73152" tIns="36576" rIns="73152" bIns="36576" rtlCol="0" anchor="ctr"/>
          <a:lstStyle/>
          <a:p>
            <a:pPr algn="ctr"/>
            <a:endParaRPr lang="en-IN"/>
          </a:p>
        </p:txBody>
      </p:sp>
      <p:pic>
        <p:nvPicPr>
          <p:cNvPr id="37" name="Picture 37" descr="FaUsers icon"/>
          <p:cNvPicPr>
            <a:picLocks noChangeAspect="1"/>
          </p:cNvPicPr>
          <p:nvPr/>
        </p:nvPicPr>
        <p:blipFill>
          <a:blip r:embed="rId11"/>
          <a:stretch>
            <a:fillRect/>
          </a:stretch>
        </p:blipFill>
        <p:spPr>
          <a:xfrm>
            <a:off x="7446873" y="5274753"/>
            <a:ext cx="285292" cy="285292"/>
          </a:xfrm>
          <a:prstGeom prst="rect">
            <a:avLst/>
          </a:prstGeom>
        </p:spPr>
      </p:pic>
      <p:sp>
        <p:nvSpPr>
          <p:cNvPr id="38" name="TextBox 38"/>
          <p:cNvSpPr txBox="1"/>
          <p:nvPr/>
        </p:nvSpPr>
        <p:spPr>
          <a:xfrm>
            <a:off x="7955280" y="5043080"/>
            <a:ext cx="3566160" cy="74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They promote employment, business growth and financial stability.</a:t>
            </a:r>
          </a:p>
        </p:txBody>
      </p:sp>
      <p:grpSp>
        <p:nvGrpSpPr>
          <p:cNvPr id="1018" name="Group 1017">
            <a:extLst>
              <a:ext uri="{FF2B5EF4-FFF2-40B4-BE49-F238E27FC236}">
                <a16:creationId xmlns:a16="http://schemas.microsoft.com/office/drawing/2014/main" id="{C2180761-DDE9-47B4-D27B-05B840E7E953}"/>
              </a:ext>
            </a:extLst>
          </p:cNvPr>
          <p:cNvGrpSpPr/>
          <p:nvPr/>
        </p:nvGrpSpPr>
        <p:grpSpPr>
          <a:xfrm>
            <a:off x="-67896" y="5950800"/>
            <a:ext cx="900000" cy="900000"/>
            <a:chOff x="2019396" y="1270001"/>
            <a:chExt cx="900000" cy="900000"/>
          </a:xfrm>
        </p:grpSpPr>
        <p:sp>
          <p:nvSpPr>
            <p:cNvPr id="1019" name="Oval 1018">
              <a:extLst>
                <a:ext uri="{FF2B5EF4-FFF2-40B4-BE49-F238E27FC236}">
                  <a16:creationId xmlns:a16="http://schemas.microsoft.com/office/drawing/2014/main" id="{F0262666-AA52-6406-3D57-98F5253C9259}"/>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0" name="Oval 1019">
              <a:extLst>
                <a:ext uri="{FF2B5EF4-FFF2-40B4-BE49-F238E27FC236}">
                  <a16:creationId xmlns:a16="http://schemas.microsoft.com/office/drawing/2014/main" id="{142BDB74-21D1-53DA-5678-927814137DFF}"/>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path" presetSubtype="0" repeatCount="indefinite" accel="50000" decel="50000" fill="hold" nodeType="withEffect">
                                  <p:stCondLst>
                                    <p:cond delay="0"/>
                                  </p:stCondLst>
                                  <p:childTnLst>
                                    <p:animMotion origin="layout" path="M 0.46862 -0.79977 C 0.72956 -0.79977 0.9418 -0.61088 0.9418 -0.37754 C 0.9418 -0.14444 0.72956 0.04537 0.46862 0.04537 C 0.20729 0.04537 -0.0043 -0.14444 -0.0043 -0.37754 C -0.0043 -0.61088 0.20729 -0.79977 0.46862 -0.79977 Z " pathEditMode="relative" rAng="0" ptsTypes="AAAAA">
                                      <p:cBhvr>
                                        <p:cTn id="6" dur="13500" fill="hold"/>
                                        <p:tgtEl>
                                          <p:spTgt spid="1018"/>
                                        </p:tgtEl>
                                        <p:attrNameLst>
                                          <p:attrName>ppt_x</p:attrName>
                                          <p:attrName>ppt_y</p:attrName>
                                        </p:attrNameLst>
                                      </p:cBhvr>
                                      <p:rCtr x="13" y="4224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oundRect 18"/>
          <p:cNvSpPr/>
          <p:nvPr/>
        </p:nvSpPr>
        <p:spPr>
          <a:xfrm>
            <a:off x="731520" y="4850000"/>
            <a:ext cx="1630000" cy="1280000"/>
          </a:xfrm>
          <a:prstGeom prst="roundRect">
            <a:avLst>
              <a:gd name="adj" fmla="val 8000"/>
            </a:avLst>
          </a:prstGeom>
          <a:solidFill>
            <a:srgbClr val="241D55"/>
          </a:solidFill>
          <a:ln w="12700">
            <a:solidFill>
              <a:srgbClr val="5B3FD6"/>
            </a:solidFill>
          </a:ln>
        </p:spPr>
        <p:txBody>
          <a:bodyPr wrap="square" lIns="73152" tIns="36576" rIns="73152" bIns="36576" rtlCol="0" anchor="ctr"/>
          <a:lstStyle/>
          <a:p>
            <a:pPr algn="ctr"/>
            <a:endParaRPr lang="en-IN"/>
          </a:p>
        </p:txBody>
      </p:sp>
      <p:sp>
        <p:nvSpPr>
          <p:cNvPr id="22" name="roundRect 22"/>
          <p:cNvSpPr/>
          <p:nvPr/>
        </p:nvSpPr>
        <p:spPr>
          <a:xfrm>
            <a:off x="2453520" y="4850000"/>
            <a:ext cx="1630000" cy="1280000"/>
          </a:xfrm>
          <a:prstGeom prst="roundRect">
            <a:avLst>
              <a:gd name="adj" fmla="val 8000"/>
            </a:avLst>
          </a:prstGeom>
          <a:solidFill>
            <a:srgbClr val="241D55"/>
          </a:solidFill>
          <a:ln w="12700">
            <a:solidFill>
              <a:srgbClr val="5B3FD6"/>
            </a:solidFill>
          </a:ln>
        </p:spPr>
        <p:txBody>
          <a:bodyPr wrap="square" lIns="73152" tIns="36576" rIns="73152" bIns="36576" rtlCol="0" anchor="ctr"/>
          <a:lstStyle/>
          <a:p>
            <a:pPr algn="ctr"/>
            <a:endParaRPr lang="en-IN"/>
          </a:p>
        </p:txBody>
      </p:sp>
      <p:sp>
        <p:nvSpPr>
          <p:cNvPr id="26" name="roundRect 26"/>
          <p:cNvSpPr/>
          <p:nvPr/>
        </p:nvSpPr>
        <p:spPr>
          <a:xfrm>
            <a:off x="4175520" y="4850000"/>
            <a:ext cx="1630000" cy="1280000"/>
          </a:xfrm>
          <a:prstGeom prst="roundRect">
            <a:avLst>
              <a:gd name="adj" fmla="val 8000"/>
            </a:avLst>
          </a:prstGeom>
          <a:solidFill>
            <a:srgbClr val="241D55"/>
          </a:solidFill>
          <a:ln w="12700">
            <a:solidFill>
              <a:srgbClr val="5B3FD6"/>
            </a:solidFill>
          </a:ln>
        </p:spPr>
        <p:txBody>
          <a:bodyPr wrap="square" lIns="73152" tIns="36576" rIns="73152" bIns="36576" rtlCol="0" anchor="ctr"/>
          <a:lstStyle/>
          <a:p>
            <a:pPr algn="ctr"/>
            <a:endParaRPr lang="en-IN"/>
          </a:p>
        </p:txBody>
      </p:sp>
      <p:sp>
        <p:nvSpPr>
          <p:cNvPr id="15" name="Rounded Rectangle 15"/>
          <p:cNvSpPr/>
          <p:nvPr/>
        </p:nvSpPr>
        <p:spPr>
          <a:xfrm>
            <a:off x="548640" y="2926080"/>
            <a:ext cx="5440680" cy="333756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30" name="Rounded Rectangle 30"/>
          <p:cNvSpPr/>
          <p:nvPr/>
        </p:nvSpPr>
        <p:spPr>
          <a:xfrm>
            <a:off x="6217920" y="2926080"/>
            <a:ext cx="5422392" cy="333756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grpSp>
        <p:nvGrpSpPr>
          <p:cNvPr id="5" name="Graphic 2">
            <a:extLst>
              <a:ext uri="{FF2B5EF4-FFF2-40B4-BE49-F238E27FC236}">
                <a16:creationId xmlns:a16="http://schemas.microsoft.com/office/drawing/2014/main" id="{9AE474CE-7EA7-4AA9-238C-BC291F51EB0B}"/>
              </a:ext>
            </a:extLst>
          </p:cNvPr>
          <p:cNvGrpSpPr/>
          <p:nvPr/>
        </p:nvGrpSpPr>
        <p:grpSpPr>
          <a:xfrm>
            <a:off x="-7870642" y="5603560"/>
            <a:ext cx="22278322" cy="1206501"/>
            <a:chOff x="-1701658" y="3997633"/>
            <a:chExt cx="14003150" cy="3533927"/>
          </a:xfrm>
          <a:noFill/>
          <a:effectLst>
            <a:outerShdw blurRad="635000" algn="ctr" rotWithShape="0">
              <a:schemeClr val="bg1"/>
            </a:outerShdw>
          </a:effectLst>
        </p:grpSpPr>
        <p:grpSp>
          <p:nvGrpSpPr>
            <p:cNvPr id="7" name="Graphic 2">
              <a:extLst>
                <a:ext uri="{FF2B5EF4-FFF2-40B4-BE49-F238E27FC236}">
                  <a16:creationId xmlns:a16="http://schemas.microsoft.com/office/drawing/2014/main" id="{AEEB5A27-0E50-E115-5D76-0B344F9C0DB0}"/>
                </a:ext>
              </a:extLst>
            </p:cNvPr>
            <p:cNvGrpSpPr/>
            <p:nvPr/>
          </p:nvGrpSpPr>
          <p:grpSpPr>
            <a:xfrm>
              <a:off x="-1701658" y="3997633"/>
              <a:ext cx="14003150" cy="3531261"/>
              <a:chOff x="-1701658" y="3997633"/>
              <a:chExt cx="14003150" cy="3531261"/>
            </a:xfrm>
            <a:grpFill/>
          </p:grpSpPr>
          <p:sp>
            <p:nvSpPr>
              <p:cNvPr id="948" name="Freeform: Shape 947">
                <a:extLst>
                  <a:ext uri="{FF2B5EF4-FFF2-40B4-BE49-F238E27FC236}">
                    <a16:creationId xmlns:a16="http://schemas.microsoft.com/office/drawing/2014/main" id="{F2222FE9-8076-798A-A525-AC49E16C1E45}"/>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EEDE8505-FCBF-BE3F-8624-62438E32869E}"/>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CC76C8DA-92AC-9911-84E4-3DF5BE0901B7}"/>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7A294469-5EDE-EE64-844A-0F87B60E5773}"/>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3C9974CE-F595-58F1-467E-4E9D0DA58391}"/>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A9999291-8C5A-FBD9-9B9B-BD55781F3F21}"/>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FEB1DAD2-0FF3-CFC4-5333-BE17F3F2091F}"/>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45741726-2231-5F85-FB29-DF45313E1E6D}"/>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8696387C-A019-E396-AE1A-10A0E7BA933B}"/>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9124EF6B-D207-71CC-F1C7-C7E147B21A2A}"/>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9D76F36A-C4F4-2758-CD99-A9967B20CE07}"/>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8C6133AB-15B1-CF3B-06DA-828EDA477842}"/>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B0CDEC66-0C6D-277A-F061-9F51916D5F3E}"/>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02053350-C8AC-76BB-9B52-2F480DD6F1DE}"/>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831F1D45-F69E-D8CC-92F3-A99A41640D5F}"/>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8BA9DF45-DE8A-F5F7-A323-E60BA0FFCEF6}"/>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ED5980D2-6895-C759-9042-0FAB0EC8C264}"/>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E7D61880-2EAB-57FC-A6C5-FEC0E4F5BFED}"/>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599BB039-085E-280D-2428-7A2B8A04EE4B}"/>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F669CAAC-9DDF-255F-6CB4-1EC189A9ACE7}"/>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80C9944E-6772-4914-4AD1-9B1D481437CA}"/>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889D9F80-86E9-B3E1-30A9-C32B653E21CE}"/>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FE8D4047-DC2E-E714-9B09-DA4ECCC88632}"/>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510E7381-FDA4-A2B6-C5CE-DBF70D3DA4E0}"/>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EFD4E40C-5D85-68B7-6832-86148CFBF03C}"/>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EF13EDA1-231A-0C01-725E-CB89611D70CA}"/>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958B14D4-E75E-38D3-F523-F69ADCC921EB}"/>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3577D44B-71DB-4429-2C77-DC6E31F07DB2}"/>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548385D0-2095-B562-AAF6-6007553E9BFA}"/>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D47EDD47-3127-233E-A66A-7D39651282C8}"/>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AAAF55E6-F543-42A5-CBCC-94F3083EF37F}"/>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22F30B14-277D-ADF1-4907-18805018B79A}"/>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684EDD8A-9D2D-5D93-1006-E68CAA8470A4}"/>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A0A09EC9-FCC0-9EAA-CAC0-B69100EC24D9}"/>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BB6962AC-0C7A-6D73-06AD-4D49548394E2}"/>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BF9D4EE6-51DD-B5F5-DBF7-AC4CD323EAE9}"/>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7D53A1D9-6A86-EB79-5CE1-3290ED0AF8E5}"/>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890CC40A-F5DB-67DB-CE8E-B23DD0900A6C}"/>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718C93FB-1A87-9761-3838-B43D79869DFD}"/>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CC4D5795-19EB-E656-EB70-E2022CB4CD01}"/>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973221CA-4641-28FF-72A4-F8D0DA09C945}"/>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03D0BD79-9AFB-DAAB-DC4D-10374FB98A4C}"/>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6C3CE9AD-A14F-3343-081A-FBBCF43E1546}"/>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B8BEDD60-9479-A7D0-EAB7-FDC4C23CBA19}"/>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5399213E-45D6-FE04-0D50-111E57674947}"/>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6169E866-A341-479A-7A21-EA05A65656FB}"/>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787C8CE6-7569-35DA-D682-062D63553251}"/>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DCEF0BFA-D893-E6B5-E307-812E78D3B441}"/>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2AC9713B-95C3-6391-E945-E89AEB7A1787}"/>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8FDA4052-642D-40F6-B407-6AA46916AB06}"/>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ED068C45-F1DD-B61B-72D4-68A68DBAD433}"/>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29CE5881-55DB-7B0B-7104-478FFE851797}"/>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EB64D1A8-BDD4-D236-DD5A-11F2FF2BA55F}"/>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D6453938-E543-73E9-EC97-23A9C9B38309}"/>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1A5821B3-DC60-2DCE-27B2-AEE7CECD9B96}"/>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DE60C395-6C68-25AC-5B84-09408ADC34A3}"/>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3504E034-A24F-CE73-F8A8-66F591B164F1}"/>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3E843C26-F965-94CC-4991-954EB2C00882}"/>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C177BE8C-8A8E-5962-21B5-66908E1E5AF8}"/>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A7262B9B-B57E-67F9-6833-9FCED2CFD224}"/>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688D1A70-4A84-D18F-076B-BE818BB579E4}"/>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tx2">
                    <a:lumMod val="90000"/>
                    <a:lumOff val="1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9" name="Graphic 2">
              <a:extLst>
                <a:ext uri="{FF2B5EF4-FFF2-40B4-BE49-F238E27FC236}">
                  <a16:creationId xmlns:a16="http://schemas.microsoft.com/office/drawing/2014/main" id="{A55D2FB8-48D3-F6FD-1479-7E02A3B07D24}"/>
                </a:ext>
              </a:extLst>
            </p:cNvPr>
            <p:cNvGrpSpPr/>
            <p:nvPr/>
          </p:nvGrpSpPr>
          <p:grpSpPr>
            <a:xfrm>
              <a:off x="-1350054" y="4031449"/>
              <a:ext cx="13299963" cy="3500111"/>
              <a:chOff x="-1350054" y="4031449"/>
              <a:chExt cx="13299963" cy="3500111"/>
            </a:xfrm>
            <a:grpFill/>
          </p:grpSpPr>
          <p:sp>
            <p:nvSpPr>
              <p:cNvPr id="11" name="Freeform: Shape 10">
                <a:extLst>
                  <a:ext uri="{FF2B5EF4-FFF2-40B4-BE49-F238E27FC236}">
                    <a16:creationId xmlns:a16="http://schemas.microsoft.com/office/drawing/2014/main" id="{68A4F473-94CD-61F9-EDAA-FF94B0B5FC9E}"/>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 name="Freeform: Shape 12">
                <a:extLst>
                  <a:ext uri="{FF2B5EF4-FFF2-40B4-BE49-F238E27FC236}">
                    <a16:creationId xmlns:a16="http://schemas.microsoft.com/office/drawing/2014/main" id="{1DA10EF2-54EC-EFB3-7186-D8C5E84C406C}"/>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F04AD7D3-3D72-746C-A410-EEB32985B8E5}"/>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5C8E884B-7A1C-822C-2D52-E0DC322B30B0}"/>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32712A92-517E-C4A1-DCBB-05A1232C27B9}"/>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AF4D3166-8FEB-5B4D-0DDF-DCDD4B34A319}"/>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053DC820-2696-3AE8-49D7-9CC6EDC165E2}"/>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C2738B84-6A83-B309-F399-3A0E4EE746C2}"/>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EB930B4C-380C-C33A-B7F7-6691EF202998}"/>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AA1503D7-5F92-9120-1259-47CCF4A1833F}"/>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3FE121C0-F1AF-C39B-A8BB-1885DC5D0AAB}"/>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7B053F37-4A8A-BCC9-864C-BDF96C545AE1}"/>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5EC44328-8D29-C8BB-6F76-CF73995116FD}"/>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E6AE7223-C3BA-69CA-2684-A60FB9E7E7A3}"/>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6E3FA643-90F3-29B6-193B-44CDA249EA8C}"/>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2C0DAA3C-4F4E-B0F4-1EDB-DC67F5B2F298}"/>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D461A932-E953-C2B9-F30C-AECCE4E9E1CA}"/>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D50D7054-ACFB-2E4D-8EED-2FEE03CD288F}"/>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5E3FE58C-A148-050C-AE93-084D56EBB2CE}"/>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6190E5C9-BE01-E55A-B042-870D55A31342}"/>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193C7ACE-D904-A5A0-A63A-7C651585DF40}"/>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89B1E028-8E4C-A15B-FB48-CC34C4D8A103}"/>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45B3C60D-4ABA-1295-6F6D-B0B07B4D6756}"/>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84B4E812-1486-E577-FC67-2301379E8634}"/>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200834DF-5631-6F6D-2C6F-1571F6D8B73D}"/>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8F7F92FC-1119-CEF4-C7C8-464CEF16CA5E}"/>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66878D77-5E5C-F944-D52B-168A4041AB25}"/>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F9ACAB45-2C84-926D-A8E8-01958D81D303}"/>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28C88C6A-B208-C232-6D9E-89F995E15DFE}"/>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C039A444-339D-8B34-1B91-1405C0580B63}"/>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36D00454-9CA6-E868-588C-032287B33B97}"/>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0C6A4F3A-525E-7C9D-13B2-80ADD5E6281C}"/>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5C7FD548-13C8-DF81-0E64-7BA069F34877}"/>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5F61EF98-30CC-43E5-09F9-98D42927328F}"/>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5A7CE2D8-AEAE-1C73-8159-DD1E018FFD2A}"/>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129751BF-C959-B530-DC46-CFF56C061328}"/>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B2C3C6E5-63E7-68C6-6538-973AECF5CE62}"/>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2050C75B-A4A0-9C68-D12A-874E92BD81F2}"/>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E524F0B7-7FC0-30EA-F201-E31E90EA9ED5}"/>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EEEECE7E-6AB3-18F0-EFE0-8FDD0E5DF5C8}"/>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4FAFD07B-5F4E-1A3B-39AE-9A781B5AA0B0}"/>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6D122D79-366B-F715-FC9C-71E7D8ECB4C8}"/>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6FCB2273-B600-18D0-AEDB-404A022D2FD5}"/>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268813FB-9568-5495-8143-62991033A3DA}"/>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436E9370-AFFC-ABE1-F8FC-97FAEC90F1D3}"/>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803779C0-0934-EA7E-DF13-B55A9016040B}"/>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9EB0853F-C273-4EAE-67B3-728BB938A02F}"/>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CF2A68AD-EACD-C78F-90A5-6A529D2F5F71}"/>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D52E1647-27E8-B326-E452-2BA7304DE4C8}"/>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E83354DF-DDE3-E0F8-3948-715BC91DCF57}"/>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966B7D38-93A8-F175-1423-8B2300000373}"/>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7C9B6C0A-B302-EDAE-B432-A11FA6DA6026}"/>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44839CAA-0A0C-4F85-F78E-C2CD35B0C402}"/>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02C6D81F-32D0-3EDD-2BB9-0C75DB1FC825}"/>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A21A935C-0533-A5E6-2E77-296AB40DF9A6}"/>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DAC9E0FF-ACAF-B451-195B-81FA46CF9464}"/>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BCF8FA70-6730-4387-6638-C181AEF18EC7}"/>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D625DF64-31B5-D978-33FB-CD99147FFE8A}"/>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10B83DDA-5E60-AA25-33CD-BF8D9A6DB310}"/>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9AFE36A9-32E5-5AA6-7F9D-A36A68EF8E5D}"/>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3E3DE4DC-2215-45AA-922D-41EAAF64136C}"/>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E89C63D2-BA0E-BDD1-7616-9096A2037992}"/>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992AF3B3-36A2-D110-CF56-CD927A08F52D}"/>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19FF2B25-3B8D-1EE9-CFB6-F6699C1A8DCB}"/>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9AE4A445-BF10-846C-6253-CAB210BF8FB3}"/>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F3590EC5-7BB8-4F5F-0B5A-F0D9FC6A9B8C}"/>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BEC0DFFB-E8B0-5523-4B44-955A5CFE8121}"/>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B6D17D52-2CAB-5BE2-8770-4ED0F6F433B7}"/>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8D13F546-AD52-060F-974A-EE354B025174}"/>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15230884-A3A2-D403-26CE-9E75883FED10}"/>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FB800726-070C-55FD-509E-5C2D75A09DD4}"/>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ECA27720-75CD-D6E5-3289-33F1CDE8222A}"/>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67B9F03C-FA4E-17A8-D586-6C8A0E72B1CF}"/>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EC395DC0-283A-6089-015F-A354798A404C}"/>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DA2997B1-22AC-28FD-6C27-60F9BB7F6D5B}"/>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4A43CE3F-0368-B4D4-B583-9E18D33E0A5A}"/>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FFE066C2-4A4E-0D74-0841-9ECF08025EFA}"/>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6D830FE5-30BE-3984-2446-B27A2C489DBC}"/>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9295079E-E709-D7E4-4053-3FD5D16CAF13}"/>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133D03FA-8F3F-8956-8922-D234D4794602}"/>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F2B92E02-1464-EAB6-9E8F-94556E9567A6}"/>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55E1B619-5BB6-34C4-D25F-8A42083234A3}"/>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FA70077C-93D3-6BB3-C4C1-C6D4BBD8D291}"/>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791D3088-A95E-F8F7-0B86-B69FE4CDEC6B}"/>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93F0FC62-DEA1-DE37-DD9B-A09D0DC1C509}"/>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447180C2-7A4B-64E0-FCC1-0D4F0B767BCE}"/>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42E082F2-99E8-C228-A160-95BDC1CA6F1D}"/>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223E291D-6EC4-D4BC-2B83-D441355E76A1}"/>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C3FB17A4-6DD6-F5B8-99C6-5C7EA0C550C4}"/>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C2497744-1683-8EE3-A676-87B7B29A14F0}"/>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ED75D889-8A5B-3EAE-0370-3491142D00C0}"/>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CDC9A636-029F-2F45-1402-E700826FD715}"/>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D92C494A-58D6-C7B8-313D-05459980722F}"/>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CF576131-62B9-E81D-F28C-C9129CDD396B}"/>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7C020887-9FE7-5CA9-0866-6647E1F90555}"/>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D923F976-F42B-F4F3-97CE-5EA1DF456724}"/>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A6127DE0-4AAC-5242-4E01-01C2C299EDC7}"/>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35618ABC-E8C7-72B8-39AF-D01BFD38BB55}"/>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CAA04759-634C-D75F-6439-F8BC37401A41}"/>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8624AF64-2F0C-E4F3-E72E-5805E7F18607}"/>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8773CFFB-EA35-C6DC-4E26-0A32F5C5AF8E}"/>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CB969509-805E-4E15-8FF7-7550A2AB55F5}"/>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E34A67FF-A4B7-7BEE-10BF-33648D87DCA5}"/>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6DA14146-02E3-AA6C-393E-649A5B60398B}"/>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B8D1B0AA-29C0-36C4-9115-ACB40481C10C}"/>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01F804F7-A024-DCBF-2C5C-73D75EFF3081}"/>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73D4DCC1-D16C-EF56-5253-E9CD2D016C65}"/>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EBF592D5-9E29-750C-6CB1-5C368B3589B2}"/>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F89154E9-3332-E2DD-5886-C018B5B822DE}"/>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824A16E9-2E90-CC8F-1B4F-A62536DDC2DC}"/>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67A3C578-380C-FADF-F968-0841CB577F1D}"/>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41749156-916C-3CF1-DD35-7FA135876D3E}"/>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13A14244-61AA-D412-93C9-ED7DA1996132}"/>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16F01038-CE38-C36E-67A1-E61FACFFABF0}"/>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EAE542A3-FE97-334F-2DB6-A5E208B8B43B}"/>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F7929A41-A9A0-F531-F8E3-761DC5D5C9B4}"/>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8DBBE317-27E1-B1C2-602C-17BF1EF7D34A}"/>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F5656E3A-E1FD-BBCE-143C-1DCD763BFA73}"/>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5940C379-2A86-B65B-600D-78D4DB846D05}"/>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2223FDFC-1A30-1CFA-8AD2-ED89E303B092}"/>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25B3D5B0-1960-C582-0D08-4E171C2EC3DB}"/>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13F01C67-E6AE-9A03-DB99-2401D205F99E}"/>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0D488DBD-DF3A-34FF-AC09-83A8833DD17F}"/>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063A0A94-A63C-9432-32E8-F106E1F6ABA4}"/>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078CDCA1-CCBF-8127-15AD-6EABA6D2737F}"/>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7D2076C6-B8EE-2E48-9798-A79A64A23F4C}"/>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430B285B-9196-3014-CB0C-3C35D45CF733}"/>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A038440B-6B6C-7223-3A23-932DDCBC72E7}"/>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0B71D3BC-869D-C8DF-1023-FC64D8A04210}"/>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79A1BD55-C8E6-7BF9-D241-1F0428587DE3}"/>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2D5347F7-8B9F-4EE7-A929-51DB9A112F6F}"/>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3F7AE075-F90F-CC2B-AB51-CD011C7F9098}"/>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C29060AD-4B06-37E9-2B58-AA7C8B422164}"/>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F74490D9-CEBC-1F1F-C4D5-0E503E8782F3}"/>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C2D90BBB-6E73-DB42-1E7F-1B9385E86EEC}"/>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B7DE0998-DBA3-C0C0-55DF-D498550F98DA}"/>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138F0545-A30D-9648-A286-C70C00B8E4FA}"/>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173931D9-846A-392E-A000-4F674CB52849}"/>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9E44698A-EEF2-E78C-5EFF-AE8787C9EC4C}"/>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AE998252-5D6B-2F9E-99A2-47593F99B97F}"/>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71FFF08E-4543-588C-ACE3-E7ED8A401230}"/>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C86A1C28-3AC1-5B4C-1B94-FB92C41E7BF1}"/>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B34906BC-3D6C-8C2D-B676-16D2FCF70B57}"/>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B05A7E4C-248C-E4F3-226A-8A09AC0C8FA0}"/>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F7C597B6-9945-6EBC-7666-3A3536EE31B3}"/>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1392D120-5F22-F87E-EC6A-07504A5F85C4}"/>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ADC65519-C9FD-54AE-90C9-F0310FE655DC}"/>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3F0CD073-6914-9632-7137-9809F5070F0D}"/>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C9F2FE53-D23F-E8C3-4731-E70A9B2D2312}"/>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35035905-7667-7F57-9399-4F50E41EEC14}"/>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C3395A72-BF33-D5A0-23BE-8AED55F7A608}"/>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B4BFDE3D-878B-807A-7081-3DF025ED860D}"/>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6B886FA9-0311-78F0-10DC-F6489F12035F}"/>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171430BF-D728-60AA-A5AC-E653458C28DF}"/>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3ED91B35-05F0-9B60-8C6D-96FA0134BE53}"/>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581372EF-D779-AAF8-7190-7A2B8D803656}"/>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10C00783-BFCE-4623-01A7-F58F0650F9D9}"/>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B7431DE2-C1E6-1971-DDE9-A308827DED33}"/>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8E2EF5B9-EB4C-251D-9071-F7B43A7F0EC3}"/>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DE7BD134-09F2-05E0-EE04-93E6EBB53D8B}"/>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E6DD3F81-1CDC-560D-009E-53A43D89F5E8}"/>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342488B6-1057-C6DB-ABC6-B07D82BFDF26}"/>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D3CAC9DB-EA23-0DC3-B578-27F3BA216ABF}"/>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59202B5F-344F-1836-751E-8225BC84E8D5}"/>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9262C9D0-DFB7-CDED-0479-7D17C212BDF6}"/>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C63D673B-7674-D728-D5BF-13289DF85E2D}"/>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1DA730FB-95ED-818F-0A8C-04469D123316}"/>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6091C9D4-AB46-5C1B-DF52-472600433C25}"/>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28393DD3-5F7F-9205-ADD5-2D7923C897E7}"/>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DA794C53-410E-D92B-AD2D-B34CAC510AAE}"/>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9DFA437E-7A5C-20A0-B7A8-48F81FEAA608}"/>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9E66DFBB-96EF-B1F3-EB09-2A4B471FD76C}"/>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39C72CE8-A13F-E9B3-D2C1-1FBE6C23790F}"/>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BDA5202B-0C7E-F4A2-252E-AD06027B0288}"/>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28582CF7-B985-49DE-B18E-5A0D62EA7D73}"/>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65028006-E159-F887-2CEF-3B9D541523D0}"/>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A0841285-46B7-7599-CC83-BAC62CAE48DE}"/>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CD482670-BE8C-922C-B63A-0D8954CB5868}"/>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966F16CB-7F78-095D-10C6-BB58CA8F163F}"/>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4B07FDD7-EDB8-CBD2-DD3D-54A5C79CE830}"/>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C0D4B16B-A535-BA99-3368-74CE0CBFE848}"/>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2292CDA1-EE6C-9F4D-DDCD-8351528FA754}"/>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BC9F0798-A6D7-ACD8-60AD-A0CADA35007C}"/>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0272255A-8ED4-1AAA-55E7-6D3A9861F18B}"/>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710C40D6-83EA-C273-EE44-2FD881CBC751}"/>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D828F675-5E27-04C0-59D6-9E8C1D9148CA}"/>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0D8F18C7-8D10-D21F-F07B-193CBB5A138B}"/>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FE30BA01-A213-7E95-27D3-553D4EA902AC}"/>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398643AF-D2BB-39AE-74DF-5842A7E50392}"/>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913BE0FD-60D3-D288-A9FD-FE38DFB6B321}"/>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EB640AA0-253A-9CDD-6F4C-3ECB7D047777}"/>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67CA8BD4-0992-C8DC-6C22-29816416FE24}"/>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E31A8A5D-2B04-6140-5025-A3357E318C39}"/>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D87FF0BE-B817-F5B2-32D0-D766D0462157}"/>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54D2CE27-8BF2-A626-E53E-BC25CFBAD120}"/>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30FF4F95-9CFB-2E4C-423D-00D5553CF6BB}"/>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6A599C02-E4BB-5941-BF57-1985DB4AD8B2}"/>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BA0A4026-7D38-556E-144A-84E255D50395}"/>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B5411B5A-2F4E-4597-B10C-C992DD3E3418}"/>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CD371DD4-3421-544A-A5E5-A36741A71732}"/>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C51CAEF2-9AF9-FA58-F22B-F020040A2601}"/>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F0734662-7646-9578-58BC-A6C30F40C202}"/>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7E25D749-0898-F1BB-986A-027020D5EBDF}"/>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B84D6F13-12B8-DA1A-22FB-82EBBECE5E72}"/>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C4BDBB29-0BC1-28D5-A692-B41C34990E72}"/>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32A1E0A5-8835-CA55-6803-C3D2EE4352EA}"/>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FE2612B5-4D5E-5F08-298C-FA7FB4642FC2}"/>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65CA1B13-1B80-203C-4C01-B1D9D1FEF717}"/>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6EC5C1DA-4FDE-F046-5F8B-9764B02ADE7A}"/>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9330720C-74D2-D946-F061-2234285A0448}"/>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066A9ED3-E6E4-E962-F5DD-E146377866AF}"/>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513A3ED7-B22A-C92F-2B79-6EBBDB1E2FD9}"/>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9E85715E-E9BB-261C-99BE-A4B045D88254}"/>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8416C6D3-BD77-2337-D862-5F904D115080}"/>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95DB0AAA-425F-B6A1-BDBA-A2BCBCA77BC2}"/>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D78A8950-E274-BEED-921E-95B298D8C151}"/>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8D90AC40-21CB-4F1C-F402-79D8A97BE19A}"/>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52ED7C68-92BE-CC36-3573-E6CFB25C7CE2}"/>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6C0E7F43-FE06-666A-FD03-F1FC1CB3231A}"/>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DD18FB43-2DC0-A5BF-522C-0643FE8CA872}"/>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51E04B7D-FD69-4905-D307-0418FE53B70C}"/>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3DC9D55A-CB94-051E-A815-A27BD51FCC87}"/>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03A9ADA1-6921-1938-C874-C238DF79E8B0}"/>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306CDB46-9DCF-7811-E041-4922FE6DEE3D}"/>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624ECD63-3EA2-5FA5-DFEF-1CBB60D59F0A}"/>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77BF4B13-606E-4B4E-8A9E-408E8F6D830A}"/>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B897D31E-2647-A3CF-98C8-8B63EF1C9D69}"/>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F7D2B53A-88E5-E166-8137-AD0ED2C7696F}"/>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366A0154-E285-15DA-1AC0-6CD60015244D}"/>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6EFA7D20-786E-5A3B-E993-8924CC5BD066}"/>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3752B8CE-CA91-2FC8-662D-5854918B9D9E}"/>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162E424C-E4ED-3F6F-74E2-E17A828F08BA}"/>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A36CC895-4A17-7084-81F8-C218946AE868}"/>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B8B835C8-995C-3860-DEA7-777B41527882}"/>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3511B516-821E-E8CF-C539-E6E252348F29}"/>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0255B564-E857-2842-BBAE-37A1D180711A}"/>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2AB28BB1-4772-73C7-9DD3-701ADD99D1A1}"/>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4E93ACBB-7385-7DAB-FBDA-6A0C40F32666}"/>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04E1CA95-CC93-6A4E-8252-12240829BE18}"/>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2FCC0C4D-81DD-2669-3BCF-75A1B273104F}"/>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59841515-DB81-21AB-0561-E33981D36319}"/>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2840A36B-AEAD-1660-9561-38C3FE2D270A}"/>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96CE8177-89F4-F033-B50D-5C10A96CDB33}"/>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903C9D77-6616-95FA-FFF6-E05759A85B7E}"/>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71283BAE-FA1C-2490-D727-19D5497F5B41}"/>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D3F7E1DD-3C73-3423-17D0-9A96339E07D8}"/>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31D4DC34-9F31-4F93-0842-45115DD72474}"/>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CD997874-1041-37C7-8EDD-467A0890F4E5}"/>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CAAB371E-CCBD-B20B-EB47-629703327496}"/>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5B31B799-5345-AAD1-C899-F9FD93484CC2}"/>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6BC8A193-BC83-4957-ABC9-1E0DC11A296E}"/>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475F0289-4999-6F53-3742-19611CB247CA}"/>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74072D4F-E2CD-72C1-832D-CC0307AD2E8E}"/>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77AEE0FE-A039-ABE5-76BF-425E3F5431B4}"/>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79352C6F-F832-6D8F-AD1E-37463EC0A6CC}"/>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C1B40F5D-5620-ADEB-E131-32B914AB449B}"/>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1A677288-8DF2-9619-AADE-692C9504A4FE}"/>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109FAA74-65CE-D304-1667-AFA42EFDD447}"/>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EDF314FF-40B1-C11E-4541-8B4C15BDBBC9}"/>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ECA70EB6-E774-ADB9-8AD3-09F72265AA87}"/>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3335A83F-F4ED-E25A-DE21-744C0928CDA9}"/>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37436224-5042-1366-0360-C9037238185C}"/>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173A57F1-BCCF-5801-3488-4C5C746AACF0}"/>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93918493-9934-F1D2-55D7-0E9D3538B310}"/>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7ACF069B-8BBC-BB75-50CB-B43781F077AF}"/>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297F46FC-D00D-903A-91A7-C71873EFBCBE}"/>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62775107-CF97-E505-29A4-47EB6C89DDA6}"/>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38B34E41-47E2-DC71-ADB6-15085EC3914E}"/>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B27E58E0-AF2F-A862-0425-7A2D904400B9}"/>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7BF28F0D-4044-E735-48E6-90466B38C7A5}"/>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06073028-41E0-D9A6-D8D5-E5246D653C84}"/>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6DC8C2BE-8DD1-78B3-0370-98FF0742E877}"/>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4A70C16C-D7E8-7DFD-2586-EAC2D4F0ED47}"/>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E50D4E80-6303-688A-BDCD-EAF2FBE2FF4F}"/>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D1CDBA7D-26AB-9D53-F78A-6A9D88DB26AF}"/>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2873CBDF-F59F-8908-3EB6-A880841DE982}"/>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4F90BCBB-B776-E8AA-E0DC-5FD44503E91D}"/>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64459B74-D6DC-5078-CCBE-7A1956D41609}"/>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A0D79C63-305E-BD9C-9AFB-D0AC59CFD55F}"/>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26926A62-20F9-0F33-EF71-B1ECB2D06442}"/>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69E7434C-FA0A-25AE-3237-EDCCB5ED0296}"/>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5156F128-4F9F-3274-7BB6-415669EE5FF4}"/>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F65C6AA9-3ECD-DE2C-ED61-F252940F8265}"/>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D7472CAD-5C65-A57D-60A7-D4DF6469398F}"/>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A0F44628-439D-80DB-AC59-BAF3D305434D}"/>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7F97FB60-D702-F1E9-F869-5476877D2F5F}"/>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A5D3C449-B7C9-63BE-38A7-19239B113401}"/>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EDD39B32-73A7-0DEE-283B-98F27830EBF8}"/>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09C8CA79-DDC7-B21A-0BDB-107FE5ABA9D1}"/>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EAAC42B8-4264-0B18-1BB7-1B66055EA5D9}"/>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CE941F36-1603-A19B-D89F-0AC829AA6F15}"/>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950A313D-2077-1B6E-C9BD-6DABA42FEF6F}"/>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F6E95C0F-8BA2-C5C4-3F9F-CB83E5F1FA5A}"/>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4CF59FD7-62E9-D444-A2A1-5847FC811561}"/>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52B0DB4C-6D04-FA15-CEB3-2F45CECC3549}"/>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960F9E1A-B301-EC43-8E8D-3B80F1A9BC79}"/>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13FFF1B7-F241-5847-13DB-50E5046AB185}"/>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506893B2-751A-5EA6-212E-ADAAEBB0DC88}"/>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ECD32EF7-DAAB-7794-87B7-6483466129CF}"/>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25C7FEC1-1D73-5FAF-07B1-64AF4CA8C64A}"/>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B4CED578-5D3E-9FFA-EEAD-9AA6E0C5CA58}"/>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8BC83824-B7C9-9E5B-246B-B34BA513BE5F}"/>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3FCAA3D5-0036-7450-73B3-F28F042A4F3E}"/>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5B38106D-B381-90BB-6EC7-A58CD82BA868}"/>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75F54922-6AA2-5715-789F-A192CC901489}"/>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1A1C71DD-B72D-CF65-ACAF-B2DAC0CBF3C3}"/>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AB8C5F78-5DE0-FC52-8643-C18FE15BE6E1}"/>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0BBD54D2-6EE3-C003-72F2-0E3D8E86F66D}"/>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1792DC2D-BC04-6BB7-E0DD-EC630D5416B8}"/>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0E0F4BFC-9218-2218-9174-35BE83CE9AE8}"/>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82C752A0-06AA-DB76-EC3F-89407C5A1E09}"/>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95614F63-99DA-0938-143F-2F166201FFC3}"/>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086A23F0-FAC8-41D3-7684-A554AAE3DB57}"/>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C7B08B09-0661-2795-1CDD-2479EB594FE0}"/>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797610F4-2F1D-50BE-EE30-DCBE47C3D1B4}"/>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8AE99975-0F3F-7F13-64D3-1671B1E63852}"/>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F1592675-78FB-9BEC-B873-CE4C33999754}"/>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6BDB138D-566E-23A0-4CCA-67EAF943725A}"/>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6E5D47E9-8FAE-DEC9-1715-65BC0C52F4F7}"/>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BEED1789-87A5-AD7A-1FAF-DA12F125B532}"/>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82F79690-8719-AD8F-FC86-088328B54941}"/>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CD121A09-3EA0-7A8C-4D7E-DE5CBA238729}"/>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38354C81-B8C7-D920-5709-17862CD6158F}"/>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21474F05-7E17-AEDB-9F01-D8E57299D3B6}"/>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B465AD4B-7634-8408-ABE8-8F1206A48B71}"/>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25AA7E4A-1845-DF5C-9010-50EA0A3B60D0}"/>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4EDED26D-A9EA-6BB9-D959-8AF9D203B6B9}"/>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0DB0741D-8F10-8CDB-F0E8-CF71474CD91A}"/>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A89D0316-5FAA-E0F9-7143-D72001D52B1E}"/>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BAEC44EC-A135-652D-1C51-D2C1AEF1891D}"/>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73D0387D-4B5A-0EAF-70C8-8641C4F1F98B}"/>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B490842D-898C-E8AA-8165-35F9D4B248B4}"/>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4D1C2627-52EB-42DF-CA9C-A362BD0D77A5}"/>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65EC3194-8775-9E3A-AC4F-E4598F32B5CF}"/>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A274FA3B-2DE3-0B07-521C-F62BC00003C3}"/>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B5D519B4-9454-DC16-4A28-20C8F7DA8D48}"/>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B930438F-F562-7481-876E-892C294D184F}"/>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E931A0A7-5978-1822-A8CD-47C49C9EBF93}"/>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23711F57-5208-2DE1-4D2A-BE9B4A10E2A7}"/>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F02B2F79-1ADC-A5C3-3A7F-B26E2D761F59}"/>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27079B08-9E24-AF39-9262-C86AAD0A881D}"/>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481B19E3-C5BF-EF74-9C00-3BC6559312B8}"/>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893BC2FA-65D0-F0AD-DCDB-33B6BE278ECD}"/>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9244519A-076B-5D6A-37A2-90048A080EAC}"/>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2A613F18-C036-2EA7-4A8B-14B8EDE08D7C}"/>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C164D4B4-0E9D-4D5B-45B3-04F6C27C9E9A}"/>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659D5E99-5E16-A14D-2C0E-C2F7D7CC2231}"/>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1FF8C9F3-7248-F28C-2031-5ADC1F670398}"/>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CFD0FAE3-8F92-B79F-C9DC-42BB62C2AB1F}"/>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6BF89AED-C75C-FA21-D635-92D6D20374C9}"/>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873AB78C-5096-0871-C07A-99EE58CF4E3C}"/>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4DFDF656-556E-4D67-6170-1890AA351B89}"/>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4898DEA1-A71F-649A-DCDC-56A12001C264}"/>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8B7A9C02-E146-3F09-72CA-B2AC5D560C82}"/>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089060F9-404A-E149-CA43-F7F954DEB0DB}"/>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B04BA05F-DCCA-75C6-840B-16C2FB641EDB}"/>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88D71BD1-8A32-DE3B-540C-6CD3D69DC039}"/>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6DBD6BE2-2C2D-6945-29F6-B0CEFB3540F0}"/>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306D0940-A1CB-D52D-F859-BFEFC1A55353}"/>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93C166D1-F53E-AFA0-D41F-875F859E65CC}"/>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BB36F387-4866-6C21-A3F4-8946DB4F6479}"/>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13121CB7-B195-5EA7-F8D4-2CDE043591BE}"/>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B5735A65-00A3-52B0-9F05-815E6913D3D4}"/>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80AF90C6-9BA8-7D4F-0348-9E9D49E91419}"/>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17BDCE8E-693A-20B5-07C8-EC8145FF92E6}"/>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A47E3500-3DC5-39AE-D561-DCE3F819A56F}"/>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8AC1CE46-0628-F4A1-650A-EFD56CD6890E}"/>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9D63BEA5-0888-F10B-FE43-3C6CEE64DA19}"/>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07779AB7-BF80-E1AE-F298-AC4357319986}"/>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2D6975AC-9F35-9866-EFEF-5F8ABC14A2D4}"/>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5608FD9A-D932-B238-08B6-4B0377FA74A4}"/>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BC87F570-1469-8D7C-1BF6-44CA726302C2}"/>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372BF737-9DA8-BD57-4FFB-C189DA7DE399}"/>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150884A3-0827-7E61-5719-73F678457BB5}"/>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52BC04CA-C5E1-ABFF-2B46-C9918AC36A40}"/>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BDE728E2-2C49-8394-33C9-822C50B924BC}"/>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65E93C61-AB3C-EC9B-6938-7CE9012532DC}"/>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CD0EA830-6E3F-F421-7167-8D5D1940C35A}"/>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334FE909-981E-4642-D203-8015400DDD16}"/>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50941235-DF81-A3D7-45A7-A1425AA6A05E}"/>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B53139F3-E194-50E4-EA4D-1A9121D807A2}"/>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4FC42ED4-7485-0F44-9F7D-50A737586BBB}"/>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6AB16F19-7305-E316-3FF0-9DAABA40469B}"/>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D8F71818-9A74-22BB-9961-1DC07613C774}"/>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0E55D835-6CA5-549B-89EB-44B09B7B043A}"/>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1C62F813-951F-1379-7CCE-7F771DC3D531}"/>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5AA0D465-2EF6-E422-1540-4FF07A4105FD}"/>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C6734AAD-4567-96B6-74A1-C7FEAE938C02}"/>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D5576BA5-CEA5-5832-1654-5F6831CE07F0}"/>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69CA3C57-DDBF-9207-35ED-F0A53E2D822D}"/>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27ACDB79-77F8-4688-D74C-B185EC507EF3}"/>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96FC1CB8-53E8-2409-787F-40F9BD91617B}"/>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4A3A98CC-0160-A001-E6D4-2ADEDC3A4044}"/>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6AAC5165-950D-9CA7-91D2-EAE6C9B6764F}"/>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4D63E7B5-EA1B-ED80-7530-52649BB90BA0}"/>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5EF251DD-0FA2-FE13-77C2-6A4A6648AFC7}"/>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000D17D8-3D84-23A1-ED62-949E211F71A7}"/>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122A8671-781A-0676-A660-1BFC9D843804}"/>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F13D825A-09D7-4817-BC7D-139D64A2C3E1}"/>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F112A01D-11BD-B44D-16CE-DB28E585F41D}"/>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ED247B3E-6F4F-DA36-0C2F-7A43DC3D6203}"/>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C00A1916-49AC-4780-A9AE-1CB9B32C1D99}"/>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18F1BB13-2420-E444-F49C-A8BDAFEBFC26}"/>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1EF0E311-7A09-3B89-DF56-817BC36E6F48}"/>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537618FB-5447-51B1-6C31-2A5E6BCDD6A6}"/>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8503BBB2-A889-0AAE-838C-0FA2315472C0}"/>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BA8E4AC4-DAB1-58F6-0A1F-161A23602264}"/>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B76F7199-6008-4D9A-6F93-71996D754838}"/>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533F9B84-AF74-2872-0655-78FFF27FC5A6}"/>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8A62F43B-8573-BE1B-96DC-AB2AEE334313}"/>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F095A5D0-883C-0371-06A8-E1478CAB7F70}"/>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D9F74BB9-ABAE-097D-F0F7-C50D729EC0A7}"/>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6341D806-C2DF-3CCA-6B1E-272B283E8971}"/>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5FE9F4BA-9B44-8843-27D9-428D57EAB78F}"/>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B7A7727A-ABF7-035A-3489-F4BCCF332235}"/>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156E8248-4BB9-8022-DD68-70D8F7E73DCD}"/>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87F475E0-C71F-28BA-1BF1-F31F266B3D36}"/>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429FA3A8-F8F0-2626-1442-A33F1B5978E9}"/>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B5EE6964-925F-40C6-10A1-F6281B3ED322}"/>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F2D12CDE-6138-21CA-C6F1-089092C2D5CB}"/>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4347BBA3-1805-19D3-EAA9-2815C2A5DB75}"/>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CE88826A-5C11-408F-189F-24EAA59B3AED}"/>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CBD34151-FE1B-B3A4-CAC7-E344EFE0ADA2}"/>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032B3392-2528-CBFB-2315-DB922DB75D74}"/>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FC90BFF3-9738-697A-4F80-C765510291D4}"/>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F5512A46-2FA7-6E4C-6A91-6CEE47867673}"/>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B073D26A-00D2-FDFE-E62F-568C70603A2A}"/>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378C4F16-C651-85CB-DAB0-062ABB44F6E5}"/>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E4F533D0-FAE7-F98E-A30C-55A5465A79C0}"/>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BF6BDB0A-FB82-E454-46D2-4A542447054C}"/>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88FE91F0-C387-ED2B-C6D2-194287EB99CA}"/>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282220E2-3B2F-7C7C-A868-4C524F30267E}"/>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F6941D4B-BE5A-8502-37C4-44901DEE9696}"/>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512B7453-5A67-6956-7F28-D68C44CF58C7}"/>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05A9A76D-B894-D3AC-552A-A7487FC4745E}"/>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7891BB64-5D3D-0894-9229-0F3FDA578815}"/>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A1B588D0-3665-33AD-2D5A-B235556F33BD}"/>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5667F1FB-71DD-56C5-0044-77A95733935E}"/>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C8323830-4E33-9D27-A2CA-F55458FF6504}"/>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BA8CE615-CEF1-B1B7-0583-6F8BE75025DF}"/>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AF2799A1-33ED-B4B7-93AF-18245730A6AB}"/>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55974419-8381-3266-58FA-639FA0C3DFC8}"/>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C77223CF-CF94-3485-FE06-F3AA9A211450}"/>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9142C561-53C9-DD4A-A5B6-A1868AD07728}"/>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BDAF1709-99D9-533E-F1FB-C6F076B0F007}"/>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D20472F4-7E8A-068A-6D3C-7B0CA1326114}"/>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0F243017-BCC2-E251-34E7-5E14E3AE02A0}"/>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35883600-8777-E3FA-D016-12FD5CF8956B}"/>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8858797C-C1D4-9F39-21CA-DCC61BAA48F2}"/>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5C810C44-C875-4ABF-751E-A350156FD380}"/>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E89FFF1C-7215-4718-EA57-4F152136EC36}"/>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594118C8-4C22-B009-CA2C-7A14BD0F59E4}"/>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913DF93D-D85E-CFD7-7D7D-886E72EAEAC8}"/>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2D17C8C6-A455-0C32-ECE8-A39F7C7729D7}"/>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9299B527-4F69-065D-E7D5-65BEB289680B}"/>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1F0EF4AE-55FA-AE5C-AB1F-053A642AA5AE}"/>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30358713-3B4E-9F0C-D11E-833986869685}"/>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E86677D7-CD41-F0F1-E9FF-D7DA577A95A4}"/>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4D3FB337-3329-6BC1-AFDF-382465AE8C79}"/>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C2BB4B7B-C1A0-F09E-2751-28B3DF886F49}"/>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6E9DCE1E-847C-6217-3692-C20187FE8AB2}"/>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ECF101D6-A4A3-163A-C72B-8C50950E8EF3}"/>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4C4E5F33-EA57-5148-F14A-1908D5643008}"/>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03A29D49-985C-2F63-B7FD-531D15E2FA74}"/>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BE179D94-6FBD-1633-A51B-3B2C1F6F8C84}"/>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9BEC4E9E-B397-D139-570D-43F6254DE210}"/>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90CABC59-DF38-0941-6621-E744E376B8F5}"/>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889A002B-1E4E-6F30-71EF-362B19C4E97D}"/>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D90958F2-E452-844A-C1AF-8DD5DB12AE39}"/>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A3AA4B3F-2239-EC82-3E9C-4C441E70AA80}"/>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A3388406-D0BD-AC6B-E2A0-461ACF728EBF}"/>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5BB61796-51E5-DA32-8A71-ACEE3E02F326}"/>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A4A3FEDD-8E47-D3A6-416E-B79B86D619FF}"/>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160B8B11-B4E9-8552-6427-3D245EDFEF78}"/>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599821A9-622D-3934-869E-EB10A21A0B33}"/>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334114A7-326D-8110-0D8E-AC1420BE2F31}"/>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204515CF-1F61-77A3-07D2-C66362FF8100}"/>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97E9F638-ED11-74F1-3654-9AABE768A624}"/>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683DEB14-4831-7A8B-CA2D-4C3103CEBC47}"/>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56B27642-CFC7-C59F-2F03-9CFAFD46BBD9}"/>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AFD7F095-E5ED-38DA-9C9D-CC4B6F791BD9}"/>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5A7244FA-34B0-D018-E9B1-EE05099EA8B7}"/>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7B2B6704-3C70-372F-5439-BFD552F84740}"/>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3EDF0AC3-9E62-EDBF-13A3-22CD192C8CF7}"/>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D09457C8-53ED-C027-E809-D0D09CC61942}"/>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D8FBCF4C-4BEF-36F0-E3E7-384922109858}"/>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1C1A7887-17AF-29A7-CCAD-A354A2303B77}"/>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A1E6B778-BA2A-CF0C-76F2-8210078F29ED}"/>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1C940CB1-883A-9A01-B212-88BB04F5980C}"/>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4FCC6C52-D245-8CDD-22D4-D3DF76A7B11E}"/>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318865B7-121D-8822-811A-6518468565F9}"/>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0FD345B7-3A44-5560-194A-09A552F9F57F}"/>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CEC2AA67-1A36-A9EF-A3B4-B99CD646D722}"/>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37FF764B-DC6B-44EA-3E04-C99DA3796AD4}"/>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D6AA6D91-3241-8E1B-2D45-618AE57AA267}"/>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379AE2B2-4638-2975-DB02-0620C6D594F7}"/>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F6A7CB7C-4EB6-586B-D8E2-2F56E205590D}"/>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5A0FA2BC-D207-3747-5B1C-ABB44EF59823}"/>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6CFF3AF1-BE91-D9BF-25CE-E6A1A1D18A0A}"/>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90CE4C0A-44FF-775C-6899-4C57CE334453}"/>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8CDBD284-655B-16FF-8536-4749E4E9FB3A}"/>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8D44CEAB-F808-4E78-3939-0B9FFAA32574}"/>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B3904BF9-5F6F-1C99-215C-657B0B8913A8}"/>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74316479-D50F-DFD5-54B1-663FBB1D05B1}"/>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03670C69-1A6C-4164-EB1B-6B3F41B899D8}"/>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1449ED8C-A8C3-55DD-4FD8-6A56EF278F2E}"/>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6C9B6564-C24A-F55F-BB03-FB3A9FBDBB57}"/>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DDBAB43E-EB77-478B-1230-1288C263AFB5}"/>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28DDACA3-EBFD-F092-56D6-CE39F8827379}"/>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0BDAD12A-8647-4F61-5EB0-6519D5D07A47}"/>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FDB1EEFF-5FFA-B1C5-A216-159EC290DA51}"/>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68B403CC-C624-E0B9-62BD-451CE94BA13C}"/>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A3F1E718-E50D-1DB6-BD99-431AD688F130}"/>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0BC56D11-248A-A408-5212-893DF2F7F29E}"/>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CA6D32FD-C4A8-3B89-9DFD-84C61E0CA7F0}"/>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FB9BE86B-209A-EDE5-8C66-C806C8336A20}"/>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3B35E3F5-C41A-7CF6-B81E-9F4930A9001F}"/>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E8710548-349B-5D7E-61E4-215D311849F5}"/>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D8BF87A9-7366-BFA3-A7B2-8B6358379603}"/>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5335CDA4-7F84-CA6C-AC00-80B929B48A5F}"/>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472DD81C-5BC8-D681-C5D9-7C9B2ADCC931}"/>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AB5BFE54-6DAE-1B06-26C5-26D80B19C777}"/>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50C7BF2F-A422-5448-9FE5-652A0ABB8A3F}"/>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298A9FC0-C685-EA3C-EC03-0AE0D0784535}"/>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BBCB465A-4281-0007-235F-8F01B5FA5D96}"/>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0B3F06FD-E478-C1A2-7073-DEA5FF71D248}"/>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855AA735-BEFD-BD41-F508-22FC0BA703C3}"/>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FF81C188-4B04-0239-5603-924CBA815B1E}"/>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F8AD67F3-01E5-2B9F-A7BF-CF80AD4917D6}"/>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A26CE91B-3D9A-8DC8-E143-1D1ED5C1FE72}"/>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4D771BF4-C764-BB49-62B9-6A91509E1995}"/>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9B0B26D1-B062-91AD-52A2-B38604D34139}"/>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6B06A5BB-CD95-367D-2E5A-0DD7649238CA}"/>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B0903D59-DE2E-9657-D30F-B20283F87D50}"/>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4F273705-415D-24EB-7077-9B82FF1283D1}"/>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C67B7ABF-89F9-380C-6EED-7BC02039C4E8}"/>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3F312DD0-5BE1-72C3-6A92-BFE95E636153}"/>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7ADECB8A-55DD-B923-A212-0FE84BF258B8}"/>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F76EFB53-6B42-2EE6-626B-2EECE9B87A85}"/>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92BDA5DC-251D-488D-3A81-F3DE7E6F5969}"/>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1B09307B-5FBA-3085-7F47-F4FBE4981477}"/>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39AB1157-F8E1-9FAC-E370-C86E3AFE31BC}"/>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F6977602-EECD-B7AD-C4DE-E78AC1885BF4}"/>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E460E0E5-DA89-10D9-B263-0C7701174F27}"/>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4957D1DA-E867-C7E9-D91F-D025D6C9DA9A}"/>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5C3D09A9-5905-A514-0931-BEC3C35665EC}"/>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FE97F9DD-07D5-117A-0AA8-EA9C0734003B}"/>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3FA4E2E4-4EF5-96AE-4A10-9794D688DA38}"/>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27E719F8-DF98-30CA-6595-3A8C8F3AF53D}"/>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2960BDBC-446C-E8DF-DBF3-30B77D901B1F}"/>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86FB3D03-0679-538D-0422-3E6F842C56D3}"/>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F8C970DB-2BF2-EECD-0D7E-6624080E8E54}"/>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23FD006A-AEE3-6DCB-9D27-86E4F526CD44}"/>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D5AEB37E-D812-DCD0-3DB2-3FAB2F043E79}"/>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843F9CBF-FFA6-63DE-7D51-34F70BA9A01F}"/>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6D61D01E-AEC5-FA52-DBA9-24F915FEBE43}"/>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22C5AC34-F4B2-96B7-FFF8-DE0F457541E6}"/>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A2059B89-B22A-4CF7-27FC-7FBB183A73C9}"/>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6371E1CA-F580-C8FA-68A0-A3A6DAA7D718}"/>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796EC91D-8FBF-8707-A446-B1A96BF8DEB6}"/>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2D9DF5EB-A543-7741-9536-AD30F87EFC37}"/>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2546F3D0-62BF-7C73-EC22-E0B09675C88E}"/>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EFFD37CA-3904-A665-EF41-A645F8E843FA}"/>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24FE668D-40FA-686C-CAD8-51DFFC6949A8}"/>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D02B1216-165B-B893-16ED-1DA13FE53B9C}"/>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EAD53EE1-3D15-2270-9B7A-5780AAF49E62}"/>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7B77AFB9-5358-AF6D-7851-A3BF6B682D89}"/>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28F64F27-7653-2336-077E-7EECADBE8512}"/>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4572AC9F-D023-DD5F-91D7-7D48E3A81C7B}"/>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28AA582D-A2DD-68A5-9129-E249E6DD02E8}"/>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FD4BFAD2-723B-8C3E-BAA3-F60C51B0475A}"/>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F60742F2-7A0D-077E-FB64-03E1E9082FBE}"/>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922056AD-98F1-7FA9-7E47-0BD4C99FCEE2}"/>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98597A75-2AB1-FE27-7E99-C0514E36AA24}"/>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363435FB-20CF-19D7-D442-3A86FC8BA929}"/>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78875E81-F523-3949-CE02-B9783C3802DB}"/>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3AA07C98-8B74-69B8-2960-819765964E58}"/>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6B6685C0-BAEF-9329-65AF-074376067F3F}"/>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64207F02-7AB2-2506-E643-2CA442CA6E46}"/>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9AF4234E-2A27-94FE-B138-51111A40471B}"/>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5C4FFB57-3A08-5FEE-926C-BE0A35E3321A}"/>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5A0A4494-9D1F-D1EA-52FB-DEF84CAE94D1}"/>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13BD1850-B927-86A7-71FA-7052F9BAC3FB}"/>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38B98E72-610B-011E-4552-CB58407648B9}"/>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F964A464-6C1E-F1C7-DC33-4793F9EB40E7}"/>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6F4A7121-5617-53CC-FC34-484A6650A268}"/>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0012F50E-5AB8-2AEC-02E5-4874706CFBAB}"/>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AB4F29AE-B64D-EDB1-4974-DB37D06363CB}"/>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C465F0CB-6B13-45F3-E1F7-3DFC175CF495}"/>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3A8DE0E7-1946-2ED8-7E33-14FEB22D21FC}"/>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3FA5E842-A257-2256-A7E6-C0BDA6ECB778}"/>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4A795B18-642F-3D02-ED1D-212D4A0310DE}"/>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576E3737-7E69-9B8E-9DB8-ABBFD14260F7}"/>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E26636B2-8513-B3DA-CC22-552B1DCB39EC}"/>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6DCF8A3F-DD65-AFC8-2DF8-89AC4BE44819}"/>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ACB8C355-1D41-2E85-39E6-68F9CE391850}"/>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5FDC5071-7C0B-F670-21A2-1244AB698A88}"/>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31AD583C-B03E-2DDD-990F-3D40DC1C0EDA}"/>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7FEC8315-43DB-9435-E54E-E0DE0C9DF93C}"/>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C1F998B2-75CC-A031-F489-ADE3578755E1}"/>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1589FAF9-C5DB-7565-105B-E83D52506053}"/>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CD146FA7-BECC-7BF8-591A-6379DAE165B5}"/>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9D97F724-0870-D235-196C-F8D22C740B73}"/>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BE593AF1-68CC-9FD2-A892-131E17E88EB8}"/>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9BDB0C5A-6786-AC3E-145E-1666A523F9EA}"/>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D2F4C1C5-34A5-BF15-62C6-7C1B45CDAFA0}"/>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00E6C305-15FB-CB11-F3F3-024E540D15EC}"/>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02A11B5E-7637-36D7-2191-AE635E3276D1}"/>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76FE50AE-148E-4641-3892-0F5E7E9A4B0D}"/>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462A34C0-7EC9-85AC-CDCA-0AE21B73DBF2}"/>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36B01A2F-DFAD-5396-05CE-8179E787D552}"/>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128F152A-1AF1-D451-7850-7BF086321DC7}"/>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6EF9A02E-DFC5-2FEB-0440-CD9DC276D088}"/>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09128B21-7872-B009-3970-2023426FC320}"/>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53D14396-F092-CA86-A354-6C4DA752B542}"/>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DC944E2F-F125-FD5B-0D9D-1AADC6C73EE7}"/>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5B17B0CF-764F-8DB5-4B74-F9BC9F48CCA5}"/>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891184F9-906B-0697-1221-67E784D51DCF}"/>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750708E1-D4E5-1D96-45F5-33044622E12B}"/>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7260D03B-9D88-0540-7938-AC05DB53D269}"/>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B7754831-737A-3122-242D-CBC8C1467094}"/>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6E29558A-FE4F-5A5F-F925-3AD33F7CE90C}"/>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FD63DC98-B9C1-EDB8-4794-5F0AD60AB6ED}"/>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3C6361E0-A5B6-6043-839F-9EA437F4C641}"/>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76098B0D-E307-439C-C147-AE762810D15A}"/>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D79A5914-7A44-7BF3-1CBD-B9E6AB385663}"/>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89FE24D3-D24F-34F9-0733-DCE930066C49}"/>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8B81CF93-6B4A-B46B-99D6-7982DF985373}"/>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E871C4A6-C8D1-3511-9579-FCEE123649F3}"/>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2A16F4A7-05B2-C873-980E-EA2AC1FDED8F}"/>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7E223BCA-373B-ED15-EB2F-46798B1532BF}"/>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4C212F5B-3874-EBF8-3B77-482E96A55E2C}"/>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B11783A5-A5A2-6705-1C80-038B80086E83}"/>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A77BE8F8-7A46-4C53-E9F4-8372AE9CD66D}"/>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0E0D8016-F303-79EA-839B-B3DD3D78BB7D}"/>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DD6DEAB7-0E9A-BC07-F5D6-02D925FCF862}"/>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7F0D7D0F-B5DE-5D2B-3B96-AAE2B5D29612}"/>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0BEAFDED-707E-9942-974B-1A937B3BC2A0}"/>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AA1210BD-3211-D236-FB64-50D6D2D09BE4}"/>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66F8293A-032A-6F19-DBA9-0BDBAABB7584}"/>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DCBEADDA-9CF1-8F22-CCEB-67507D50B23D}"/>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05A722CF-DBB8-1923-4337-DC88F1964210}"/>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689BC848-1FB3-0C68-2867-22D0EE1A7365}"/>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B5F9D5FA-0B65-1CA1-6D4A-79772E31593F}"/>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CB932334-A2A8-8AF6-D819-00D68843795D}"/>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E293116F-DA04-4861-F9AF-15922C88B77D}"/>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3FD09D1C-3013-CD36-5E94-539A634CE33D}"/>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905B1195-E1BB-67D7-8E8B-8A3FF6F9CBD5}"/>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15A68212-9AB0-9963-4295-A2449BE04E44}"/>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3DF4AD94-FE0C-3DCA-34FC-F947F44BDE83}"/>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4EEEE8FB-8263-0DA5-B5FC-CE9D66160536}"/>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6F105C42-F1EE-5014-BC6C-F8B5641C6070}"/>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EB80197C-5FC6-14A5-E089-AF440544C2F5}"/>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FC4C9E5A-E453-1A92-E44E-F37B981A8E69}"/>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7DAE6787-B835-7247-4A28-AE050E96CB15}"/>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735B803B-6142-4C02-ED57-00C89F23E8B7}"/>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3AE68B31-6056-4194-11DC-5764784C1517}"/>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6B10473B-51D9-E9FD-CB9C-35B49A727616}"/>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8062CB26-1C9E-82EC-D5BA-B2759164E0F9}"/>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BCB0844D-FCB3-B155-C250-CF174F86CF53}"/>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F49E3A0D-412D-C3BE-48F2-C27A7CC5A22B}"/>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9BBE94AF-9E8B-0CD3-52AB-56C88CF12DE7}"/>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4AE53286-CB88-135F-36C3-25A5C884BA86}"/>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17432194-3998-A4FB-C33A-7A7E6EB35875}"/>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219B345E-B731-4BA8-65B1-45D2C5D0F4F4}"/>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E2513ECE-71FA-E4BC-5D51-5E4E81A787F0}"/>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B992625F-1DD2-B728-C3A8-367E8668D2D3}"/>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025BF126-89C1-B8A0-FB9A-B033C7C9B647}"/>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5AD8E9F7-6354-81B1-9F75-88A4B8B790E3}"/>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E743865D-E2E3-3D59-C0CF-DE4B9729D77F}"/>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AE01CCE7-6B9D-C955-C479-20B718FB876D}"/>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F424D851-94D3-2452-7F0B-5DF2FD7FDB8B}"/>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AD63EE95-D6CA-2C1E-F82B-95168DE67382}"/>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85C7CC4F-A51B-3B7B-C6BB-AD7C6D2BACC2}"/>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D2B0A71B-D713-19FE-07F3-1B3CA3777FB3}"/>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D25FD9D4-01ED-1F5A-DD44-E46755EC20B9}"/>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D6A288F9-2F51-E616-5D63-C19D610D90D7}"/>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8A0AEBEF-D57B-E934-EFF1-A8E0206C638D}"/>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D684F2EF-4487-2DE1-6E6D-A3EC5589D296}"/>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9B46834C-1F66-29A2-F0F4-D5C729787825}"/>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DB202A51-6ADE-918D-4B8D-BEEDDD1721C9}"/>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E0D40A85-4167-E492-A7BC-550FD627BC5B}"/>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D7D333CA-0CA0-A623-B059-484AD8A91DC4}"/>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A6C172BA-2366-7FA8-0B6E-9D42897A740C}"/>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D9B18F0A-2AE5-02CD-7482-192C5923BEB6}"/>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1F149159-0585-03C1-28B1-A4C0DE9A98FD}"/>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5BC2D2F0-8BD9-67C1-A076-40B751D91DC1}"/>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B66F1502-12E0-965C-55C3-4D2016C2C00F}"/>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4B6B1FD1-9297-FFDC-10CC-3FA0B91300F2}"/>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A55BAA01-C3F0-4A86-11B0-BD13BCA46D0B}"/>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7450B108-9DA9-7AFC-596D-7F7D1EA2DD8E}"/>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B181E2C3-059F-E306-8BBD-E2AF09FDEB51}"/>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B4C72C7F-C0CD-4CF6-A279-AC1F8BF0DA01}"/>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F01120E8-D35D-432E-8150-0A4D17B2628C}"/>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B237C63A-5786-B3F4-DE9F-2A1B6E4BAFA7}"/>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0F0A6BC3-2095-3924-D2BF-75D06D67AEDD}"/>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39F0DEBB-0EAF-8FF4-14CC-9A40D03F191D}"/>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A3634134-ACFC-2503-46A0-AB962E10C73A}"/>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3A46F118-91C5-001A-7CC3-4214A18F3829}"/>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B8A50515-5EAA-2052-8A08-7D61BD5D2F28}"/>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7DD862A2-D3E6-27B3-A7F4-E886304FC317}"/>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6EC4A847-B150-702C-0944-D69CD8154F9E}"/>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5D9D93BE-E2C9-BDEC-3C6A-4165ADEC2B95}"/>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1F4CC52D-B20D-051F-91A1-FCA851FCC06A}"/>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31D3D954-7DEF-6C80-3483-B82F16B50B7D}"/>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4B266D47-3DA1-25D7-A378-8D76FA8A2502}"/>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8F25967F-B6DF-7709-F535-9B19EF3CFBEF}"/>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7A648C46-D94D-A022-518F-45B0AA487A51}"/>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7FCA7B2B-29DB-3B06-34AA-1F8966F5E937}"/>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36AC9623-8AF7-4726-D136-0EEBADB21A66}"/>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1B9D3F56-1A7B-C83D-2B22-E5E44F2A6836}"/>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D3F977A6-C25F-7907-90D9-4AA3FDABF13E}"/>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6BB65E41-1344-00B4-B4A4-0671DF0A8663}"/>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88C1B01E-4BC7-6E0E-F0ED-A2EB7B5B0297}"/>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CCF0C93D-F50C-63B2-D96E-143E41E9580C}"/>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F9D7A9E1-66B5-72C5-C622-6BBA33B6A536}"/>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574703A3-4E1A-12F7-D3E7-4588E8EA718F}"/>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47A24893-4E14-DF11-3458-4D252E4F4D30}"/>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44D74C55-EDBD-7BE7-7587-21A2EEED899C}"/>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351F7536-90B5-9FF7-FFCE-B263C91DA3F5}"/>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C8B2B1C8-4997-A249-7430-2DC37F861681}"/>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64BBF6CF-A4B2-6C2F-C497-0735FD195AB1}"/>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3C3B220B-903F-0F89-B6E6-BC615FB4BAF4}"/>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F2AA5B10-5618-4FD5-4ADC-18EA1BD1A325}"/>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02BA7D7D-5DC5-A054-3826-092821289176}"/>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20623A70-B37C-1CCE-DB27-D06EEE47FA13}"/>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E940DBAD-95FE-4708-FC63-083D91EF8D6A}"/>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72142A3A-0E06-F6C1-1645-D9A6E3557F2F}"/>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8E9EA2F8-FF60-1A45-A7F2-E7E8C681077B}"/>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2F5952F6-EC05-77AD-9201-FB1C68E3D886}"/>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8022CAA0-2852-9754-BC0D-8035852953E8}"/>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0B0A4C4F-851E-67CE-84E0-C5909BDE2020}"/>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9F9C362B-2BDC-145A-7D2A-9903EA02E048}"/>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B18D48F8-D24B-1ADE-FD5D-A3C750525995}"/>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DFA537EE-456C-8C90-EEAB-1CC72DDF423D}"/>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808E960C-BE58-ACE6-3CBF-29CAE1E2B31F}"/>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163E3FB6-5B4B-012C-68AB-AB6C8558B2AF}"/>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BF3A57CD-9584-A9C5-C4F1-5097FE421073}"/>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5F4903C8-468B-7B6C-22DB-68AB010FF083}"/>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53244DF5-34A6-9514-82E9-B25A5E2B08FE}"/>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B142F484-00A5-D92C-2EB2-E2ED2636E0E7}"/>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3D7A4761-D5AD-AACF-A937-9787CCD31A4B}"/>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A22AF9DE-268B-089E-EA30-852F3B5B4250}"/>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2E843B52-04B2-A42B-AC30-FE41B300E930}"/>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CF6FE2D4-CC41-EC4D-E4A8-FFDCE0108122}"/>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702A6452-2E93-7007-85F3-F8100EF22CD0}"/>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5DCA930C-C487-926F-411E-0C55D3B7011F}"/>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5FCD1E37-B4A9-247F-D987-F9C5F1B7B8B2}"/>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0EBC9E30-3721-3718-3C24-0702D6C05C66}"/>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3C7C4075-34F1-22EB-0CC8-68224A5CFB67}"/>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A421E82C-ABBE-FC53-D0F2-144C13EDD4CC}"/>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ADD3ECC3-BAAE-A9BB-DFD5-217FD0E62814}"/>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07404F29-4C22-D003-2248-57CD65F14FC0}"/>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D3011730-2CCA-43F5-8AE4-BB2D044D97F5}"/>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5946236C-5D74-94A7-0F56-6E4D5AFD5EB7}"/>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2001A426-66FB-5FEB-D588-6D2F654CAE10}"/>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B69C603D-C004-7040-B1C6-3F83CB753B81}"/>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50C0BB77-90B1-8981-CA6C-82B9A103E1E1}"/>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5CC70086-248C-796C-1071-49B7058F11E3}"/>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C46EDC4C-90B3-28A1-CC5A-E609C9CC3612}"/>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026FE161-52FE-EDA3-8D5B-73527BA6C091}"/>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7A0ECE6C-F3F3-468C-8709-A16433435AE2}"/>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683F1AA6-9843-09A4-6107-0D2F8FE4B275}"/>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75CE937B-C9B9-D276-1CE8-F2D0D21CAD8E}"/>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4A148499-B406-0658-A682-60A179462BBC}"/>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7608EAF3-2CB8-DCFB-812E-98E58A8DB83C}"/>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281F00CF-50FB-747D-0504-749856E7E273}"/>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0DB3AD12-58E8-88C2-3663-869B60A0C24D}"/>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9E4F3FFB-1720-74DD-C1BC-6DBB25E10B21}"/>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D565DC35-8859-278C-9A9D-306912F01CAB}"/>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730B7D32-5483-3F34-A3B3-4F49CA5A1327}"/>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B8B21B99-DD90-121B-EDCB-EDE970596058}"/>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F2F731D2-81DA-444F-CCA1-98FC75665445}"/>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FCA580C8-D6AC-7A36-ABD9-EC4B4F8A4692}"/>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849BFF69-26FC-AB48-CFCF-DCE2F807E7FD}"/>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44121D67-C248-1A1D-832C-BC69ECA0A01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E2642277-53CF-B6BA-1402-EC52568DCD1C}"/>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0A2329F7-700F-79B6-EBA0-F271E6ECE99F}"/>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3897F2D3-C17B-7A72-53BB-56688B332466}"/>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98A37918-64B7-5546-FCCD-74D6C2E796DA}"/>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C1486EBD-A452-3E4F-24E8-A80F3683580A}"/>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DF45C985-416D-D21E-9CFA-0AB4BE169F87}"/>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9CAF6503-9C17-16D0-BEAF-A0573378D8A7}"/>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39D261BA-8BEA-98D2-5065-1A3732042258}"/>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AB39BE1B-BCE3-CB2F-DA7F-5668B4EDE483}"/>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384025AF-0148-88B6-83CE-CD9C4CD1D934}"/>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49C61B0B-FCB1-C874-A9B5-6B05AB1B5FA6}"/>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E08387EC-5F43-17B8-06A1-3FE02BC6BC44}"/>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88CC5940-170C-5DCF-2238-947B95CCB3A1}"/>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5BA6ABC3-2BC7-4D70-6337-D210DE5040F7}"/>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F9CD89EB-4193-7C51-C1D0-9550D879A243}"/>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4E6D7080-CC87-177E-B093-27B3403A03A7}"/>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84079319-20B3-3336-1C5D-18ABA51C4170}"/>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6DC02876-20EC-0653-197D-F7D24F4F5112}"/>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0AFBF4EF-8D1B-F90D-7148-6BD32B609E46}"/>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A5CFA698-D40C-39EA-0DAB-33520CAC1999}"/>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7E601997-0206-366B-42FE-DAB04B01987D}"/>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D5C4B092-7536-789E-9F68-0846128F8171}"/>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CDE7611E-366A-88E6-D75E-14F52DB66CB1}"/>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B5F5ED3C-AC1A-9495-1DBD-919B1019C8A2}"/>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B51ADB96-F000-2422-859C-550F7772D09E}"/>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52439111-D562-CC70-63B4-9A3CA5BE3A20}"/>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605B1CA7-5186-4CB0-11C7-CE5B360B4A45}"/>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6FE9A91C-7347-7D24-4368-59FD49738EDA}"/>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B7E86BDA-04B8-0159-6E7B-C3D084271E93}"/>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050EB5C2-E00B-CC27-1646-C7286BAD0B8E}"/>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5BD165C4-48BC-FAF4-8046-3A06CF3683EE}"/>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0F4410C4-0360-AC5F-28BB-674517B0F02B}"/>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DF639B74-ABB0-ACCE-0FF3-911933828F1D}"/>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FE00EAC2-46BB-D253-9CEA-9E7148AC58F6}"/>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95FEDE1C-877D-8E4A-0758-80426C049A5B}"/>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E09EB61F-8FD3-FE6D-8BF0-BDF4F4FB6D86}"/>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790F973C-0A5B-E448-C37E-09BF769E6A23}"/>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BE846378-78F2-D109-70EF-EEB8598458FE}"/>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F14E544E-602E-60D5-B5E6-0E119F3488C0}"/>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C5C05336-C828-D63B-30CC-7196154440FC}"/>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3155463C-255F-C9CE-C5A6-EA42B7C30583}"/>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2E8CFC6C-A98B-C9C7-9B1E-8FE078759BD3}"/>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D6031DD8-8017-03F0-AF80-654C8275880C}"/>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25F13DC7-E523-2199-E867-DC52EAB11CC4}"/>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3D47FC1F-1402-1884-9905-6267FC6858D9}"/>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D4539A40-602D-6969-ADED-18273ECED2DD}"/>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35DEC61E-6D9B-BDE4-F181-BB35471A7595}"/>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08C2AA59-7BB0-A05F-8985-7CA11DC0C49A}"/>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5F7F554D-195F-9C25-23D9-69D4409C11CD}"/>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79F8FE57-3705-8D6D-7700-1F7A8775FFC2}"/>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F8DA3C66-198E-E5EB-AE56-6F61575261F3}"/>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676F06D5-8223-5710-4F76-54EF68869F2A}"/>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D87F9014-2B15-9A81-972E-8D4DDA28CAF3}"/>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56F8C059-5BFF-B4A4-D6B2-5941432F4FC1}"/>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EDD45C84-A6EF-CE88-A994-4F1CF0A105ED}"/>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52B63276-E3BF-5917-75C1-07EDC5D4ECF6}"/>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26AF364C-6FFB-0D29-7AB0-73574125AD8E}"/>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1E725DDF-B899-9EFE-0538-5EE758CFBF39}"/>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9A4793A7-6248-889D-A9B4-09B7AF578B11}"/>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6AA94F31-8FA6-443F-AA70-31DB93DA8626}"/>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DC7F1D1F-D741-68EE-226F-D46AAE1C7527}"/>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844619F2-B14B-A806-027E-B81B46E9A988}"/>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716A8DF4-348E-7198-34D1-0021CBBEDE29}"/>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90830750-14AA-4389-0C53-DAFFF4779F69}"/>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DC6A0773-2220-1B4C-2274-62825D9F11A8}"/>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F2FB823A-2B18-C8AF-F1C3-0C4FF8338061}"/>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E24338F9-520D-C683-0B75-3E4D726A08C2}"/>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E3D797AE-8D19-1672-634B-C0C9E34CE93D}"/>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0CB10097-5DFD-561D-E670-698CA396030B}"/>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A442C7F9-DABB-8014-9320-76007A3ECB2C}"/>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6F86F046-321C-556E-E7FF-8924996560B6}"/>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302CFB03-3E7B-AC47-1D83-00946C47A452}"/>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F6E25928-5E74-BEE0-49A1-93113798F91D}"/>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53A70F81-AD30-7DE9-8B9F-B55CE5899362}"/>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8B82607E-513F-2FA3-A452-78C98F800C74}"/>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650FE7E9-74C2-C1D8-9389-85E3841DF9DF}"/>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CC46CDCD-704A-EAB3-6F0A-B8C5047373F5}"/>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851DF644-35AC-22D9-8C04-0C64AD1230F3}"/>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CE764D72-03AC-694D-3185-E110F8C1389E}"/>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5E9FAC43-807F-6C0C-5ED0-03C3BD55609F}"/>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1873C9BE-F09B-6C58-22C8-DB381767D7B5}"/>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67537DA7-92D7-2440-583B-D1D9A334710F}"/>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A2422254-0C4D-8390-A11B-F7B19DB809D8}"/>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A0A9A7CD-126F-58FF-559D-0F4C38A2F429}"/>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C30F2CEC-4845-88E0-E5B9-4A6A7C072758}"/>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D7287A14-03F4-D20E-4FF4-CBC305B79279}"/>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8E279C3C-5754-1D95-7352-5266B79BC151}"/>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2FDE5C9E-86A7-C36B-D12D-E78A05217137}"/>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42369325-AEBC-717A-791F-1B460B0C7C3E}"/>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F92F2096-1AC7-4B0C-1CAC-C8A91B5D0402}"/>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891D2844-71C4-48BD-905E-21FEECACBDE0}"/>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2789EA44-3DC6-A19D-5853-998443313BCD}"/>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E3C47C86-1073-2BA8-FF6E-0EDD0525BC4E}"/>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371BA61A-F889-EDD1-673A-C359DD0BC554}"/>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B8BD623D-41D9-A91F-D5DB-63C1017DA885}"/>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1663FD1E-C0CD-28B9-0435-E41F686EE58B}"/>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F0CC23FD-BEF8-0B95-794F-848026B2A205}"/>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F546819A-2C29-C7E5-F144-4AA23566E5EA}"/>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3EB579A8-F695-C739-681A-054B3401EC1C}"/>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8031BB3F-46E1-8599-8049-1752FE456D9F}"/>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0A622159-BF66-57D5-B014-41CD1D51D07A}"/>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D4058B5E-83E6-B9DD-8F41-99841D7B58B5}"/>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0DBE1AC5-904F-340D-D256-60D836F8CE15}"/>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ED7B467F-2ECE-5AAB-85EB-1EB246B012EC}"/>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551B45F2-A14A-10CD-C0FD-589945B6FFE9}"/>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9A2FC663-7672-09F7-41A0-209FC9D91152}"/>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1C18209A-241D-8559-8A8B-B07A5127830F}"/>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BE92E12A-141E-85AB-84EF-7694718D078C}"/>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DCF2D28F-E6F3-38CC-261D-DE12201B3680}"/>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78EBC986-2BD3-FAED-61F4-05FE03A8519E}"/>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AB53DE5D-BFBE-200E-BE8F-C6D1DFFEDB82}"/>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3B42AC57-B6D5-B825-90B2-C5DAF76E2931}"/>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0171B290-8DB9-9234-DC79-6B5EDC7A362B}"/>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96C41086-A91D-C8B6-BECA-CB40DCD04653}"/>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D8F1E71E-686A-B6FC-1DAF-66548ECEAD44}"/>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7E41FFC6-5E1A-0900-32E4-29E6C57E3F5A}"/>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9C11B853-6E00-DA94-B7D8-3A05ED3368A4}"/>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012F694E-469B-DA55-2168-394EB0F62F64}"/>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9FB487FC-BB10-9D6E-A629-7AA8BDBF12BA}"/>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EAAC41FE-836E-F613-DCD2-3D666FFDDE6B}"/>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EF67D57E-7AAF-0569-3679-2F7B3FD16AD8}"/>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79AA6BBD-91A7-3697-DFC6-2AA570F6A252}"/>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E936F72D-7BB9-4A2B-1298-60A26BF075EF}"/>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A7E821F7-6029-255B-FD62-3D3E7BDE8C5F}"/>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BFD61291-9EC7-F964-D617-010A6875AE38}"/>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B0E85CF5-A128-9E37-1837-BA7B9F9D41E0}"/>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3E278F36-5A68-ECD4-C8D5-B050C86C2B92}"/>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E51D2D0C-3A42-2EC0-782F-47B8874B798E}"/>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13C190D6-2F9B-E210-6DAE-08D72559D780}"/>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99E4DD1D-D0B7-3108-F054-02E0B7FC14A9}"/>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3248F64C-AD7E-6E35-DC16-6439ACDEE9E7}"/>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53F32DBC-7A31-5813-94A5-1E4A4EEC3C26}"/>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2FD8700D-F8C6-B321-6527-58AF13201E58}"/>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C2A68855-4C34-13BF-B11F-7A7656470998}"/>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DD50E21D-98E5-1C27-7196-C97DE5DDC9D4}"/>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E50B7A45-35E5-C7BE-99E3-4B1BE89B68C9}"/>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tx2">
                    <a:lumMod val="90000"/>
                    <a:lumOff val="1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pic>
        <p:nvPicPr>
          <p:cNvPr id="2" name="!!icon 2" descr="FaMobileAlt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Digital Banking — Meaning and Evolution</a:t>
            </a:r>
          </a:p>
        </p:txBody>
      </p:sp>
      <p:sp>
        <p:nvSpPr>
          <p:cNvPr id="4" name="Heading 4"/>
          <p:cNvSpPr txBox="1"/>
          <p:nvPr/>
        </p:nvSpPr>
        <p:spPr>
          <a:xfrm>
            <a:off x="548640" y="1143000"/>
            <a:ext cx="11091672" cy="365760"/>
          </a:xfrm>
          <a:prstGeom prst="rect">
            <a:avLst/>
          </a:prstGeom>
          <a:noFill/>
        </p:spPr>
        <p:txBody>
          <a:bodyPr wrap="square" lIns="45720" tIns="27432" rIns="45720" bIns="27432" anchor="ctr">
            <a:noAutofit/>
          </a:bodyPr>
          <a:lstStyle/>
          <a:p>
            <a:pPr algn="l">
              <a:spcAft>
                <a:spcPts val="0"/>
              </a:spcAft>
              <a:buNone/>
            </a:pPr>
            <a:r>
              <a:rPr lang="en-IN" sz="1800" b="1" i="0" dirty="0">
                <a:solidFill>
                  <a:srgbClr val="FFFF00"/>
                </a:solidFill>
                <a:latin typeface="Times New Roman"/>
                <a:cs typeface="Times New Roman"/>
              </a:rPr>
              <a:t>Evolution of banking services</a:t>
            </a:r>
          </a:p>
        </p:txBody>
      </p:sp>
      <p:sp>
        <p:nvSpPr>
          <p:cNvPr id="6" name="Chevron 6"/>
          <p:cNvSpPr/>
          <p:nvPr/>
        </p:nvSpPr>
        <p:spPr>
          <a:xfrm>
            <a:off x="548640" y="1554480"/>
            <a:ext cx="2300000" cy="1143000"/>
          </a:xfrm>
          <a:prstGeom prst="chevron">
            <a:avLst>
              <a:gd name="adj" fmla="val 25000"/>
            </a:avLst>
          </a:prstGeom>
          <a:solidFill>
            <a:srgbClr val="7141EF"/>
          </a:solidFill>
          <a:ln w="9525">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329184" tIns="27432" rIns="256032" bIns="27432" rtlCol="0" anchor="ctr"/>
          <a:lstStyle/>
          <a:p>
            <a:pPr algn="ctr">
              <a:spcAft>
                <a:spcPts val="0"/>
              </a:spcAft>
              <a:buNone/>
            </a:pPr>
            <a:r>
              <a:rPr lang="en-IN" sz="2400" b="1" i="0" dirty="0">
                <a:solidFill>
                  <a:srgbClr val="FFFFFF"/>
                </a:solidFill>
                <a:latin typeface="Times New Roman"/>
                <a:cs typeface="Times New Roman"/>
              </a:rPr>
              <a:t>1</a:t>
            </a:r>
          </a:p>
          <a:p>
            <a:pPr algn="ctr">
              <a:spcAft>
                <a:spcPts val="0"/>
              </a:spcAft>
              <a:buNone/>
            </a:pPr>
            <a:r>
              <a:rPr lang="en-IN" sz="2000" b="0" i="0" dirty="0">
                <a:solidFill>
                  <a:srgbClr val="FFFFFF"/>
                </a:solidFill>
                <a:latin typeface="Times New Roman"/>
                <a:cs typeface="Times New Roman"/>
              </a:rPr>
              <a:t>Traditional branches</a:t>
            </a:r>
          </a:p>
        </p:txBody>
      </p:sp>
      <p:sp>
        <p:nvSpPr>
          <p:cNvPr id="8" name="Chevron 8"/>
          <p:cNvSpPr/>
          <p:nvPr/>
        </p:nvSpPr>
        <p:spPr>
          <a:xfrm>
            <a:off x="2746558" y="1554480"/>
            <a:ext cx="2300000" cy="1143000"/>
          </a:xfrm>
          <a:prstGeom prst="chevron">
            <a:avLst>
              <a:gd name="adj" fmla="val 25000"/>
            </a:avLst>
          </a:prstGeom>
          <a:solidFill>
            <a:srgbClr val="7141EF"/>
          </a:solidFill>
          <a:ln w="9525">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329184" tIns="27432" rIns="256032" bIns="27432" rtlCol="0" anchor="ctr"/>
          <a:lstStyle/>
          <a:p>
            <a:pPr algn="ctr">
              <a:spcAft>
                <a:spcPts val="0"/>
              </a:spcAft>
              <a:buNone/>
            </a:pPr>
            <a:r>
              <a:rPr lang="en-IN" sz="2400" b="1" i="0" dirty="0">
                <a:solidFill>
                  <a:srgbClr val="FFFFFF"/>
                </a:solidFill>
                <a:latin typeface="Times New Roman"/>
                <a:cs typeface="Times New Roman"/>
              </a:rPr>
              <a:t>2</a:t>
            </a:r>
          </a:p>
          <a:p>
            <a:pPr algn="ctr">
              <a:spcAft>
                <a:spcPts val="0"/>
              </a:spcAft>
              <a:buNone/>
            </a:pPr>
            <a:r>
              <a:rPr lang="en-IN" sz="2000" b="0" i="0" dirty="0">
                <a:solidFill>
                  <a:srgbClr val="FFFFFF"/>
                </a:solidFill>
                <a:latin typeface="Times New Roman"/>
                <a:cs typeface="Times New Roman"/>
              </a:rPr>
              <a:t>ATMs</a:t>
            </a:r>
          </a:p>
        </p:txBody>
      </p:sp>
      <p:sp>
        <p:nvSpPr>
          <p:cNvPr id="10" name="Chevron 10"/>
          <p:cNvSpPr/>
          <p:nvPr/>
        </p:nvSpPr>
        <p:spPr>
          <a:xfrm>
            <a:off x="4944476" y="1554480"/>
            <a:ext cx="2300000" cy="1143000"/>
          </a:xfrm>
          <a:prstGeom prst="chevron">
            <a:avLst>
              <a:gd name="adj" fmla="val 25000"/>
            </a:avLst>
          </a:prstGeom>
          <a:solidFill>
            <a:srgbClr val="7141EF"/>
          </a:solidFill>
          <a:ln w="9525">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329184" tIns="27432" rIns="256032" bIns="27432" rtlCol="0" anchor="ctr"/>
          <a:lstStyle/>
          <a:p>
            <a:pPr algn="ctr">
              <a:spcAft>
                <a:spcPts val="0"/>
              </a:spcAft>
              <a:buNone/>
            </a:pPr>
            <a:r>
              <a:rPr lang="en-IN" sz="2400" b="1" i="0" dirty="0">
                <a:solidFill>
                  <a:srgbClr val="FFFFFF"/>
                </a:solidFill>
                <a:latin typeface="Times New Roman"/>
                <a:cs typeface="Times New Roman"/>
              </a:rPr>
              <a:t>3</a:t>
            </a:r>
          </a:p>
          <a:p>
            <a:pPr algn="ctr">
              <a:spcAft>
                <a:spcPts val="0"/>
              </a:spcAft>
              <a:buNone/>
            </a:pPr>
            <a:r>
              <a:rPr lang="en-IN" sz="2000" b="0" i="0" dirty="0">
                <a:solidFill>
                  <a:srgbClr val="FFFFFF"/>
                </a:solidFill>
                <a:latin typeface="Times New Roman"/>
                <a:cs typeface="Times New Roman"/>
              </a:rPr>
              <a:t>Internet banking</a:t>
            </a:r>
          </a:p>
        </p:txBody>
      </p:sp>
      <p:sp>
        <p:nvSpPr>
          <p:cNvPr id="12" name="Chevron 12"/>
          <p:cNvSpPr/>
          <p:nvPr/>
        </p:nvSpPr>
        <p:spPr>
          <a:xfrm>
            <a:off x="7142394" y="1554480"/>
            <a:ext cx="2300000" cy="1143000"/>
          </a:xfrm>
          <a:prstGeom prst="chevron">
            <a:avLst>
              <a:gd name="adj" fmla="val 25000"/>
            </a:avLst>
          </a:prstGeom>
          <a:solidFill>
            <a:srgbClr val="7141EF"/>
          </a:solidFill>
          <a:ln w="9525">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329184" tIns="27432" rIns="256032" bIns="27432" rtlCol="0" anchor="ctr"/>
          <a:lstStyle/>
          <a:p>
            <a:pPr algn="ctr">
              <a:spcAft>
                <a:spcPts val="0"/>
              </a:spcAft>
              <a:buNone/>
            </a:pPr>
            <a:r>
              <a:rPr lang="en-IN" sz="2400" b="1" i="0" dirty="0">
                <a:solidFill>
                  <a:srgbClr val="FFFFFF"/>
                </a:solidFill>
                <a:latin typeface="Times New Roman"/>
                <a:cs typeface="Times New Roman"/>
              </a:rPr>
              <a:t>4</a:t>
            </a:r>
          </a:p>
          <a:p>
            <a:pPr algn="ctr">
              <a:spcAft>
                <a:spcPts val="0"/>
              </a:spcAft>
              <a:buNone/>
            </a:pPr>
            <a:r>
              <a:rPr lang="en-IN" sz="2000" b="0" i="0" dirty="0">
                <a:solidFill>
                  <a:srgbClr val="FFFFFF"/>
                </a:solidFill>
                <a:latin typeface="Times New Roman"/>
                <a:cs typeface="Times New Roman"/>
              </a:rPr>
              <a:t>Mobile applications</a:t>
            </a:r>
          </a:p>
        </p:txBody>
      </p:sp>
      <p:sp>
        <p:nvSpPr>
          <p:cNvPr id="14" name="Chevron 14"/>
          <p:cNvSpPr/>
          <p:nvPr/>
        </p:nvSpPr>
        <p:spPr>
          <a:xfrm>
            <a:off x="9340312" y="1554480"/>
            <a:ext cx="2300000" cy="1143000"/>
          </a:xfrm>
          <a:prstGeom prst="chevron">
            <a:avLst>
              <a:gd name="adj" fmla="val 25000"/>
            </a:avLst>
          </a:prstGeom>
          <a:solidFill>
            <a:srgbClr val="7141EF"/>
          </a:solidFill>
          <a:ln w="9525">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lIns="329184" tIns="27432" rIns="256032" bIns="27432" rtlCol="0" anchor="ctr"/>
          <a:lstStyle/>
          <a:p>
            <a:pPr algn="ctr">
              <a:spcAft>
                <a:spcPts val="0"/>
              </a:spcAft>
              <a:buNone/>
            </a:pPr>
            <a:r>
              <a:rPr lang="en-IN" sz="2400" b="1" i="0" dirty="0">
                <a:solidFill>
                  <a:srgbClr val="FFFFFF"/>
                </a:solidFill>
                <a:latin typeface="Times New Roman"/>
                <a:cs typeface="Times New Roman"/>
              </a:rPr>
              <a:t>5</a:t>
            </a:r>
          </a:p>
          <a:p>
            <a:pPr algn="ctr">
              <a:spcAft>
                <a:spcPts val="0"/>
              </a:spcAft>
              <a:buNone/>
            </a:pPr>
            <a:r>
              <a:rPr lang="en-IN" sz="2000" b="0" i="0" dirty="0">
                <a:solidFill>
                  <a:srgbClr val="FFFFFF"/>
                </a:solidFill>
                <a:latin typeface="Times New Roman"/>
                <a:cs typeface="Times New Roman"/>
              </a:rPr>
              <a:t>UPI payments</a:t>
            </a:r>
          </a:p>
        </p:txBody>
      </p:sp>
      <p:sp>
        <p:nvSpPr>
          <p:cNvPr id="16" name="Heading 16"/>
          <p:cNvSpPr txBox="1"/>
          <p:nvPr/>
        </p:nvSpPr>
        <p:spPr>
          <a:xfrm>
            <a:off x="731520" y="3000000"/>
            <a:ext cx="5074920" cy="365760"/>
          </a:xfrm>
          <a:prstGeom prst="rect">
            <a:avLst/>
          </a:prstGeom>
          <a:noFill/>
        </p:spPr>
        <p:txBody>
          <a:bodyPr wrap="square" lIns="45720" tIns="27432" rIns="45720" bIns="27432" anchor="ctr">
            <a:noAutofit/>
          </a:bodyPr>
          <a:lstStyle/>
          <a:p>
            <a:pPr algn="l">
              <a:spcAft>
                <a:spcPts val="0"/>
              </a:spcAft>
              <a:buNone/>
            </a:pPr>
            <a:r>
              <a:rPr lang="en-IN" sz="2400" b="1" i="0" dirty="0">
                <a:solidFill>
                  <a:srgbClr val="B9A5FF"/>
                </a:solidFill>
                <a:latin typeface="Times New Roman"/>
                <a:cs typeface="Times New Roman"/>
              </a:rPr>
              <a:t>What digital banking provides</a:t>
            </a:r>
          </a:p>
        </p:txBody>
      </p:sp>
      <p:sp>
        <p:nvSpPr>
          <p:cNvPr id="17" name="TextBox 17"/>
          <p:cNvSpPr txBox="1"/>
          <p:nvPr/>
        </p:nvSpPr>
        <p:spPr>
          <a:xfrm>
            <a:off x="731520" y="3400000"/>
            <a:ext cx="5074920" cy="1500000"/>
          </a:xfrm>
          <a:prstGeom prst="rect">
            <a:avLst/>
          </a:prstGeom>
          <a:noFill/>
        </p:spPr>
        <p:txBody>
          <a:bodyPr wrap="square" lIns="45720" tIns="27432" rIns="45720" bIns="27432" anchor="t">
            <a:noAutofit/>
          </a:bodyPr>
          <a:lstStyle/>
          <a:p>
            <a:pPr marL="201168" indent="-201168" algn="l">
              <a:spcAft>
                <a:spcPts val="700"/>
              </a:spcAft>
              <a:buFont typeface="Arial"/>
              <a:buChar char="•"/>
            </a:pPr>
            <a:r>
              <a:rPr lang="en-IN" sz="2000" b="0" i="0" dirty="0">
                <a:solidFill>
                  <a:srgbClr val="FFFFFF"/>
                </a:solidFill>
                <a:latin typeface="Times New Roman"/>
                <a:cs typeface="Times New Roman"/>
              </a:rPr>
              <a:t>Digital banking provides banking services through electronic platforms.</a:t>
            </a:r>
          </a:p>
          <a:p>
            <a:pPr marL="201168" indent="-201168" algn="l">
              <a:spcAft>
                <a:spcPts val="0"/>
              </a:spcAft>
              <a:buFont typeface="Arial"/>
              <a:buChar char="•"/>
            </a:pPr>
            <a:r>
              <a:rPr lang="en-IN" sz="2000" b="0" i="0" dirty="0">
                <a:solidFill>
                  <a:srgbClr val="FFFFFF"/>
                </a:solidFill>
                <a:latin typeface="Times New Roman"/>
                <a:cs typeface="Times New Roman"/>
              </a:rPr>
              <a:t>Customers can check balances, transfer money and pay bills online.</a:t>
            </a:r>
          </a:p>
        </p:txBody>
      </p:sp>
      <p:sp>
        <p:nvSpPr>
          <p:cNvPr id="19" name="Oval 19"/>
          <p:cNvSpPr/>
          <p:nvPr/>
        </p:nvSpPr>
        <p:spPr>
          <a:xfrm>
            <a:off x="1295060" y="4920000"/>
            <a:ext cx="502920" cy="5029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0" name="Picture 20" descr="FaSearchDollar icon"/>
          <p:cNvPicPr>
            <a:picLocks noChangeAspect="1"/>
          </p:cNvPicPr>
          <p:nvPr/>
        </p:nvPicPr>
        <p:blipFill>
          <a:blip r:embed="rId4"/>
          <a:stretch>
            <a:fillRect/>
          </a:stretch>
        </p:blipFill>
        <p:spPr>
          <a:xfrm>
            <a:off x="1415760" y="5040700"/>
            <a:ext cx="261518" cy="261518"/>
          </a:xfrm>
          <a:prstGeom prst="rect">
            <a:avLst/>
          </a:prstGeom>
        </p:spPr>
      </p:pic>
      <p:sp>
        <p:nvSpPr>
          <p:cNvPr id="21" name="TextBox 21"/>
          <p:cNvSpPr txBox="1"/>
          <p:nvPr/>
        </p:nvSpPr>
        <p:spPr>
          <a:xfrm>
            <a:off x="731520" y="5440000"/>
            <a:ext cx="1630000" cy="600000"/>
          </a:xfrm>
          <a:prstGeom prst="rect">
            <a:avLst/>
          </a:prstGeom>
          <a:noFill/>
        </p:spPr>
        <p:txBody>
          <a:bodyPr wrap="square" lIns="45720" tIns="27432" rIns="45720" bIns="27432" anchor="t">
            <a:noAutofit/>
          </a:bodyPr>
          <a:lstStyle/>
          <a:p>
            <a:pPr algn="ctr">
              <a:spcAft>
                <a:spcPts val="0"/>
              </a:spcAft>
              <a:buNone/>
            </a:pPr>
            <a:r>
              <a:rPr lang="en-IN" sz="1400" b="1" i="0" dirty="0">
                <a:solidFill>
                  <a:srgbClr val="FFFFFF"/>
                </a:solidFill>
                <a:latin typeface="Times New Roman"/>
                <a:cs typeface="Times New Roman"/>
              </a:rPr>
              <a:t>Check balances</a:t>
            </a:r>
          </a:p>
        </p:txBody>
      </p:sp>
      <p:sp>
        <p:nvSpPr>
          <p:cNvPr id="23" name="Oval 23"/>
          <p:cNvSpPr/>
          <p:nvPr/>
        </p:nvSpPr>
        <p:spPr>
          <a:xfrm>
            <a:off x="3017060" y="4920000"/>
            <a:ext cx="502920" cy="5029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4" name="Picture 24" descr="FaExchangeAlt icon"/>
          <p:cNvPicPr>
            <a:picLocks noChangeAspect="1"/>
          </p:cNvPicPr>
          <p:nvPr/>
        </p:nvPicPr>
        <p:blipFill>
          <a:blip r:embed="rId5"/>
          <a:stretch>
            <a:fillRect/>
          </a:stretch>
        </p:blipFill>
        <p:spPr>
          <a:xfrm>
            <a:off x="3137760" y="5040700"/>
            <a:ext cx="261518" cy="261518"/>
          </a:xfrm>
          <a:prstGeom prst="rect">
            <a:avLst/>
          </a:prstGeom>
        </p:spPr>
      </p:pic>
      <p:sp>
        <p:nvSpPr>
          <p:cNvPr id="25" name="TextBox 25"/>
          <p:cNvSpPr txBox="1"/>
          <p:nvPr/>
        </p:nvSpPr>
        <p:spPr>
          <a:xfrm>
            <a:off x="2453520" y="5440000"/>
            <a:ext cx="1630000" cy="600000"/>
          </a:xfrm>
          <a:prstGeom prst="rect">
            <a:avLst/>
          </a:prstGeom>
          <a:noFill/>
        </p:spPr>
        <p:txBody>
          <a:bodyPr wrap="square" lIns="45720" tIns="27432" rIns="45720" bIns="27432" anchor="t">
            <a:noAutofit/>
          </a:bodyPr>
          <a:lstStyle/>
          <a:p>
            <a:pPr algn="ctr">
              <a:spcAft>
                <a:spcPts val="0"/>
              </a:spcAft>
              <a:buNone/>
            </a:pPr>
            <a:r>
              <a:rPr lang="en-IN" sz="1400" b="1" i="0" dirty="0">
                <a:solidFill>
                  <a:srgbClr val="FFFFFF"/>
                </a:solidFill>
                <a:latin typeface="Times New Roman"/>
                <a:cs typeface="Times New Roman"/>
              </a:rPr>
              <a:t>Transfer money</a:t>
            </a:r>
          </a:p>
        </p:txBody>
      </p:sp>
      <p:sp>
        <p:nvSpPr>
          <p:cNvPr id="27" name="Oval 27"/>
          <p:cNvSpPr/>
          <p:nvPr/>
        </p:nvSpPr>
        <p:spPr>
          <a:xfrm>
            <a:off x="4739060" y="4920000"/>
            <a:ext cx="502920" cy="5029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8" name="Picture 28" descr="FaFileInvoiceDollar icon"/>
          <p:cNvPicPr>
            <a:picLocks noChangeAspect="1"/>
          </p:cNvPicPr>
          <p:nvPr/>
        </p:nvPicPr>
        <p:blipFill>
          <a:blip r:embed="rId6"/>
          <a:stretch>
            <a:fillRect/>
          </a:stretch>
        </p:blipFill>
        <p:spPr>
          <a:xfrm>
            <a:off x="4859760" y="5040700"/>
            <a:ext cx="261518" cy="261518"/>
          </a:xfrm>
          <a:prstGeom prst="rect">
            <a:avLst/>
          </a:prstGeom>
        </p:spPr>
      </p:pic>
      <p:sp>
        <p:nvSpPr>
          <p:cNvPr id="29" name="TextBox 29"/>
          <p:cNvSpPr txBox="1"/>
          <p:nvPr/>
        </p:nvSpPr>
        <p:spPr>
          <a:xfrm>
            <a:off x="4175520" y="5440000"/>
            <a:ext cx="1630000" cy="600000"/>
          </a:xfrm>
          <a:prstGeom prst="rect">
            <a:avLst/>
          </a:prstGeom>
          <a:noFill/>
        </p:spPr>
        <p:txBody>
          <a:bodyPr wrap="square" lIns="45720" tIns="27432" rIns="45720" bIns="27432" anchor="t">
            <a:noAutofit/>
          </a:bodyPr>
          <a:lstStyle/>
          <a:p>
            <a:pPr algn="ctr">
              <a:spcAft>
                <a:spcPts val="0"/>
              </a:spcAft>
              <a:buNone/>
            </a:pPr>
            <a:r>
              <a:rPr lang="en-IN" sz="1400" b="1" i="0" dirty="0">
                <a:solidFill>
                  <a:srgbClr val="FFFFFF"/>
                </a:solidFill>
                <a:latin typeface="Times New Roman"/>
                <a:cs typeface="Times New Roman"/>
              </a:rPr>
              <a:t>Pay bills online</a:t>
            </a:r>
          </a:p>
        </p:txBody>
      </p:sp>
      <p:sp>
        <p:nvSpPr>
          <p:cNvPr id="31" name="Heading 31"/>
          <p:cNvSpPr txBox="1"/>
          <p:nvPr/>
        </p:nvSpPr>
        <p:spPr>
          <a:xfrm>
            <a:off x="6400800" y="3000000"/>
            <a:ext cx="5040000" cy="36576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B9A5FF"/>
                </a:solidFill>
                <a:latin typeface="Times New Roman"/>
                <a:cs typeface="Times New Roman"/>
              </a:rPr>
              <a:t>Why it matters in India</a:t>
            </a:r>
          </a:p>
        </p:txBody>
      </p:sp>
      <p:sp>
        <p:nvSpPr>
          <p:cNvPr id="32" name="Oval 32"/>
          <p:cNvSpPr/>
          <p:nvPr/>
        </p:nvSpPr>
        <p:spPr>
          <a:xfrm>
            <a:off x="6400800" y="356000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33" name="Picture 33" descr="FaQrcode icon"/>
          <p:cNvPicPr>
            <a:picLocks noChangeAspect="1"/>
          </p:cNvPicPr>
          <p:nvPr/>
        </p:nvPicPr>
        <p:blipFill>
          <a:blip r:embed="rId7"/>
          <a:stretch>
            <a:fillRect/>
          </a:stretch>
        </p:blipFill>
        <p:spPr>
          <a:xfrm>
            <a:off x="6554419" y="3713619"/>
            <a:ext cx="332841" cy="332841"/>
          </a:xfrm>
          <a:prstGeom prst="rect">
            <a:avLst/>
          </a:prstGeom>
        </p:spPr>
      </p:pic>
      <p:sp>
        <p:nvSpPr>
          <p:cNvPr id="34" name="TextBox 34"/>
          <p:cNvSpPr txBox="1"/>
          <p:nvPr/>
        </p:nvSpPr>
        <p:spPr>
          <a:xfrm>
            <a:off x="7223760" y="3440000"/>
            <a:ext cx="4300000" cy="88000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UPI has made digital payments faster and more convenient in India.</a:t>
            </a:r>
          </a:p>
        </p:txBody>
      </p:sp>
      <p:sp>
        <p:nvSpPr>
          <p:cNvPr id="35" name="Oval 35"/>
          <p:cNvSpPr/>
          <p:nvPr/>
        </p:nvSpPr>
        <p:spPr>
          <a:xfrm>
            <a:off x="6400800" y="494000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36" name="Picture 36" descr="FaStore icon"/>
          <p:cNvPicPr>
            <a:picLocks noChangeAspect="1"/>
          </p:cNvPicPr>
          <p:nvPr/>
        </p:nvPicPr>
        <p:blipFill>
          <a:blip r:embed="rId8"/>
          <a:stretch>
            <a:fillRect/>
          </a:stretch>
        </p:blipFill>
        <p:spPr>
          <a:xfrm>
            <a:off x="6554419" y="5093619"/>
            <a:ext cx="332841" cy="332841"/>
          </a:xfrm>
          <a:prstGeom prst="rect">
            <a:avLst/>
          </a:prstGeom>
        </p:spPr>
      </p:pic>
      <p:sp>
        <p:nvSpPr>
          <p:cNvPr id="37" name="TextBox 37"/>
          <p:cNvSpPr txBox="1"/>
          <p:nvPr/>
        </p:nvSpPr>
        <p:spPr>
          <a:xfrm>
            <a:off x="7223760" y="4820000"/>
            <a:ext cx="4300000" cy="88000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Digital banking reduces the need to visit bank branches.</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Soft Blue Left"/>
          <p:cNvSpPr/>
          <p:nvPr/>
        </p:nvSpPr>
        <p:spPr>
          <a:xfrm>
            <a:off x="-1828800" y="3840480"/>
            <a:ext cx="8229600" cy="4206240"/>
          </a:xfrm>
          <a:prstGeom prst="ellipse">
            <a:avLst/>
          </a:prstGeom>
          <a:solidFill>
            <a:srgbClr val="DCEBFA">
              <a:alpha val="55000"/>
            </a:srgbClr>
          </a:solidFill>
          <a:ln w="12700">
            <a:solidFill>
              <a:srgbClr val="DCEBFA">
                <a:alpha val="0"/>
              </a:srgbClr>
            </a:solidFill>
            <a:prstDash val="solid"/>
          </a:ln>
        </p:spPr>
      </p:sp>
      <p:sp>
        <p:nvSpPr>
          <p:cNvPr id="3" name="BG Soft Blue Top"/>
          <p:cNvSpPr/>
          <p:nvPr/>
        </p:nvSpPr>
        <p:spPr>
          <a:xfrm>
            <a:off x="5486400" y="-2011680"/>
            <a:ext cx="8229600" cy="4206240"/>
          </a:xfrm>
          <a:prstGeom prst="ellipse">
            <a:avLst/>
          </a:prstGeom>
          <a:solidFill>
            <a:srgbClr val="E6F1FD">
              <a:alpha val="60000"/>
            </a:srgbClr>
          </a:solidFill>
          <a:ln w="12700">
            <a:solidFill>
              <a:srgbClr val="E6F1FD">
                <a:alpha val="0"/>
              </a:srgbClr>
            </a:solidFill>
            <a:prstDash val="solid"/>
          </a:ln>
        </p:spPr>
      </p:sp>
      <p:sp>
        <p:nvSpPr>
          <p:cNvPr id="4" name="Accent Top-Left Gold"/>
          <p:cNvSpPr/>
          <p:nvPr/>
        </p:nvSpPr>
        <p:spPr>
          <a:xfrm>
            <a:off x="0" y="0"/>
            <a:ext cx="2286000" cy="1097280"/>
          </a:xfrm>
          <a:custGeom>
            <a:avLst/>
            <a:gdLst/>
            <a:ahLst/>
            <a:cxnLst/>
            <a:rect l="l" t="t" r="r" b="b"/>
            <a:pathLst>
              <a:path w="2286000" h="1097280">
                <a:moveTo>
                  <a:pt x="0" y="0"/>
                </a:moveTo>
                <a:lnTo>
                  <a:pt x="2286000" y="0"/>
                </a:lnTo>
                <a:cubicBezTo>
                  <a:pt x="1280160" y="365760"/>
                  <a:pt x="457200" y="685800"/>
                  <a:pt x="0" y="1051560"/>
                </a:cubicBezTo>
                <a:close/>
              </a:path>
            </a:pathLst>
          </a:custGeom>
          <a:solidFill>
            <a:srgbClr val="FFC533"/>
          </a:solidFill>
          <a:ln w="3175">
            <a:solidFill>
              <a:srgbClr val="FFC533"/>
            </a:solidFill>
            <a:prstDash val="solid"/>
          </a:ln>
        </p:spPr>
      </p:sp>
      <p:sp>
        <p:nvSpPr>
          <p:cNvPr id="5" name="Accent Top-Left Navy"/>
          <p:cNvSpPr/>
          <p:nvPr/>
        </p:nvSpPr>
        <p:spPr>
          <a:xfrm>
            <a:off x="0" y="0"/>
            <a:ext cx="2103120" cy="960120"/>
          </a:xfrm>
          <a:custGeom>
            <a:avLst/>
            <a:gdLst/>
            <a:ahLst/>
            <a:cxnLst/>
            <a:rect l="l" t="t" r="r" b="b"/>
            <a:pathLst>
              <a:path w="2103120" h="960120">
                <a:moveTo>
                  <a:pt x="0" y="0"/>
                </a:moveTo>
                <a:lnTo>
                  <a:pt x="2011680" y="0"/>
                </a:lnTo>
                <a:cubicBezTo>
                  <a:pt x="1143000" y="320040"/>
                  <a:pt x="411480" y="594360"/>
                  <a:pt x="0" y="932688"/>
                </a:cubicBezTo>
                <a:close/>
              </a:path>
            </a:pathLst>
          </a:custGeom>
          <a:solidFill>
            <a:srgbClr val="0B2854"/>
          </a:solidFill>
          <a:ln w="3175">
            <a:solidFill>
              <a:srgbClr val="0B2854"/>
            </a:solidFill>
            <a:prstDash val="solid"/>
          </a:ln>
        </p:spPr>
      </p:sp>
      <p:sp>
        <p:nvSpPr>
          <p:cNvPr id="9" name="Watermark Roof"/>
          <p:cNvSpPr/>
          <p:nvPr/>
        </p:nvSpPr>
        <p:spPr>
          <a:xfrm>
            <a:off x="10469880" y="329184"/>
            <a:ext cx="1188720" cy="292608"/>
          </a:xfrm>
          <a:prstGeom prst="triangle">
            <a:avLst/>
          </a:prstGeom>
          <a:solidFill>
            <a:srgbClr val="C9D6EA">
              <a:alpha val="65000"/>
            </a:srgbClr>
          </a:solidFill>
          <a:ln w="12700">
            <a:solidFill>
              <a:srgbClr val="C9D6EA">
                <a:alpha val="0"/>
              </a:srgbClr>
            </a:solidFill>
            <a:prstDash val="solid"/>
          </a:ln>
        </p:spPr>
      </p:sp>
      <p:sp>
        <p:nvSpPr>
          <p:cNvPr id="10" name="Watermark Cornice"/>
          <p:cNvSpPr/>
          <p:nvPr/>
        </p:nvSpPr>
        <p:spPr>
          <a:xfrm>
            <a:off x="10515600" y="640080"/>
            <a:ext cx="1097280" cy="64008"/>
          </a:xfrm>
          <a:prstGeom prst="rect">
            <a:avLst/>
          </a:prstGeom>
          <a:solidFill>
            <a:srgbClr val="C9D6EA">
              <a:alpha val="65000"/>
            </a:srgbClr>
          </a:solidFill>
          <a:ln w="12700">
            <a:solidFill>
              <a:srgbClr val="C9D6EA">
                <a:alpha val="0"/>
              </a:srgbClr>
            </a:solidFill>
            <a:prstDash val="solid"/>
          </a:ln>
        </p:spPr>
      </p:sp>
      <p:sp>
        <p:nvSpPr>
          <p:cNvPr id="11" name="Watermark Column 1"/>
          <p:cNvSpPr/>
          <p:nvPr/>
        </p:nvSpPr>
        <p:spPr>
          <a:xfrm>
            <a:off x="10625328" y="749808"/>
            <a:ext cx="201168" cy="365760"/>
          </a:xfrm>
          <a:prstGeom prst="rect">
            <a:avLst/>
          </a:prstGeom>
          <a:solidFill>
            <a:srgbClr val="C9D6EA">
              <a:alpha val="65000"/>
            </a:srgbClr>
          </a:solidFill>
          <a:ln w="12700">
            <a:solidFill>
              <a:srgbClr val="C9D6EA">
                <a:alpha val="0"/>
              </a:srgbClr>
            </a:solidFill>
            <a:prstDash val="solid"/>
          </a:ln>
        </p:spPr>
      </p:sp>
      <p:sp>
        <p:nvSpPr>
          <p:cNvPr id="12" name="Watermark Column 2"/>
          <p:cNvSpPr/>
          <p:nvPr/>
        </p:nvSpPr>
        <p:spPr>
          <a:xfrm>
            <a:off x="10936224" y="749808"/>
            <a:ext cx="201168" cy="365760"/>
          </a:xfrm>
          <a:prstGeom prst="rect">
            <a:avLst/>
          </a:prstGeom>
          <a:solidFill>
            <a:srgbClr val="C9D6EA">
              <a:alpha val="65000"/>
            </a:srgbClr>
          </a:solidFill>
          <a:ln w="12700">
            <a:solidFill>
              <a:srgbClr val="C9D6EA">
                <a:alpha val="0"/>
              </a:srgbClr>
            </a:solidFill>
            <a:prstDash val="solid"/>
          </a:ln>
        </p:spPr>
      </p:sp>
      <p:sp>
        <p:nvSpPr>
          <p:cNvPr id="13" name="Watermark Column 3"/>
          <p:cNvSpPr/>
          <p:nvPr/>
        </p:nvSpPr>
        <p:spPr>
          <a:xfrm>
            <a:off x="11247120" y="749808"/>
            <a:ext cx="201168" cy="365760"/>
          </a:xfrm>
          <a:prstGeom prst="rect">
            <a:avLst/>
          </a:prstGeom>
          <a:solidFill>
            <a:srgbClr val="C9D6EA">
              <a:alpha val="65000"/>
            </a:srgbClr>
          </a:solidFill>
          <a:ln w="12700">
            <a:solidFill>
              <a:srgbClr val="C9D6EA">
                <a:alpha val="0"/>
              </a:srgbClr>
            </a:solidFill>
            <a:prstDash val="solid"/>
          </a:ln>
        </p:spPr>
      </p:sp>
      <p:sp>
        <p:nvSpPr>
          <p:cNvPr id="14" name="Watermark Step 1"/>
          <p:cNvSpPr/>
          <p:nvPr/>
        </p:nvSpPr>
        <p:spPr>
          <a:xfrm>
            <a:off x="10515600" y="1143000"/>
            <a:ext cx="1097280" cy="64008"/>
          </a:xfrm>
          <a:prstGeom prst="rect">
            <a:avLst/>
          </a:prstGeom>
          <a:solidFill>
            <a:srgbClr val="C9D6EA">
              <a:alpha val="65000"/>
            </a:srgbClr>
          </a:solidFill>
          <a:ln w="12700">
            <a:solidFill>
              <a:srgbClr val="C9D6EA">
                <a:alpha val="0"/>
              </a:srgbClr>
            </a:solidFill>
            <a:prstDash val="solid"/>
          </a:ln>
        </p:spPr>
      </p:sp>
      <p:sp>
        <p:nvSpPr>
          <p:cNvPr id="15" name="Watermark Step 2"/>
          <p:cNvSpPr/>
          <p:nvPr/>
        </p:nvSpPr>
        <p:spPr>
          <a:xfrm>
            <a:off x="10424160" y="1216152"/>
            <a:ext cx="1280160" cy="64008"/>
          </a:xfrm>
          <a:prstGeom prst="rect">
            <a:avLst/>
          </a:prstGeom>
          <a:solidFill>
            <a:srgbClr val="C9D6EA">
              <a:alpha val="65000"/>
            </a:srgbClr>
          </a:solidFill>
          <a:ln w="12700">
            <a:solidFill>
              <a:srgbClr val="C9D6EA">
                <a:alpha val="0"/>
              </a:srgbClr>
            </a:solidFill>
            <a:prstDash val="solid"/>
          </a:ln>
        </p:spPr>
      </p:sp>
      <p:sp>
        <p:nvSpPr>
          <p:cNvPr id="16" name="Logo Square 1"/>
          <p:cNvSpPr/>
          <p:nvPr/>
        </p:nvSpPr>
        <p:spPr>
          <a:xfrm>
            <a:off x="822960" y="502920"/>
            <a:ext cx="182880" cy="182880"/>
          </a:xfrm>
          <a:prstGeom prst="roundRect">
            <a:avLst>
              <a:gd name="adj" fmla="val 15000"/>
            </a:avLst>
          </a:prstGeom>
          <a:solidFill>
            <a:srgbClr val="FFC533"/>
          </a:solidFill>
          <a:ln w="12700">
            <a:solidFill>
              <a:srgbClr val="FFC533"/>
            </a:solidFill>
            <a:prstDash val="solid"/>
          </a:ln>
        </p:spPr>
      </p:sp>
      <p:sp>
        <p:nvSpPr>
          <p:cNvPr id="17" name="Logo Dot 1"/>
          <p:cNvSpPr/>
          <p:nvPr/>
        </p:nvSpPr>
        <p:spPr>
          <a:xfrm>
            <a:off x="882396" y="562356"/>
            <a:ext cx="64008" cy="64008"/>
          </a:xfrm>
          <a:prstGeom prst="rect">
            <a:avLst/>
          </a:prstGeom>
          <a:solidFill>
            <a:srgbClr val="FFFFFF"/>
          </a:solidFill>
          <a:ln w="12700">
            <a:solidFill>
              <a:srgbClr val="FFFFFF"/>
            </a:solidFill>
            <a:prstDash val="solid"/>
          </a:ln>
        </p:spPr>
      </p:sp>
      <p:sp>
        <p:nvSpPr>
          <p:cNvPr id="18" name="Logo Square 2"/>
          <p:cNvSpPr/>
          <p:nvPr/>
        </p:nvSpPr>
        <p:spPr>
          <a:xfrm>
            <a:off x="1051560" y="502920"/>
            <a:ext cx="182880" cy="182880"/>
          </a:xfrm>
          <a:prstGeom prst="roundRect">
            <a:avLst>
              <a:gd name="adj" fmla="val 15000"/>
            </a:avLst>
          </a:prstGeom>
          <a:solidFill>
            <a:srgbClr val="12356B"/>
          </a:solidFill>
          <a:ln w="12700">
            <a:solidFill>
              <a:srgbClr val="12356B"/>
            </a:solidFill>
            <a:prstDash val="solid"/>
          </a:ln>
        </p:spPr>
      </p:sp>
      <p:sp>
        <p:nvSpPr>
          <p:cNvPr id="19" name="Logo Dot 2"/>
          <p:cNvSpPr/>
          <p:nvPr/>
        </p:nvSpPr>
        <p:spPr>
          <a:xfrm>
            <a:off x="1110996" y="562356"/>
            <a:ext cx="64008" cy="64008"/>
          </a:xfrm>
          <a:prstGeom prst="rect">
            <a:avLst/>
          </a:prstGeom>
          <a:solidFill>
            <a:srgbClr val="FFFFFF"/>
          </a:solidFill>
          <a:ln w="12700">
            <a:solidFill>
              <a:srgbClr val="FFFFFF"/>
            </a:solidFill>
            <a:prstDash val="solid"/>
          </a:ln>
        </p:spPr>
      </p:sp>
      <p:sp>
        <p:nvSpPr>
          <p:cNvPr id="20" name="Logo Square 3"/>
          <p:cNvSpPr/>
          <p:nvPr/>
        </p:nvSpPr>
        <p:spPr>
          <a:xfrm>
            <a:off x="822960" y="731520"/>
            <a:ext cx="182880" cy="182880"/>
          </a:xfrm>
          <a:prstGeom prst="roundRect">
            <a:avLst>
              <a:gd name="adj" fmla="val 15000"/>
            </a:avLst>
          </a:prstGeom>
          <a:solidFill>
            <a:srgbClr val="12356B"/>
          </a:solidFill>
          <a:ln w="12700">
            <a:solidFill>
              <a:srgbClr val="12356B"/>
            </a:solidFill>
            <a:prstDash val="solid"/>
          </a:ln>
        </p:spPr>
      </p:sp>
      <p:sp>
        <p:nvSpPr>
          <p:cNvPr id="21" name="Logo Dot 3"/>
          <p:cNvSpPr/>
          <p:nvPr/>
        </p:nvSpPr>
        <p:spPr>
          <a:xfrm>
            <a:off x="882396" y="790956"/>
            <a:ext cx="64008" cy="64008"/>
          </a:xfrm>
          <a:prstGeom prst="rect">
            <a:avLst/>
          </a:prstGeom>
          <a:solidFill>
            <a:srgbClr val="FFFFFF"/>
          </a:solidFill>
          <a:ln w="12700">
            <a:solidFill>
              <a:srgbClr val="FFFFFF"/>
            </a:solidFill>
            <a:prstDash val="solid"/>
          </a:ln>
        </p:spPr>
      </p:sp>
      <p:sp>
        <p:nvSpPr>
          <p:cNvPr id="22" name="Logo Square 4"/>
          <p:cNvSpPr/>
          <p:nvPr/>
        </p:nvSpPr>
        <p:spPr>
          <a:xfrm>
            <a:off x="1051560" y="731520"/>
            <a:ext cx="182880" cy="182880"/>
          </a:xfrm>
          <a:prstGeom prst="roundRect">
            <a:avLst>
              <a:gd name="adj" fmla="val 15000"/>
            </a:avLst>
          </a:prstGeom>
          <a:solidFill>
            <a:srgbClr val="FFC533"/>
          </a:solidFill>
          <a:ln w="12700">
            <a:solidFill>
              <a:srgbClr val="FFC533"/>
            </a:solidFill>
            <a:prstDash val="solid"/>
          </a:ln>
        </p:spPr>
      </p:sp>
      <p:sp>
        <p:nvSpPr>
          <p:cNvPr id="23" name="Logo Dot 4"/>
          <p:cNvSpPr/>
          <p:nvPr/>
        </p:nvSpPr>
        <p:spPr>
          <a:xfrm>
            <a:off x="1110996" y="790956"/>
            <a:ext cx="64008" cy="64008"/>
          </a:xfrm>
          <a:prstGeom prst="rect">
            <a:avLst/>
          </a:prstGeom>
          <a:solidFill>
            <a:srgbClr val="FFFFFF"/>
          </a:solidFill>
          <a:ln w="12700">
            <a:solidFill>
              <a:srgbClr val="FFFFFF"/>
            </a:solidFill>
            <a:prstDash val="solid"/>
          </a:ln>
        </p:spPr>
      </p:sp>
      <p:sp>
        <p:nvSpPr>
          <p:cNvPr id="24" name="Title"/>
          <p:cNvSpPr txBox="1"/>
          <p:nvPr/>
        </p:nvSpPr>
        <p:spPr>
          <a:xfrm>
            <a:off x="1508760" y="384048"/>
            <a:ext cx="8595360" cy="640080"/>
          </a:xfrm>
          <a:prstGeom prst="rect">
            <a:avLst/>
          </a:prstGeom>
          <a:noFill/>
          <a:ln/>
        </p:spPr>
        <p:txBody>
          <a:bodyPr wrap="square" lIns="0" tIns="0" rIns="0" bIns="0" rtlCol="0" anchor="ctr"/>
          <a:lstStyle/>
          <a:p>
            <a:pPr marL="0" indent="0">
              <a:buNone/>
            </a:pPr>
            <a:r>
              <a:rPr lang="en-US" sz="4000" b="1" dirty="0">
                <a:solidFill>
                  <a:srgbClr val="12356B"/>
                </a:solidFill>
                <a:latin typeface="Times New Roman" pitchFamily="34" charset="0"/>
                <a:ea typeface="Times New Roman" pitchFamily="34" charset="-122"/>
                <a:cs typeface="Times New Roman" pitchFamily="34" charset="-120"/>
              </a:rPr>
              <a:t>Major Trends in Digital Banking</a:t>
            </a:r>
            <a:endParaRPr lang="en-US" sz="4000" dirty="0"/>
          </a:p>
        </p:txBody>
      </p:sp>
      <p:sp>
        <p:nvSpPr>
          <p:cNvPr id="25" name="Title Underline"/>
          <p:cNvSpPr/>
          <p:nvPr/>
        </p:nvSpPr>
        <p:spPr>
          <a:xfrm>
            <a:off x="1508760" y="1097280"/>
            <a:ext cx="1828800" cy="27432"/>
          </a:xfrm>
          <a:prstGeom prst="rect">
            <a:avLst/>
          </a:prstGeom>
          <a:solidFill>
            <a:srgbClr val="FFC533"/>
          </a:solidFill>
          <a:ln w="12700">
            <a:solidFill>
              <a:srgbClr val="FFC533"/>
            </a:solidFill>
            <a:prstDash val="solid"/>
          </a:ln>
        </p:spPr>
      </p:sp>
      <p:sp>
        <p:nvSpPr>
          <p:cNvPr id="26" name="Mobile Banking Card"/>
          <p:cNvSpPr/>
          <p:nvPr/>
        </p:nvSpPr>
        <p:spPr>
          <a:xfrm>
            <a:off x="493776" y="1417320"/>
            <a:ext cx="2139696" cy="3401568"/>
          </a:xfrm>
          <a:prstGeom prst="roundRect">
            <a:avLst>
              <a:gd name="adj" fmla="val 5983"/>
            </a:avLst>
          </a:prstGeom>
          <a:solidFill>
            <a:srgbClr val="E6F0FC"/>
          </a:solidFill>
          <a:ln w="12700">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p>
      <p:sp>
        <p:nvSpPr>
          <p:cNvPr id="27" name="Mobile Banking Icon Halo"/>
          <p:cNvSpPr/>
          <p:nvPr/>
        </p:nvSpPr>
        <p:spPr>
          <a:xfrm>
            <a:off x="1014984" y="1581912"/>
            <a:ext cx="1097280" cy="1097280"/>
          </a:xfrm>
          <a:prstGeom prst="ellipse">
            <a:avLst/>
          </a:prstGeom>
          <a:solidFill>
            <a:srgbClr val="C9DDF4">
              <a:alpha val="70000"/>
            </a:srgbClr>
          </a:solidFill>
          <a:ln w="12700">
            <a:solidFill>
              <a:srgbClr val="C9DDF4">
                <a:alpha val="0"/>
              </a:srgbClr>
            </a:solidFill>
            <a:prstDash val="solid"/>
          </a:ln>
        </p:spPr>
      </p:sp>
      <p:sp>
        <p:nvSpPr>
          <p:cNvPr id="28" name="Mobile Banking Icon Circle"/>
          <p:cNvSpPr/>
          <p:nvPr/>
        </p:nvSpPr>
        <p:spPr>
          <a:xfrm>
            <a:off x="1106424" y="1673352"/>
            <a:ext cx="914400" cy="914400"/>
          </a:xfrm>
          <a:prstGeom prst="ellipse">
            <a:avLst/>
          </a:prstGeom>
          <a:solidFill>
            <a:srgbClr val="1B4F9C"/>
          </a:solidFill>
          <a:ln w="19050">
            <a:solidFill>
              <a:srgbClr val="FFFFFF"/>
            </a:solidFill>
            <a:prstDash val="solid"/>
          </a:ln>
          <a:effectLst>
            <a:outerShdw blurRad="76200" dist="25400" dir="5400000" algn="bl" rotWithShape="0">
              <a:srgbClr val="000000">
                <a:alpha val="20000"/>
              </a:srgbClr>
            </a:outerShdw>
          </a:effectLst>
        </p:spPr>
      </p:sp>
      <p:sp>
        <p:nvSpPr>
          <p:cNvPr id="29" name="Phone Body"/>
          <p:cNvSpPr/>
          <p:nvPr/>
        </p:nvSpPr>
        <p:spPr>
          <a:xfrm>
            <a:off x="1417320" y="1883664"/>
            <a:ext cx="292608" cy="493776"/>
          </a:xfrm>
          <a:prstGeom prst="roundRect">
            <a:avLst>
              <a:gd name="adj" fmla="val 21875"/>
            </a:avLst>
          </a:prstGeom>
          <a:solidFill>
            <a:srgbClr val="FFFFFF"/>
          </a:solidFill>
          <a:ln w="12700">
            <a:solidFill>
              <a:srgbClr val="FFFFFF"/>
            </a:solidFill>
            <a:prstDash val="solid"/>
          </a:ln>
        </p:spPr>
      </p:sp>
      <p:sp>
        <p:nvSpPr>
          <p:cNvPr id="30" name="Phone Screen"/>
          <p:cNvSpPr/>
          <p:nvPr/>
        </p:nvSpPr>
        <p:spPr>
          <a:xfrm>
            <a:off x="1453896" y="1938528"/>
            <a:ext cx="219456" cy="338328"/>
          </a:xfrm>
          <a:prstGeom prst="roundRect">
            <a:avLst>
              <a:gd name="adj" fmla="val 12500"/>
            </a:avLst>
          </a:prstGeom>
          <a:solidFill>
            <a:srgbClr val="1B4F9C"/>
          </a:solidFill>
          <a:ln w="12700">
            <a:solidFill>
              <a:srgbClr val="1B4F9C"/>
            </a:solidFill>
            <a:prstDash val="solid"/>
          </a:ln>
        </p:spPr>
      </p:sp>
      <p:sp>
        <p:nvSpPr>
          <p:cNvPr id="31" name="Phone Button"/>
          <p:cNvSpPr/>
          <p:nvPr/>
        </p:nvSpPr>
        <p:spPr>
          <a:xfrm>
            <a:off x="1545336" y="2299716"/>
            <a:ext cx="36576" cy="36576"/>
          </a:xfrm>
          <a:prstGeom prst="ellipse">
            <a:avLst/>
          </a:prstGeom>
          <a:solidFill>
            <a:srgbClr val="1B4F9C"/>
          </a:solidFill>
          <a:ln w="12700">
            <a:solidFill>
              <a:srgbClr val="1B4F9C"/>
            </a:solidFill>
            <a:prstDash val="solid"/>
          </a:ln>
        </p:spPr>
      </p:sp>
      <p:sp>
        <p:nvSpPr>
          <p:cNvPr id="32" name="Mobile Banking Heading"/>
          <p:cNvSpPr txBox="1"/>
          <p:nvPr/>
        </p:nvSpPr>
        <p:spPr>
          <a:xfrm>
            <a:off x="539496" y="2697480"/>
            <a:ext cx="2048256" cy="713232"/>
          </a:xfrm>
          <a:prstGeom prst="rect">
            <a:avLst/>
          </a:prstGeom>
          <a:noFill/>
          <a:ln/>
        </p:spPr>
        <p:txBody>
          <a:bodyPr wrap="square" lIns="0" tIns="0" rIns="0" bIns="0" rtlCol="0" anchor="ctr"/>
          <a:lstStyle/>
          <a:p>
            <a:pPr marL="0" indent="0" algn="ctr">
              <a:buNone/>
            </a:pPr>
            <a:r>
              <a:rPr lang="en-US" sz="2200" b="1" dirty="0">
                <a:solidFill>
                  <a:srgbClr val="12356B"/>
                </a:solidFill>
                <a:latin typeface="Times New Roman" pitchFamily="34" charset="0"/>
                <a:ea typeface="Times New Roman" pitchFamily="34" charset="-122"/>
                <a:cs typeface="Times New Roman" pitchFamily="34" charset="-120"/>
              </a:rPr>
              <a:t>Mobile banking</a:t>
            </a:r>
            <a:endParaRPr lang="en-US" sz="2200" dirty="0"/>
          </a:p>
        </p:txBody>
      </p:sp>
      <p:sp>
        <p:nvSpPr>
          <p:cNvPr id="33" name="Mobile Banking Divider"/>
          <p:cNvSpPr/>
          <p:nvPr/>
        </p:nvSpPr>
        <p:spPr>
          <a:xfrm>
            <a:off x="1335024" y="3447288"/>
            <a:ext cx="457200" cy="27432"/>
          </a:xfrm>
          <a:prstGeom prst="rect">
            <a:avLst/>
          </a:prstGeom>
          <a:solidFill>
            <a:srgbClr val="1B4F9C"/>
          </a:solidFill>
          <a:ln w="12700">
            <a:solidFill>
              <a:srgbClr val="1B4F9C"/>
            </a:solidFill>
            <a:prstDash val="solid"/>
          </a:ln>
        </p:spPr>
      </p:sp>
      <p:sp>
        <p:nvSpPr>
          <p:cNvPr id="34" name="Mobile Banking Description"/>
          <p:cNvSpPr txBox="1"/>
          <p:nvPr/>
        </p:nvSpPr>
        <p:spPr>
          <a:xfrm>
            <a:off x="630936" y="3584448"/>
            <a:ext cx="1865376" cy="914400"/>
          </a:xfrm>
          <a:prstGeom prst="rect">
            <a:avLst/>
          </a:prstGeom>
          <a:noFill/>
          <a:ln/>
        </p:spPr>
        <p:txBody>
          <a:bodyPr wrap="square" lIns="0" tIns="0" rIns="0" bIns="0" rtlCol="0" anchor="t"/>
          <a:lstStyle/>
          <a:p>
            <a:pPr marL="0" indent="0" algn="ctr">
              <a:lnSpc>
                <a:spcPct val="105000"/>
              </a:lnSpc>
              <a:buNone/>
            </a:pPr>
            <a:r>
              <a:rPr lang="en-US" sz="1500" dirty="0">
                <a:solidFill>
                  <a:srgbClr val="2F3F5C"/>
                </a:solidFill>
                <a:latin typeface="Times New Roman" pitchFamily="34" charset="0"/>
                <a:ea typeface="Times New Roman" pitchFamily="34" charset="-122"/>
                <a:cs typeface="Times New Roman" pitchFamily="34" charset="-120"/>
              </a:rPr>
              <a:t>Mobile banking through smartphone applications.</a:t>
            </a:r>
            <a:endParaRPr lang="en-US" sz="1500" dirty="0"/>
          </a:p>
        </p:txBody>
      </p:sp>
      <p:sp>
        <p:nvSpPr>
          <p:cNvPr id="35" name="Mobile Banking Bottom Strip"/>
          <p:cNvSpPr/>
          <p:nvPr/>
        </p:nvSpPr>
        <p:spPr>
          <a:xfrm>
            <a:off x="859536" y="4709160"/>
            <a:ext cx="1408176" cy="109728"/>
          </a:xfrm>
          <a:prstGeom prst="roundRect">
            <a:avLst>
              <a:gd name="adj" fmla="val 41667"/>
            </a:avLst>
          </a:prstGeom>
          <a:solidFill>
            <a:srgbClr val="1B4F9C"/>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36" name="UPI Card"/>
          <p:cNvSpPr/>
          <p:nvPr/>
        </p:nvSpPr>
        <p:spPr>
          <a:xfrm>
            <a:off x="2761488" y="1417320"/>
            <a:ext cx="2139696" cy="3401568"/>
          </a:xfrm>
          <a:prstGeom prst="roundRect">
            <a:avLst>
              <a:gd name="adj" fmla="val 5983"/>
            </a:avLst>
          </a:prstGeom>
          <a:solidFill>
            <a:srgbClr val="FFF7E8"/>
          </a:solidFill>
          <a:ln w="12700">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p>
      <p:sp>
        <p:nvSpPr>
          <p:cNvPr id="37" name="UPI Icon Halo"/>
          <p:cNvSpPr/>
          <p:nvPr/>
        </p:nvSpPr>
        <p:spPr>
          <a:xfrm>
            <a:off x="3282696" y="1581912"/>
            <a:ext cx="1097280" cy="1097280"/>
          </a:xfrm>
          <a:prstGeom prst="ellipse">
            <a:avLst/>
          </a:prstGeom>
          <a:solidFill>
            <a:srgbClr val="FBE5BB">
              <a:alpha val="70000"/>
            </a:srgbClr>
          </a:solidFill>
          <a:ln w="12700">
            <a:solidFill>
              <a:srgbClr val="FBE5BB">
                <a:alpha val="0"/>
              </a:srgbClr>
            </a:solidFill>
            <a:prstDash val="solid"/>
          </a:ln>
        </p:spPr>
      </p:sp>
      <p:sp>
        <p:nvSpPr>
          <p:cNvPr id="38" name="UPI Icon Circle"/>
          <p:cNvSpPr/>
          <p:nvPr/>
        </p:nvSpPr>
        <p:spPr>
          <a:xfrm>
            <a:off x="3374136" y="1673352"/>
            <a:ext cx="914400" cy="914400"/>
          </a:xfrm>
          <a:prstGeom prst="ellipse">
            <a:avLst/>
          </a:prstGeom>
          <a:solidFill>
            <a:srgbClr val="F2A31B"/>
          </a:solidFill>
          <a:ln w="19050">
            <a:solidFill>
              <a:srgbClr val="FFFFFF"/>
            </a:solidFill>
            <a:prstDash val="solid"/>
          </a:ln>
          <a:effectLst>
            <a:outerShdw blurRad="76200" dist="25400" dir="5400000" algn="bl" rotWithShape="0">
              <a:srgbClr val="000000">
                <a:alpha val="20000"/>
              </a:srgbClr>
            </a:outerShdw>
          </a:effectLst>
        </p:spPr>
      </p:sp>
      <p:sp>
        <p:nvSpPr>
          <p:cNvPr id="39" name="QR Finder 1"/>
          <p:cNvSpPr/>
          <p:nvPr/>
        </p:nvSpPr>
        <p:spPr>
          <a:xfrm>
            <a:off x="3584448" y="1883664"/>
            <a:ext cx="182880" cy="182880"/>
          </a:xfrm>
          <a:prstGeom prst="roundRect">
            <a:avLst>
              <a:gd name="adj" fmla="val 10000"/>
            </a:avLst>
          </a:prstGeom>
          <a:solidFill>
            <a:srgbClr val="FFFFFF"/>
          </a:solidFill>
          <a:ln w="12700">
            <a:solidFill>
              <a:srgbClr val="FFFFFF"/>
            </a:solidFill>
            <a:prstDash val="solid"/>
          </a:ln>
        </p:spPr>
      </p:sp>
      <p:sp>
        <p:nvSpPr>
          <p:cNvPr id="40" name="QR Finder Core 1"/>
          <p:cNvSpPr/>
          <p:nvPr/>
        </p:nvSpPr>
        <p:spPr>
          <a:xfrm>
            <a:off x="3639312" y="1938528"/>
            <a:ext cx="73152" cy="73152"/>
          </a:xfrm>
          <a:prstGeom prst="rect">
            <a:avLst/>
          </a:prstGeom>
          <a:solidFill>
            <a:srgbClr val="F2A31B"/>
          </a:solidFill>
          <a:ln w="12700">
            <a:solidFill>
              <a:srgbClr val="F2A31B"/>
            </a:solidFill>
            <a:prstDash val="solid"/>
          </a:ln>
        </p:spPr>
      </p:sp>
      <p:sp>
        <p:nvSpPr>
          <p:cNvPr id="41" name="QR Finder 2"/>
          <p:cNvSpPr/>
          <p:nvPr/>
        </p:nvSpPr>
        <p:spPr>
          <a:xfrm>
            <a:off x="3831336" y="1883664"/>
            <a:ext cx="182880" cy="182880"/>
          </a:xfrm>
          <a:prstGeom prst="roundRect">
            <a:avLst>
              <a:gd name="adj" fmla="val 10000"/>
            </a:avLst>
          </a:prstGeom>
          <a:solidFill>
            <a:srgbClr val="FFFFFF"/>
          </a:solidFill>
          <a:ln w="12700">
            <a:solidFill>
              <a:srgbClr val="FFFFFF"/>
            </a:solidFill>
            <a:prstDash val="solid"/>
          </a:ln>
        </p:spPr>
      </p:sp>
      <p:sp>
        <p:nvSpPr>
          <p:cNvPr id="42" name="QR Finder Core 2"/>
          <p:cNvSpPr/>
          <p:nvPr/>
        </p:nvSpPr>
        <p:spPr>
          <a:xfrm>
            <a:off x="3886200" y="1938528"/>
            <a:ext cx="73152" cy="73152"/>
          </a:xfrm>
          <a:prstGeom prst="rect">
            <a:avLst/>
          </a:prstGeom>
          <a:solidFill>
            <a:srgbClr val="F2A31B"/>
          </a:solidFill>
          <a:ln w="12700">
            <a:solidFill>
              <a:srgbClr val="F2A31B"/>
            </a:solidFill>
            <a:prstDash val="solid"/>
          </a:ln>
        </p:spPr>
      </p:sp>
      <p:sp>
        <p:nvSpPr>
          <p:cNvPr id="43" name="QR Finder 3"/>
          <p:cNvSpPr/>
          <p:nvPr/>
        </p:nvSpPr>
        <p:spPr>
          <a:xfrm>
            <a:off x="3584448" y="2130552"/>
            <a:ext cx="182880" cy="182880"/>
          </a:xfrm>
          <a:prstGeom prst="roundRect">
            <a:avLst>
              <a:gd name="adj" fmla="val 10000"/>
            </a:avLst>
          </a:prstGeom>
          <a:solidFill>
            <a:srgbClr val="FFFFFF"/>
          </a:solidFill>
          <a:ln w="12700">
            <a:solidFill>
              <a:srgbClr val="FFFFFF"/>
            </a:solidFill>
            <a:prstDash val="solid"/>
          </a:ln>
        </p:spPr>
      </p:sp>
      <p:sp>
        <p:nvSpPr>
          <p:cNvPr id="44" name="QR Finder Core 3"/>
          <p:cNvSpPr/>
          <p:nvPr/>
        </p:nvSpPr>
        <p:spPr>
          <a:xfrm>
            <a:off x="3639312" y="2185416"/>
            <a:ext cx="73152" cy="73152"/>
          </a:xfrm>
          <a:prstGeom prst="rect">
            <a:avLst/>
          </a:prstGeom>
          <a:solidFill>
            <a:srgbClr val="F2A31B"/>
          </a:solidFill>
          <a:ln w="12700">
            <a:solidFill>
              <a:srgbClr val="F2A31B"/>
            </a:solidFill>
            <a:prstDash val="solid"/>
          </a:ln>
        </p:spPr>
      </p:sp>
      <p:sp>
        <p:nvSpPr>
          <p:cNvPr id="45" name="QR Module 1"/>
          <p:cNvSpPr/>
          <p:nvPr/>
        </p:nvSpPr>
        <p:spPr>
          <a:xfrm>
            <a:off x="3831336" y="2130552"/>
            <a:ext cx="82296" cy="82296"/>
          </a:xfrm>
          <a:prstGeom prst="rect">
            <a:avLst/>
          </a:prstGeom>
          <a:solidFill>
            <a:srgbClr val="FFFFFF"/>
          </a:solidFill>
          <a:ln w="12700">
            <a:solidFill>
              <a:srgbClr val="FFFFFF"/>
            </a:solidFill>
            <a:prstDash val="solid"/>
          </a:ln>
        </p:spPr>
      </p:sp>
      <p:sp>
        <p:nvSpPr>
          <p:cNvPr id="46" name="QR Module 2"/>
          <p:cNvSpPr/>
          <p:nvPr/>
        </p:nvSpPr>
        <p:spPr>
          <a:xfrm>
            <a:off x="3941064" y="2130552"/>
            <a:ext cx="82296" cy="82296"/>
          </a:xfrm>
          <a:prstGeom prst="rect">
            <a:avLst/>
          </a:prstGeom>
          <a:solidFill>
            <a:srgbClr val="FFFFFF"/>
          </a:solidFill>
          <a:ln w="12700">
            <a:solidFill>
              <a:srgbClr val="FFFFFF"/>
            </a:solidFill>
            <a:prstDash val="solid"/>
          </a:ln>
        </p:spPr>
      </p:sp>
      <p:sp>
        <p:nvSpPr>
          <p:cNvPr id="47" name="QR Module 3"/>
          <p:cNvSpPr/>
          <p:nvPr/>
        </p:nvSpPr>
        <p:spPr>
          <a:xfrm>
            <a:off x="3831336" y="2240280"/>
            <a:ext cx="82296" cy="82296"/>
          </a:xfrm>
          <a:prstGeom prst="rect">
            <a:avLst/>
          </a:prstGeom>
          <a:solidFill>
            <a:srgbClr val="FFFFFF"/>
          </a:solidFill>
          <a:ln w="12700">
            <a:solidFill>
              <a:srgbClr val="FFFFFF"/>
            </a:solidFill>
            <a:prstDash val="solid"/>
          </a:ln>
        </p:spPr>
      </p:sp>
      <p:sp>
        <p:nvSpPr>
          <p:cNvPr id="48" name="UPI Heading"/>
          <p:cNvSpPr txBox="1"/>
          <p:nvPr/>
        </p:nvSpPr>
        <p:spPr>
          <a:xfrm>
            <a:off x="2807208" y="2697480"/>
            <a:ext cx="2048256" cy="713232"/>
          </a:xfrm>
          <a:prstGeom prst="rect">
            <a:avLst/>
          </a:prstGeom>
          <a:noFill/>
          <a:ln/>
        </p:spPr>
        <p:txBody>
          <a:bodyPr wrap="square" lIns="0" tIns="0" rIns="0" bIns="0" rtlCol="0" anchor="ctr"/>
          <a:lstStyle/>
          <a:p>
            <a:pPr marL="0" indent="0" algn="ctr">
              <a:buNone/>
            </a:pPr>
            <a:r>
              <a:rPr lang="en-US" sz="2200" b="1" dirty="0">
                <a:solidFill>
                  <a:srgbClr val="12356B"/>
                </a:solidFill>
                <a:latin typeface="Times New Roman" pitchFamily="34" charset="0"/>
                <a:ea typeface="Times New Roman" pitchFamily="34" charset="-122"/>
                <a:cs typeface="Times New Roman" pitchFamily="34" charset="-120"/>
              </a:rPr>
              <a:t>UPI</a:t>
            </a:r>
            <a:endParaRPr lang="en-US" sz="2200" dirty="0"/>
          </a:p>
        </p:txBody>
      </p:sp>
      <p:sp>
        <p:nvSpPr>
          <p:cNvPr id="49" name="UPI Divider"/>
          <p:cNvSpPr/>
          <p:nvPr/>
        </p:nvSpPr>
        <p:spPr>
          <a:xfrm>
            <a:off x="3602736" y="3447288"/>
            <a:ext cx="457200" cy="27432"/>
          </a:xfrm>
          <a:prstGeom prst="rect">
            <a:avLst/>
          </a:prstGeom>
          <a:solidFill>
            <a:srgbClr val="F2A31B"/>
          </a:solidFill>
          <a:ln w="12700">
            <a:solidFill>
              <a:srgbClr val="F2A31B"/>
            </a:solidFill>
            <a:prstDash val="solid"/>
          </a:ln>
        </p:spPr>
      </p:sp>
      <p:sp>
        <p:nvSpPr>
          <p:cNvPr id="50" name="UPI Description"/>
          <p:cNvSpPr txBox="1"/>
          <p:nvPr/>
        </p:nvSpPr>
        <p:spPr>
          <a:xfrm>
            <a:off x="2898648" y="3584448"/>
            <a:ext cx="1865376" cy="914400"/>
          </a:xfrm>
          <a:prstGeom prst="rect">
            <a:avLst/>
          </a:prstGeom>
          <a:noFill/>
          <a:ln/>
        </p:spPr>
        <p:txBody>
          <a:bodyPr wrap="square" lIns="0" tIns="0" rIns="0" bIns="0" rtlCol="0" anchor="t"/>
          <a:lstStyle/>
          <a:p>
            <a:pPr marL="0" indent="0" algn="ctr">
              <a:lnSpc>
                <a:spcPct val="105000"/>
              </a:lnSpc>
              <a:buNone/>
            </a:pPr>
            <a:r>
              <a:rPr lang="en-US" sz="1500" dirty="0">
                <a:solidFill>
                  <a:srgbClr val="2F3F5C"/>
                </a:solidFill>
                <a:latin typeface="Times New Roman" pitchFamily="34" charset="0"/>
                <a:ea typeface="Times New Roman" pitchFamily="34" charset="-122"/>
                <a:cs typeface="Times New Roman" pitchFamily="34" charset="-120"/>
              </a:rPr>
              <a:t>UPI and instant bank-to-bank payments.</a:t>
            </a:r>
            <a:endParaRPr lang="en-US" sz="1500" dirty="0"/>
          </a:p>
        </p:txBody>
      </p:sp>
      <p:sp>
        <p:nvSpPr>
          <p:cNvPr id="51" name="UPI Bottom Strip"/>
          <p:cNvSpPr/>
          <p:nvPr/>
        </p:nvSpPr>
        <p:spPr>
          <a:xfrm>
            <a:off x="3127248" y="4709160"/>
            <a:ext cx="1408176" cy="109728"/>
          </a:xfrm>
          <a:prstGeom prst="roundRect">
            <a:avLst>
              <a:gd name="adj" fmla="val 41667"/>
            </a:avLst>
          </a:prstGeom>
          <a:solidFill>
            <a:srgbClr val="F2A31B"/>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52" name="Contactless Payments Card"/>
          <p:cNvSpPr/>
          <p:nvPr/>
        </p:nvSpPr>
        <p:spPr>
          <a:xfrm>
            <a:off x="5029200" y="1417320"/>
            <a:ext cx="2139696" cy="3401568"/>
          </a:xfrm>
          <a:prstGeom prst="roundRect">
            <a:avLst>
              <a:gd name="adj" fmla="val 5983"/>
            </a:avLst>
          </a:prstGeom>
          <a:solidFill>
            <a:srgbClr val="E7F6EF"/>
          </a:solidFill>
          <a:ln w="12700">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p>
      <p:sp>
        <p:nvSpPr>
          <p:cNvPr id="53" name="Contactless Payments Icon Halo"/>
          <p:cNvSpPr/>
          <p:nvPr/>
        </p:nvSpPr>
        <p:spPr>
          <a:xfrm>
            <a:off x="5550408" y="1581912"/>
            <a:ext cx="1097280" cy="1097280"/>
          </a:xfrm>
          <a:prstGeom prst="ellipse">
            <a:avLst/>
          </a:prstGeom>
          <a:solidFill>
            <a:srgbClr val="C6E8D8">
              <a:alpha val="70000"/>
            </a:srgbClr>
          </a:solidFill>
          <a:ln w="12700">
            <a:solidFill>
              <a:srgbClr val="C6E8D8">
                <a:alpha val="0"/>
              </a:srgbClr>
            </a:solidFill>
            <a:prstDash val="solid"/>
          </a:ln>
        </p:spPr>
      </p:sp>
      <p:sp>
        <p:nvSpPr>
          <p:cNvPr id="54" name="Contactless Payments Icon Circle"/>
          <p:cNvSpPr/>
          <p:nvPr/>
        </p:nvSpPr>
        <p:spPr>
          <a:xfrm>
            <a:off x="5641848" y="1673352"/>
            <a:ext cx="914400" cy="914400"/>
          </a:xfrm>
          <a:prstGeom prst="ellipse">
            <a:avLst/>
          </a:prstGeom>
          <a:solidFill>
            <a:srgbClr val="1E8E5A"/>
          </a:solidFill>
          <a:ln w="19050">
            <a:solidFill>
              <a:srgbClr val="FFFFFF"/>
            </a:solidFill>
            <a:prstDash val="solid"/>
          </a:ln>
          <a:effectLst>
            <a:outerShdw blurRad="76200" dist="25400" dir="5400000" algn="bl" rotWithShape="0">
              <a:srgbClr val="000000">
                <a:alpha val="20000"/>
              </a:srgbClr>
            </a:outerShdw>
          </a:effectLst>
        </p:spPr>
      </p:sp>
      <p:sp>
        <p:nvSpPr>
          <p:cNvPr id="55" name="Signal Arc 1"/>
          <p:cNvSpPr/>
          <p:nvPr/>
        </p:nvSpPr>
        <p:spPr>
          <a:xfrm>
            <a:off x="5943600" y="2130552"/>
            <a:ext cx="310896" cy="310896"/>
          </a:xfrm>
          <a:prstGeom prst="arc">
            <a:avLst>
              <a:gd name="adj1" fmla="val 13500000"/>
              <a:gd name="adj2" fmla="val 18900000"/>
            </a:avLst>
          </a:prstGeom>
          <a:noFill/>
          <a:ln w="57150">
            <a:solidFill>
              <a:srgbClr val="FFFFFF"/>
            </a:solidFill>
            <a:prstDash val="solid"/>
          </a:ln>
        </p:spPr>
      </p:sp>
      <p:sp>
        <p:nvSpPr>
          <p:cNvPr id="56" name="Signal Arc 2"/>
          <p:cNvSpPr/>
          <p:nvPr/>
        </p:nvSpPr>
        <p:spPr>
          <a:xfrm>
            <a:off x="5824728" y="2011680"/>
            <a:ext cx="548640" cy="548640"/>
          </a:xfrm>
          <a:prstGeom prst="arc">
            <a:avLst>
              <a:gd name="adj1" fmla="val 13500000"/>
              <a:gd name="adj2" fmla="val 18900000"/>
            </a:avLst>
          </a:prstGeom>
          <a:noFill/>
          <a:ln w="57150">
            <a:solidFill>
              <a:srgbClr val="FFFFFF"/>
            </a:solidFill>
            <a:prstDash val="solid"/>
          </a:ln>
        </p:spPr>
      </p:sp>
      <p:sp>
        <p:nvSpPr>
          <p:cNvPr id="57" name="Signal Arc 3"/>
          <p:cNvSpPr/>
          <p:nvPr/>
        </p:nvSpPr>
        <p:spPr>
          <a:xfrm>
            <a:off x="5705856" y="1892808"/>
            <a:ext cx="786384" cy="786384"/>
          </a:xfrm>
          <a:prstGeom prst="arc">
            <a:avLst>
              <a:gd name="adj1" fmla="val 13500000"/>
              <a:gd name="adj2" fmla="val 18900000"/>
            </a:avLst>
          </a:prstGeom>
          <a:noFill/>
          <a:ln w="57150">
            <a:solidFill>
              <a:srgbClr val="FFFFFF"/>
            </a:solidFill>
            <a:prstDash val="solid"/>
          </a:ln>
        </p:spPr>
      </p:sp>
      <p:sp>
        <p:nvSpPr>
          <p:cNvPr id="58" name="Signal Dot"/>
          <p:cNvSpPr/>
          <p:nvPr/>
        </p:nvSpPr>
        <p:spPr>
          <a:xfrm>
            <a:off x="6053328" y="2240280"/>
            <a:ext cx="91440" cy="91440"/>
          </a:xfrm>
          <a:prstGeom prst="ellipse">
            <a:avLst/>
          </a:prstGeom>
          <a:solidFill>
            <a:srgbClr val="FFFFFF"/>
          </a:solidFill>
          <a:ln w="12700">
            <a:solidFill>
              <a:srgbClr val="FFFFFF"/>
            </a:solidFill>
            <a:prstDash val="solid"/>
          </a:ln>
        </p:spPr>
      </p:sp>
      <p:sp>
        <p:nvSpPr>
          <p:cNvPr id="59" name="Contactless Payments Heading"/>
          <p:cNvSpPr txBox="1"/>
          <p:nvPr/>
        </p:nvSpPr>
        <p:spPr>
          <a:xfrm>
            <a:off x="5074920" y="2697480"/>
            <a:ext cx="2048256" cy="713232"/>
          </a:xfrm>
          <a:prstGeom prst="rect">
            <a:avLst/>
          </a:prstGeom>
          <a:noFill/>
          <a:ln/>
        </p:spPr>
        <p:txBody>
          <a:bodyPr wrap="square" lIns="0" tIns="0" rIns="0" bIns="0" rtlCol="0" anchor="ctr"/>
          <a:lstStyle/>
          <a:p>
            <a:pPr marL="0" indent="0" algn="ctr">
              <a:buNone/>
            </a:pPr>
            <a:r>
              <a:rPr lang="en-US" sz="2200" b="1" dirty="0">
                <a:solidFill>
                  <a:srgbClr val="12356B"/>
                </a:solidFill>
                <a:latin typeface="Times New Roman" pitchFamily="34" charset="0"/>
                <a:ea typeface="Times New Roman" pitchFamily="34" charset="-122"/>
                <a:cs typeface="Times New Roman" pitchFamily="34" charset="-120"/>
              </a:rPr>
              <a:t>Contactless payments</a:t>
            </a:r>
            <a:endParaRPr lang="en-US" sz="2200" dirty="0"/>
          </a:p>
        </p:txBody>
      </p:sp>
      <p:sp>
        <p:nvSpPr>
          <p:cNvPr id="60" name="Contactless Payments Divider"/>
          <p:cNvSpPr/>
          <p:nvPr/>
        </p:nvSpPr>
        <p:spPr>
          <a:xfrm>
            <a:off x="5870448" y="3447288"/>
            <a:ext cx="457200" cy="27432"/>
          </a:xfrm>
          <a:prstGeom prst="rect">
            <a:avLst/>
          </a:prstGeom>
          <a:solidFill>
            <a:srgbClr val="1E8E5A"/>
          </a:solidFill>
          <a:ln w="12700">
            <a:solidFill>
              <a:srgbClr val="1E8E5A"/>
            </a:solidFill>
            <a:prstDash val="solid"/>
          </a:ln>
        </p:spPr>
      </p:sp>
      <p:sp>
        <p:nvSpPr>
          <p:cNvPr id="61" name="Contactless Payments Description"/>
          <p:cNvSpPr txBox="1"/>
          <p:nvPr/>
        </p:nvSpPr>
        <p:spPr>
          <a:xfrm>
            <a:off x="5166360" y="3584448"/>
            <a:ext cx="1865376" cy="914400"/>
          </a:xfrm>
          <a:prstGeom prst="rect">
            <a:avLst/>
          </a:prstGeom>
          <a:noFill/>
          <a:ln/>
        </p:spPr>
        <p:txBody>
          <a:bodyPr wrap="square" lIns="0" tIns="0" rIns="0" bIns="0" rtlCol="0" anchor="t"/>
          <a:lstStyle/>
          <a:p>
            <a:pPr marL="0" indent="0" algn="ctr">
              <a:lnSpc>
                <a:spcPct val="105000"/>
              </a:lnSpc>
              <a:buNone/>
            </a:pPr>
            <a:r>
              <a:rPr lang="en-US" sz="1500" dirty="0">
                <a:solidFill>
                  <a:srgbClr val="2F3F5C"/>
                </a:solidFill>
                <a:latin typeface="Times New Roman" pitchFamily="34" charset="0"/>
                <a:ea typeface="Times New Roman" pitchFamily="34" charset="-122"/>
                <a:cs typeface="Times New Roman" pitchFamily="34" charset="-120"/>
              </a:rPr>
              <a:t>Contactless payments using cards and compatible devices.</a:t>
            </a:r>
            <a:endParaRPr lang="en-US" sz="1500" dirty="0"/>
          </a:p>
        </p:txBody>
      </p:sp>
      <p:sp>
        <p:nvSpPr>
          <p:cNvPr id="62" name="Contactless Payments Bottom Strip"/>
          <p:cNvSpPr/>
          <p:nvPr/>
        </p:nvSpPr>
        <p:spPr>
          <a:xfrm>
            <a:off x="5394960" y="4709160"/>
            <a:ext cx="1408176" cy="109728"/>
          </a:xfrm>
          <a:prstGeom prst="roundRect">
            <a:avLst>
              <a:gd name="adj" fmla="val 41667"/>
            </a:avLst>
          </a:prstGeom>
          <a:solidFill>
            <a:srgbClr val="1E8E5A"/>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63" name="AI Assistants Card"/>
          <p:cNvSpPr/>
          <p:nvPr/>
        </p:nvSpPr>
        <p:spPr>
          <a:xfrm>
            <a:off x="7296912" y="1417320"/>
            <a:ext cx="2139696" cy="3401568"/>
          </a:xfrm>
          <a:prstGeom prst="roundRect">
            <a:avLst>
              <a:gd name="adj" fmla="val 5983"/>
            </a:avLst>
          </a:prstGeom>
          <a:solidFill>
            <a:srgbClr val="EFEBFB"/>
          </a:solidFill>
          <a:ln w="12700">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p>
      <p:sp>
        <p:nvSpPr>
          <p:cNvPr id="64" name="AI Assistants Icon Halo"/>
          <p:cNvSpPr/>
          <p:nvPr/>
        </p:nvSpPr>
        <p:spPr>
          <a:xfrm>
            <a:off x="7818120" y="1581912"/>
            <a:ext cx="1097280" cy="1097280"/>
          </a:xfrm>
          <a:prstGeom prst="ellipse">
            <a:avLst/>
          </a:prstGeom>
          <a:solidFill>
            <a:srgbClr val="DBD1F5">
              <a:alpha val="70000"/>
            </a:srgbClr>
          </a:solidFill>
          <a:ln w="12700">
            <a:solidFill>
              <a:srgbClr val="DBD1F5">
                <a:alpha val="0"/>
              </a:srgbClr>
            </a:solidFill>
            <a:prstDash val="solid"/>
          </a:ln>
        </p:spPr>
      </p:sp>
      <p:sp>
        <p:nvSpPr>
          <p:cNvPr id="65" name="AI Assistants Icon Circle"/>
          <p:cNvSpPr/>
          <p:nvPr/>
        </p:nvSpPr>
        <p:spPr>
          <a:xfrm>
            <a:off x="7909560" y="1673352"/>
            <a:ext cx="914400" cy="914400"/>
          </a:xfrm>
          <a:prstGeom prst="ellipse">
            <a:avLst/>
          </a:prstGeom>
          <a:solidFill>
            <a:srgbClr val="6B3FC4"/>
          </a:solidFill>
          <a:ln w="19050">
            <a:solidFill>
              <a:srgbClr val="FFFFFF"/>
            </a:solidFill>
            <a:prstDash val="solid"/>
          </a:ln>
          <a:effectLst>
            <a:outerShdw blurRad="76200" dist="25400" dir="5400000" algn="bl" rotWithShape="0">
              <a:srgbClr val="000000">
                <a:alpha val="20000"/>
              </a:srgbClr>
            </a:outerShdw>
          </a:effectLst>
        </p:spPr>
      </p:sp>
      <p:sp>
        <p:nvSpPr>
          <p:cNvPr id="66" name="Robot Antenna"/>
          <p:cNvSpPr/>
          <p:nvPr/>
        </p:nvSpPr>
        <p:spPr>
          <a:xfrm>
            <a:off x="8366760" y="1856232"/>
            <a:ext cx="0" cy="137160"/>
          </a:xfrm>
          <a:prstGeom prst="line">
            <a:avLst/>
          </a:prstGeom>
          <a:noFill/>
          <a:ln w="25400">
            <a:solidFill>
              <a:srgbClr val="FFFFFF"/>
            </a:solidFill>
            <a:prstDash val="solid"/>
          </a:ln>
        </p:spPr>
      </p:sp>
      <p:sp>
        <p:nvSpPr>
          <p:cNvPr id="67" name="Robot Antenna Ball"/>
          <p:cNvSpPr/>
          <p:nvPr/>
        </p:nvSpPr>
        <p:spPr>
          <a:xfrm>
            <a:off x="8330184" y="1819656"/>
            <a:ext cx="73152" cy="73152"/>
          </a:xfrm>
          <a:prstGeom prst="ellipse">
            <a:avLst/>
          </a:prstGeom>
          <a:solidFill>
            <a:srgbClr val="FFFFFF"/>
          </a:solidFill>
          <a:ln w="12700">
            <a:solidFill>
              <a:srgbClr val="FFFFFF"/>
            </a:solidFill>
            <a:prstDash val="solid"/>
          </a:ln>
        </p:spPr>
      </p:sp>
      <p:sp>
        <p:nvSpPr>
          <p:cNvPr id="68" name="Robot Head"/>
          <p:cNvSpPr/>
          <p:nvPr/>
        </p:nvSpPr>
        <p:spPr>
          <a:xfrm>
            <a:off x="8129016" y="1993392"/>
            <a:ext cx="475488" cy="365760"/>
          </a:xfrm>
          <a:prstGeom prst="roundRect">
            <a:avLst>
              <a:gd name="adj" fmla="val 12500"/>
            </a:avLst>
          </a:prstGeom>
          <a:solidFill>
            <a:srgbClr val="FFFFFF"/>
          </a:solidFill>
          <a:ln w="12700">
            <a:solidFill>
              <a:srgbClr val="FFFFFF"/>
            </a:solidFill>
            <a:prstDash val="solid"/>
          </a:ln>
        </p:spPr>
      </p:sp>
      <p:sp>
        <p:nvSpPr>
          <p:cNvPr id="69" name="Robot Ear Left"/>
          <p:cNvSpPr/>
          <p:nvPr/>
        </p:nvSpPr>
        <p:spPr>
          <a:xfrm>
            <a:off x="8074152" y="2103120"/>
            <a:ext cx="45720" cy="146304"/>
          </a:xfrm>
          <a:prstGeom prst="roundRect">
            <a:avLst>
              <a:gd name="adj" fmla="val 40000"/>
            </a:avLst>
          </a:prstGeom>
          <a:solidFill>
            <a:srgbClr val="FFFFFF"/>
          </a:solidFill>
          <a:ln w="12700">
            <a:solidFill>
              <a:srgbClr val="FFFFFF"/>
            </a:solidFill>
            <a:prstDash val="solid"/>
          </a:ln>
        </p:spPr>
      </p:sp>
      <p:sp>
        <p:nvSpPr>
          <p:cNvPr id="70" name="Robot Ear Right"/>
          <p:cNvSpPr/>
          <p:nvPr/>
        </p:nvSpPr>
        <p:spPr>
          <a:xfrm>
            <a:off x="8613648" y="2103120"/>
            <a:ext cx="45720" cy="146304"/>
          </a:xfrm>
          <a:prstGeom prst="roundRect">
            <a:avLst>
              <a:gd name="adj" fmla="val 40000"/>
            </a:avLst>
          </a:prstGeom>
          <a:solidFill>
            <a:srgbClr val="FFFFFF"/>
          </a:solidFill>
          <a:ln w="12700">
            <a:solidFill>
              <a:srgbClr val="FFFFFF"/>
            </a:solidFill>
            <a:prstDash val="solid"/>
          </a:ln>
        </p:spPr>
      </p:sp>
      <p:sp>
        <p:nvSpPr>
          <p:cNvPr id="71" name="Robot Eye Left"/>
          <p:cNvSpPr/>
          <p:nvPr/>
        </p:nvSpPr>
        <p:spPr>
          <a:xfrm>
            <a:off x="8229600" y="2075688"/>
            <a:ext cx="73152" cy="73152"/>
          </a:xfrm>
          <a:prstGeom prst="ellipse">
            <a:avLst/>
          </a:prstGeom>
          <a:solidFill>
            <a:srgbClr val="6B3FC4"/>
          </a:solidFill>
          <a:ln w="12700">
            <a:solidFill>
              <a:srgbClr val="6B3FC4"/>
            </a:solidFill>
            <a:prstDash val="solid"/>
          </a:ln>
        </p:spPr>
      </p:sp>
      <p:sp>
        <p:nvSpPr>
          <p:cNvPr id="72" name="Robot Eye Right"/>
          <p:cNvSpPr/>
          <p:nvPr/>
        </p:nvSpPr>
        <p:spPr>
          <a:xfrm>
            <a:off x="8430768" y="2075688"/>
            <a:ext cx="73152" cy="73152"/>
          </a:xfrm>
          <a:prstGeom prst="ellipse">
            <a:avLst/>
          </a:prstGeom>
          <a:solidFill>
            <a:srgbClr val="6B3FC4"/>
          </a:solidFill>
          <a:ln w="12700">
            <a:solidFill>
              <a:srgbClr val="6B3FC4"/>
            </a:solidFill>
            <a:prstDash val="solid"/>
          </a:ln>
        </p:spPr>
      </p:sp>
      <p:sp>
        <p:nvSpPr>
          <p:cNvPr id="73" name="Robot Mouth"/>
          <p:cNvSpPr/>
          <p:nvPr/>
        </p:nvSpPr>
        <p:spPr>
          <a:xfrm>
            <a:off x="8247888" y="2203704"/>
            <a:ext cx="237744" cy="54864"/>
          </a:xfrm>
          <a:prstGeom prst="roundRect">
            <a:avLst>
              <a:gd name="adj" fmla="val 33333"/>
            </a:avLst>
          </a:prstGeom>
          <a:solidFill>
            <a:srgbClr val="6B3FC4"/>
          </a:solidFill>
          <a:ln w="12700">
            <a:solidFill>
              <a:srgbClr val="6B3FC4"/>
            </a:solidFill>
            <a:prstDash val="solid"/>
          </a:ln>
        </p:spPr>
      </p:sp>
      <p:sp>
        <p:nvSpPr>
          <p:cNvPr id="74" name="AI Assistants Heading"/>
          <p:cNvSpPr txBox="1"/>
          <p:nvPr/>
        </p:nvSpPr>
        <p:spPr>
          <a:xfrm>
            <a:off x="7342632" y="2697480"/>
            <a:ext cx="2048256" cy="713232"/>
          </a:xfrm>
          <a:prstGeom prst="rect">
            <a:avLst/>
          </a:prstGeom>
          <a:noFill/>
          <a:ln/>
        </p:spPr>
        <p:txBody>
          <a:bodyPr wrap="square" lIns="0" tIns="0" rIns="0" bIns="0" rtlCol="0" anchor="ctr"/>
          <a:lstStyle/>
          <a:p>
            <a:pPr marL="0" indent="0" algn="ctr">
              <a:buNone/>
            </a:pPr>
            <a:r>
              <a:rPr lang="en-US" sz="2200" b="1" dirty="0">
                <a:solidFill>
                  <a:srgbClr val="12356B"/>
                </a:solidFill>
                <a:latin typeface="Times New Roman" pitchFamily="34" charset="0"/>
                <a:ea typeface="Times New Roman" pitchFamily="34" charset="-122"/>
                <a:cs typeface="Times New Roman" pitchFamily="34" charset="-120"/>
              </a:rPr>
              <a:t>AI assistants</a:t>
            </a:r>
            <a:endParaRPr lang="en-US" sz="2200" dirty="0"/>
          </a:p>
        </p:txBody>
      </p:sp>
      <p:sp>
        <p:nvSpPr>
          <p:cNvPr id="75" name="AI Assistants Divider"/>
          <p:cNvSpPr/>
          <p:nvPr/>
        </p:nvSpPr>
        <p:spPr>
          <a:xfrm>
            <a:off x="8138160" y="3447288"/>
            <a:ext cx="457200" cy="27432"/>
          </a:xfrm>
          <a:prstGeom prst="rect">
            <a:avLst/>
          </a:prstGeom>
          <a:solidFill>
            <a:srgbClr val="6B3FC4"/>
          </a:solidFill>
          <a:ln w="12700">
            <a:solidFill>
              <a:srgbClr val="6B3FC4"/>
            </a:solidFill>
            <a:prstDash val="solid"/>
          </a:ln>
        </p:spPr>
      </p:sp>
      <p:sp>
        <p:nvSpPr>
          <p:cNvPr id="76" name="AI Assistants Description"/>
          <p:cNvSpPr txBox="1"/>
          <p:nvPr/>
        </p:nvSpPr>
        <p:spPr>
          <a:xfrm>
            <a:off x="7434072" y="3584448"/>
            <a:ext cx="1865376" cy="914400"/>
          </a:xfrm>
          <a:prstGeom prst="rect">
            <a:avLst/>
          </a:prstGeom>
          <a:noFill/>
          <a:ln/>
        </p:spPr>
        <p:txBody>
          <a:bodyPr wrap="square" lIns="0" tIns="0" rIns="0" bIns="0" rtlCol="0" anchor="t"/>
          <a:lstStyle/>
          <a:p>
            <a:pPr marL="0" indent="0" algn="ctr">
              <a:lnSpc>
                <a:spcPct val="105000"/>
              </a:lnSpc>
              <a:buNone/>
            </a:pPr>
            <a:r>
              <a:rPr lang="en-US" sz="1500" dirty="0">
                <a:solidFill>
                  <a:srgbClr val="2F3F5C"/>
                </a:solidFill>
                <a:latin typeface="Times New Roman" pitchFamily="34" charset="0"/>
                <a:ea typeface="Times New Roman" pitchFamily="34" charset="-122"/>
                <a:cs typeface="Times New Roman" pitchFamily="34" charset="-120"/>
              </a:rPr>
              <a:t>AI-powered chatbots and virtual assistants.</a:t>
            </a:r>
            <a:endParaRPr lang="en-US" sz="1500" dirty="0"/>
          </a:p>
        </p:txBody>
      </p:sp>
      <p:sp>
        <p:nvSpPr>
          <p:cNvPr id="77" name="AI Assistants Bottom Strip"/>
          <p:cNvSpPr/>
          <p:nvPr/>
        </p:nvSpPr>
        <p:spPr>
          <a:xfrm>
            <a:off x="7662672" y="4709160"/>
            <a:ext cx="1408176" cy="109728"/>
          </a:xfrm>
          <a:prstGeom prst="roundRect">
            <a:avLst>
              <a:gd name="adj" fmla="val 41667"/>
            </a:avLst>
          </a:prstGeom>
          <a:solidFill>
            <a:srgbClr val="6B3FC4"/>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78" name="Digital Onboarding Card"/>
          <p:cNvSpPr/>
          <p:nvPr/>
        </p:nvSpPr>
        <p:spPr>
          <a:xfrm>
            <a:off x="9564624" y="1417320"/>
            <a:ext cx="2139696" cy="3401568"/>
          </a:xfrm>
          <a:prstGeom prst="roundRect">
            <a:avLst>
              <a:gd name="adj" fmla="val 5983"/>
            </a:avLst>
          </a:prstGeom>
          <a:solidFill>
            <a:srgbClr val="E3F4FA"/>
          </a:solidFill>
          <a:ln w="12700">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p>
      <p:sp>
        <p:nvSpPr>
          <p:cNvPr id="79" name="Digital Onboarding Icon Halo"/>
          <p:cNvSpPr/>
          <p:nvPr/>
        </p:nvSpPr>
        <p:spPr>
          <a:xfrm>
            <a:off x="10085832" y="1581912"/>
            <a:ext cx="1097280" cy="1097280"/>
          </a:xfrm>
          <a:prstGeom prst="ellipse">
            <a:avLst/>
          </a:prstGeom>
          <a:solidFill>
            <a:srgbClr val="C3E6F2">
              <a:alpha val="70000"/>
            </a:srgbClr>
          </a:solidFill>
          <a:ln w="12700">
            <a:solidFill>
              <a:srgbClr val="C3E6F2">
                <a:alpha val="0"/>
              </a:srgbClr>
            </a:solidFill>
            <a:prstDash val="solid"/>
          </a:ln>
        </p:spPr>
      </p:sp>
      <p:sp>
        <p:nvSpPr>
          <p:cNvPr id="80" name="Digital Onboarding Icon Circle"/>
          <p:cNvSpPr/>
          <p:nvPr/>
        </p:nvSpPr>
        <p:spPr>
          <a:xfrm>
            <a:off x="10177272" y="1673352"/>
            <a:ext cx="914400" cy="914400"/>
          </a:xfrm>
          <a:prstGeom prst="ellipse">
            <a:avLst/>
          </a:prstGeom>
          <a:solidFill>
            <a:srgbClr val="1E8FB0"/>
          </a:solidFill>
          <a:ln w="19050">
            <a:solidFill>
              <a:srgbClr val="FFFFFF"/>
            </a:solidFill>
            <a:prstDash val="solid"/>
          </a:ln>
          <a:effectLst>
            <a:outerShdw blurRad="76200" dist="25400" dir="5400000" algn="bl" rotWithShape="0">
              <a:srgbClr val="000000">
                <a:alpha val="20000"/>
              </a:srgbClr>
            </a:outerShdw>
          </a:effectLst>
        </p:spPr>
      </p:sp>
      <p:sp>
        <p:nvSpPr>
          <p:cNvPr id="81" name="User Head"/>
          <p:cNvSpPr/>
          <p:nvPr/>
        </p:nvSpPr>
        <p:spPr>
          <a:xfrm>
            <a:off x="10451592" y="1883664"/>
            <a:ext cx="219456" cy="219456"/>
          </a:xfrm>
          <a:prstGeom prst="ellipse">
            <a:avLst/>
          </a:prstGeom>
          <a:solidFill>
            <a:srgbClr val="FFFFFF"/>
          </a:solidFill>
          <a:ln w="12700">
            <a:solidFill>
              <a:srgbClr val="FFFFFF"/>
            </a:solidFill>
            <a:prstDash val="solid"/>
          </a:ln>
        </p:spPr>
      </p:sp>
      <p:sp>
        <p:nvSpPr>
          <p:cNvPr id="82" name="User Body"/>
          <p:cNvSpPr/>
          <p:nvPr/>
        </p:nvSpPr>
        <p:spPr>
          <a:xfrm>
            <a:off x="10351008" y="2130552"/>
            <a:ext cx="420624" cy="237744"/>
          </a:xfrm>
          <a:prstGeom prst="round2SameRect">
            <a:avLst/>
          </a:prstGeom>
          <a:solidFill>
            <a:srgbClr val="FFFFFF"/>
          </a:solidFill>
          <a:ln w="12700">
            <a:solidFill>
              <a:srgbClr val="FFFFFF"/>
            </a:solidFill>
            <a:prstDash val="solid"/>
          </a:ln>
        </p:spPr>
      </p:sp>
      <p:sp>
        <p:nvSpPr>
          <p:cNvPr id="83" name="Verify Checkmark"/>
          <p:cNvSpPr/>
          <p:nvPr/>
        </p:nvSpPr>
        <p:spPr>
          <a:xfrm>
            <a:off x="10725912" y="1911096"/>
            <a:ext cx="228600" cy="164592"/>
          </a:xfrm>
          <a:custGeom>
            <a:avLst/>
            <a:gdLst/>
            <a:ahLst/>
            <a:cxnLst/>
            <a:rect l="l" t="t" r="r" b="b"/>
            <a:pathLst>
              <a:path w="228600" h="164592">
                <a:moveTo>
                  <a:pt x="0" y="82296"/>
                </a:moveTo>
                <a:lnTo>
                  <a:pt x="73152" y="155448"/>
                </a:lnTo>
                <a:lnTo>
                  <a:pt x="228600" y="0"/>
                </a:lnTo>
              </a:path>
            </a:pathLst>
          </a:custGeom>
          <a:ln w="44450">
            <a:solidFill>
              <a:srgbClr val="FFFFFF"/>
            </a:solidFill>
            <a:prstDash val="solid"/>
          </a:ln>
        </p:spPr>
      </p:sp>
      <p:sp>
        <p:nvSpPr>
          <p:cNvPr id="84" name="Digital Onboarding Heading"/>
          <p:cNvSpPr txBox="1"/>
          <p:nvPr/>
        </p:nvSpPr>
        <p:spPr>
          <a:xfrm>
            <a:off x="9610344" y="2697480"/>
            <a:ext cx="2048256" cy="713232"/>
          </a:xfrm>
          <a:prstGeom prst="rect">
            <a:avLst/>
          </a:prstGeom>
          <a:noFill/>
          <a:ln/>
        </p:spPr>
        <p:txBody>
          <a:bodyPr wrap="square" lIns="0" tIns="0" rIns="0" bIns="0" rtlCol="0" anchor="ctr"/>
          <a:lstStyle/>
          <a:p>
            <a:pPr marL="0" indent="0" algn="ctr">
              <a:buNone/>
            </a:pPr>
            <a:r>
              <a:rPr lang="en-US" sz="2200" b="1" dirty="0">
                <a:solidFill>
                  <a:srgbClr val="12356B"/>
                </a:solidFill>
                <a:latin typeface="Times New Roman" pitchFamily="34" charset="0"/>
                <a:ea typeface="Times New Roman" pitchFamily="34" charset="-122"/>
                <a:cs typeface="Times New Roman" pitchFamily="34" charset="-120"/>
              </a:rPr>
              <a:t>Digital onboarding</a:t>
            </a:r>
            <a:endParaRPr lang="en-US" sz="2200" dirty="0"/>
          </a:p>
        </p:txBody>
      </p:sp>
      <p:sp>
        <p:nvSpPr>
          <p:cNvPr id="85" name="Digital Onboarding Divider"/>
          <p:cNvSpPr/>
          <p:nvPr/>
        </p:nvSpPr>
        <p:spPr>
          <a:xfrm>
            <a:off x="10405872" y="3447288"/>
            <a:ext cx="457200" cy="27432"/>
          </a:xfrm>
          <a:prstGeom prst="rect">
            <a:avLst/>
          </a:prstGeom>
          <a:solidFill>
            <a:srgbClr val="1E8FB0"/>
          </a:solidFill>
          <a:ln w="12700">
            <a:solidFill>
              <a:srgbClr val="1E8FB0"/>
            </a:solidFill>
            <a:prstDash val="solid"/>
          </a:ln>
        </p:spPr>
      </p:sp>
      <p:sp>
        <p:nvSpPr>
          <p:cNvPr id="86" name="Digital Onboarding Description"/>
          <p:cNvSpPr txBox="1"/>
          <p:nvPr/>
        </p:nvSpPr>
        <p:spPr>
          <a:xfrm>
            <a:off x="9701784" y="3584448"/>
            <a:ext cx="1865376" cy="914400"/>
          </a:xfrm>
          <a:prstGeom prst="rect">
            <a:avLst/>
          </a:prstGeom>
          <a:noFill/>
          <a:ln/>
        </p:spPr>
        <p:txBody>
          <a:bodyPr wrap="square" lIns="0" tIns="0" rIns="0" bIns="0" rtlCol="0" anchor="t"/>
          <a:lstStyle/>
          <a:p>
            <a:pPr marL="0" indent="0" algn="ctr">
              <a:lnSpc>
                <a:spcPct val="105000"/>
              </a:lnSpc>
              <a:buNone/>
            </a:pPr>
            <a:r>
              <a:rPr lang="en-US" sz="1500" dirty="0">
                <a:solidFill>
                  <a:srgbClr val="2F3F5C"/>
                </a:solidFill>
                <a:latin typeface="Times New Roman" pitchFamily="34" charset="0"/>
                <a:ea typeface="Times New Roman" pitchFamily="34" charset="-122"/>
                <a:cs typeface="Times New Roman" pitchFamily="34" charset="-120"/>
              </a:rPr>
              <a:t>Digital account opening and online identity verification.</a:t>
            </a:r>
            <a:endParaRPr lang="en-US" sz="1500" dirty="0"/>
          </a:p>
        </p:txBody>
      </p:sp>
      <p:sp>
        <p:nvSpPr>
          <p:cNvPr id="87" name="Digital Onboarding Bottom Strip"/>
          <p:cNvSpPr/>
          <p:nvPr/>
        </p:nvSpPr>
        <p:spPr>
          <a:xfrm>
            <a:off x="9930384" y="4709160"/>
            <a:ext cx="1408176" cy="109728"/>
          </a:xfrm>
          <a:prstGeom prst="roundRect">
            <a:avLst>
              <a:gd name="adj" fmla="val 41667"/>
            </a:avLst>
          </a:prstGeom>
          <a:solidFill>
            <a:srgbClr val="1E8FB0"/>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88" name="Banner"/>
          <p:cNvSpPr/>
          <p:nvPr/>
        </p:nvSpPr>
        <p:spPr>
          <a:xfrm>
            <a:off x="539496" y="5120640"/>
            <a:ext cx="11137392" cy="768096"/>
          </a:xfrm>
          <a:prstGeom prst="roundRect">
            <a:avLst>
              <a:gd name="adj" fmla="val 19048"/>
            </a:avLst>
          </a:prstGeom>
          <a:solidFill>
            <a:srgbClr val="0B2854"/>
          </a:solidFill>
          <a:ln w="12700">
            <a:noFill/>
            <a:prstDash val="solid"/>
          </a:ln>
          <a:effectLst/>
          <a:scene3d>
            <a:camera prst="orthographicFront">
              <a:rot lat="0" lon="0" rev="0"/>
            </a:camera>
            <a:lightRig rig="glow" dir="t">
              <a:rot lat="0" lon="0" rev="14100000"/>
            </a:lightRig>
          </a:scene3d>
          <a:sp3d prstMaterial="softEdge">
            <a:bevelT w="127000" prst="artDeco"/>
          </a:sp3d>
        </p:spPr>
      </p:sp>
      <p:sp>
        <p:nvSpPr>
          <p:cNvPr id="89" name="Bulb Glass"/>
          <p:cNvSpPr/>
          <p:nvPr/>
        </p:nvSpPr>
        <p:spPr>
          <a:xfrm>
            <a:off x="1014984" y="5321808"/>
            <a:ext cx="256032" cy="256032"/>
          </a:xfrm>
          <a:prstGeom prst="ellipse">
            <a:avLst/>
          </a:prstGeom>
          <a:solidFill>
            <a:srgbClr val="FFC533"/>
          </a:solidFill>
          <a:ln w="12700">
            <a:solidFill>
              <a:srgbClr val="FFC533"/>
            </a:solidFill>
            <a:prstDash val="solid"/>
          </a:ln>
        </p:spPr>
      </p:sp>
      <p:sp>
        <p:nvSpPr>
          <p:cNvPr id="90" name="Bulb Neck"/>
          <p:cNvSpPr/>
          <p:nvPr/>
        </p:nvSpPr>
        <p:spPr>
          <a:xfrm>
            <a:off x="1069848" y="5568696"/>
            <a:ext cx="146304" cy="91440"/>
          </a:xfrm>
          <a:prstGeom prst="roundRect">
            <a:avLst>
              <a:gd name="adj" fmla="val 20000"/>
            </a:avLst>
          </a:prstGeom>
          <a:solidFill>
            <a:srgbClr val="FFC533"/>
          </a:solidFill>
          <a:ln w="12700">
            <a:solidFill>
              <a:srgbClr val="FFC533"/>
            </a:solidFill>
            <a:prstDash val="solid"/>
          </a:ln>
        </p:spPr>
      </p:sp>
      <p:sp>
        <p:nvSpPr>
          <p:cNvPr id="91" name="Bulb Base"/>
          <p:cNvSpPr/>
          <p:nvPr/>
        </p:nvSpPr>
        <p:spPr>
          <a:xfrm>
            <a:off x="1097280" y="5669280"/>
            <a:ext cx="91440" cy="45720"/>
          </a:xfrm>
          <a:prstGeom prst="roundRect">
            <a:avLst>
              <a:gd name="adj" fmla="val 40000"/>
            </a:avLst>
          </a:prstGeom>
          <a:solidFill>
            <a:srgbClr val="FFC533"/>
          </a:solidFill>
          <a:ln w="12700">
            <a:solidFill>
              <a:srgbClr val="FFC533"/>
            </a:solidFill>
            <a:prstDash val="solid"/>
          </a:ln>
        </p:spPr>
      </p:sp>
      <p:sp>
        <p:nvSpPr>
          <p:cNvPr id="92" name="Bulb Ray 1"/>
          <p:cNvSpPr/>
          <p:nvPr/>
        </p:nvSpPr>
        <p:spPr>
          <a:xfrm>
            <a:off x="1143000" y="5202936"/>
            <a:ext cx="0" cy="64008"/>
          </a:xfrm>
          <a:prstGeom prst="line">
            <a:avLst/>
          </a:prstGeom>
          <a:noFill/>
          <a:ln w="19050">
            <a:solidFill>
              <a:srgbClr val="FFC533"/>
            </a:solidFill>
            <a:prstDash val="solid"/>
          </a:ln>
        </p:spPr>
      </p:sp>
      <p:sp>
        <p:nvSpPr>
          <p:cNvPr id="93" name="Bulb Ray 2"/>
          <p:cNvSpPr/>
          <p:nvPr/>
        </p:nvSpPr>
        <p:spPr>
          <a:xfrm>
            <a:off x="941832" y="5266944"/>
            <a:ext cx="45720" cy="54864"/>
          </a:xfrm>
          <a:prstGeom prst="line">
            <a:avLst/>
          </a:prstGeom>
          <a:noFill/>
          <a:ln w="19050">
            <a:solidFill>
              <a:srgbClr val="FFC533"/>
            </a:solidFill>
            <a:prstDash val="solid"/>
          </a:ln>
        </p:spPr>
      </p:sp>
      <p:sp>
        <p:nvSpPr>
          <p:cNvPr id="94" name="Bulb Ray 3"/>
          <p:cNvSpPr/>
          <p:nvPr/>
        </p:nvSpPr>
        <p:spPr>
          <a:xfrm flipV="1">
            <a:off x="1298448" y="5266944"/>
            <a:ext cx="45720" cy="54864"/>
          </a:xfrm>
          <a:prstGeom prst="line">
            <a:avLst/>
          </a:prstGeom>
          <a:noFill/>
          <a:ln w="19050">
            <a:solidFill>
              <a:srgbClr val="FFC533"/>
            </a:solidFill>
            <a:prstDash val="solid"/>
          </a:ln>
        </p:spPr>
      </p:sp>
      <p:sp>
        <p:nvSpPr>
          <p:cNvPr id="95" name="Bulb Ray 4"/>
          <p:cNvSpPr/>
          <p:nvPr/>
        </p:nvSpPr>
        <p:spPr>
          <a:xfrm>
            <a:off x="877824" y="5449824"/>
            <a:ext cx="73152" cy="0"/>
          </a:xfrm>
          <a:prstGeom prst="line">
            <a:avLst/>
          </a:prstGeom>
          <a:noFill/>
          <a:ln w="19050">
            <a:solidFill>
              <a:srgbClr val="FFC533"/>
            </a:solidFill>
            <a:prstDash val="solid"/>
          </a:ln>
        </p:spPr>
      </p:sp>
      <p:sp>
        <p:nvSpPr>
          <p:cNvPr id="96" name="Bulb Ray 5"/>
          <p:cNvSpPr/>
          <p:nvPr/>
        </p:nvSpPr>
        <p:spPr>
          <a:xfrm>
            <a:off x="1335024" y="5449824"/>
            <a:ext cx="73152" cy="0"/>
          </a:xfrm>
          <a:prstGeom prst="line">
            <a:avLst/>
          </a:prstGeom>
          <a:noFill/>
          <a:ln w="19050">
            <a:solidFill>
              <a:srgbClr val="FFC533"/>
            </a:solidFill>
            <a:prstDash val="solid"/>
          </a:ln>
        </p:spPr>
      </p:sp>
      <p:sp>
        <p:nvSpPr>
          <p:cNvPr id="97" name="Banner Separator"/>
          <p:cNvSpPr/>
          <p:nvPr/>
        </p:nvSpPr>
        <p:spPr>
          <a:xfrm>
            <a:off x="1536192" y="5303520"/>
            <a:ext cx="0" cy="402336"/>
          </a:xfrm>
          <a:prstGeom prst="line">
            <a:avLst/>
          </a:prstGeom>
          <a:noFill/>
          <a:ln w="19050">
            <a:solidFill>
              <a:srgbClr val="FFC533"/>
            </a:solidFill>
            <a:prstDash val="solid"/>
          </a:ln>
        </p:spPr>
      </p:sp>
      <p:sp>
        <p:nvSpPr>
          <p:cNvPr id="98" name="Banner Text"/>
          <p:cNvSpPr txBox="1"/>
          <p:nvPr/>
        </p:nvSpPr>
        <p:spPr>
          <a:xfrm>
            <a:off x="1755648" y="5120640"/>
            <a:ext cx="9784080" cy="768096"/>
          </a:xfrm>
          <a:prstGeom prst="rect">
            <a:avLst/>
          </a:prstGeom>
          <a:noFill/>
          <a:ln/>
        </p:spPr>
        <p:txBody>
          <a:bodyPr wrap="square" lIns="0" tIns="0" rIns="0" bIns="0" rtlCol="0" anchor="ctr"/>
          <a:lstStyle/>
          <a:p>
            <a:pPr marL="0" indent="0" algn="l">
              <a:buNone/>
            </a:pPr>
            <a:r>
              <a:rPr lang="en-US" sz="1700" b="1" dirty="0">
                <a:solidFill>
                  <a:srgbClr val="FFC533"/>
                </a:solidFill>
                <a:latin typeface="Times New Roman" pitchFamily="34" charset="0"/>
                <a:ea typeface="Times New Roman" pitchFamily="34" charset="-122"/>
                <a:cs typeface="Times New Roman" pitchFamily="34" charset="-120"/>
              </a:rPr>
              <a:t>Why these trends: </a:t>
            </a:r>
            <a:r>
              <a:rPr lang="en-US" sz="1700" dirty="0">
                <a:solidFill>
                  <a:srgbClr val="FFFFFF"/>
                </a:solidFill>
                <a:latin typeface="Times New Roman" pitchFamily="34" charset="0"/>
                <a:ea typeface="Times New Roman" pitchFamily="34" charset="-122"/>
                <a:cs typeface="Times New Roman" pitchFamily="34" charset="-120"/>
              </a:rPr>
              <a:t>customers increasingly demand faster, safer and more convenient financial services.</a:t>
            </a:r>
            <a:endParaRPr lang="en-US" sz="1700" dirty="0"/>
          </a:p>
        </p:txBody>
      </p:sp>
      <p:grpSp>
        <p:nvGrpSpPr>
          <p:cNvPr id="99" name="Graphic 2">
            <a:extLst>
              <a:ext uri="{FF2B5EF4-FFF2-40B4-BE49-F238E27FC236}">
                <a16:creationId xmlns:a16="http://schemas.microsoft.com/office/drawing/2014/main" id="{08FF3104-DB29-C7D1-2E3F-A634750686AF}"/>
              </a:ext>
            </a:extLst>
          </p:cNvPr>
          <p:cNvGrpSpPr/>
          <p:nvPr/>
        </p:nvGrpSpPr>
        <p:grpSpPr>
          <a:xfrm>
            <a:off x="-5332721" y="5641848"/>
            <a:ext cx="22278322" cy="1206501"/>
            <a:chOff x="-1701658" y="3997633"/>
            <a:chExt cx="14003150" cy="3533927"/>
          </a:xfrm>
          <a:noFill/>
          <a:effectLst>
            <a:outerShdw blurRad="635000" algn="ctr" rotWithShape="0">
              <a:schemeClr val="bg1"/>
            </a:outerShdw>
          </a:effectLst>
        </p:grpSpPr>
        <p:grpSp>
          <p:nvGrpSpPr>
            <p:cNvPr id="100" name="Graphic 2">
              <a:extLst>
                <a:ext uri="{FF2B5EF4-FFF2-40B4-BE49-F238E27FC236}">
                  <a16:creationId xmlns:a16="http://schemas.microsoft.com/office/drawing/2014/main" id="{26545FC0-AD6A-80A6-5D60-D70CDFC51C24}"/>
                </a:ext>
              </a:extLst>
            </p:cNvPr>
            <p:cNvGrpSpPr/>
            <p:nvPr/>
          </p:nvGrpSpPr>
          <p:grpSpPr>
            <a:xfrm>
              <a:off x="-1701658" y="3997633"/>
              <a:ext cx="14003150" cy="3531261"/>
              <a:chOff x="-1701658" y="3997633"/>
              <a:chExt cx="14003150" cy="3531261"/>
            </a:xfrm>
            <a:grpFill/>
          </p:grpSpPr>
          <p:sp>
            <p:nvSpPr>
              <p:cNvPr id="1014" name="Freeform: Shape 1013">
                <a:extLst>
                  <a:ext uri="{FF2B5EF4-FFF2-40B4-BE49-F238E27FC236}">
                    <a16:creationId xmlns:a16="http://schemas.microsoft.com/office/drawing/2014/main" id="{326F12EB-AA3C-8030-8D27-7DAD93592B74}"/>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0FB909C1-4CBF-1151-1FDB-7718C59EBD61}"/>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BFAE4B4F-1BE0-8EF0-CB64-8464C41DB8D5}"/>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8B11F80E-B609-13D8-D1B1-F83BA4E489EA}"/>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224B219A-7B2B-3780-2F25-B98D805E9285}"/>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4AD6AFAA-26A2-B502-520E-76E1B51F9604}"/>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031F68D3-D10A-85B7-72E5-42FD696CB61C}"/>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1D64269C-6F7D-DA81-4422-0F269D9483EC}"/>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A7C33D90-CFF8-BE19-62C6-618ECB44DEFA}"/>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5BB53FC5-92B9-2F8A-8D87-EA4E24F161B4}"/>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208FD2A7-207D-3544-80BA-98B16B3D83F3}"/>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36E21CBF-A53B-11B2-4051-232FA3CBB7C0}"/>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367A790D-CE9B-D92F-FB84-943650A824CC}"/>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CD3AE483-81B8-586E-478E-D9168F8C42B1}"/>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8" name="Freeform: Shape 1027">
                <a:extLst>
                  <a:ext uri="{FF2B5EF4-FFF2-40B4-BE49-F238E27FC236}">
                    <a16:creationId xmlns:a16="http://schemas.microsoft.com/office/drawing/2014/main" id="{6B20CF7B-80BA-B896-A3AA-CD1808A22936}"/>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9" name="Freeform: Shape 1028">
                <a:extLst>
                  <a:ext uri="{FF2B5EF4-FFF2-40B4-BE49-F238E27FC236}">
                    <a16:creationId xmlns:a16="http://schemas.microsoft.com/office/drawing/2014/main" id="{89D00BBA-0A4B-165C-7FEA-6ABA579113A7}"/>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0" name="Freeform: Shape 1029">
                <a:extLst>
                  <a:ext uri="{FF2B5EF4-FFF2-40B4-BE49-F238E27FC236}">
                    <a16:creationId xmlns:a16="http://schemas.microsoft.com/office/drawing/2014/main" id="{6202F58B-5329-A6FE-5D82-730962CF63E2}"/>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1" name="Freeform: Shape 1030">
                <a:extLst>
                  <a:ext uri="{FF2B5EF4-FFF2-40B4-BE49-F238E27FC236}">
                    <a16:creationId xmlns:a16="http://schemas.microsoft.com/office/drawing/2014/main" id="{57CADC65-C328-48AE-7934-DE8C0DF27365}"/>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2" name="Freeform: Shape 1031">
                <a:extLst>
                  <a:ext uri="{FF2B5EF4-FFF2-40B4-BE49-F238E27FC236}">
                    <a16:creationId xmlns:a16="http://schemas.microsoft.com/office/drawing/2014/main" id="{67DE2D4B-00AE-4AD6-593E-FEB166983815}"/>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3" name="Freeform: Shape 1032">
                <a:extLst>
                  <a:ext uri="{FF2B5EF4-FFF2-40B4-BE49-F238E27FC236}">
                    <a16:creationId xmlns:a16="http://schemas.microsoft.com/office/drawing/2014/main" id="{9670ACBD-3B8C-FAEA-B768-B20FAAFB39BF}"/>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4" name="Freeform: Shape 1033">
                <a:extLst>
                  <a:ext uri="{FF2B5EF4-FFF2-40B4-BE49-F238E27FC236}">
                    <a16:creationId xmlns:a16="http://schemas.microsoft.com/office/drawing/2014/main" id="{2FE8B64E-2AA3-CEDA-1BE2-752D7663E590}"/>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5" name="Freeform: Shape 1034">
                <a:extLst>
                  <a:ext uri="{FF2B5EF4-FFF2-40B4-BE49-F238E27FC236}">
                    <a16:creationId xmlns:a16="http://schemas.microsoft.com/office/drawing/2014/main" id="{0C416B0F-A852-7C45-D204-DD7D3B1BEE6C}"/>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6" name="Freeform: Shape 1035">
                <a:extLst>
                  <a:ext uri="{FF2B5EF4-FFF2-40B4-BE49-F238E27FC236}">
                    <a16:creationId xmlns:a16="http://schemas.microsoft.com/office/drawing/2014/main" id="{87940F18-5FF9-7F0C-1F24-07A53AF0BFBD}"/>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7" name="Freeform: Shape 1036">
                <a:extLst>
                  <a:ext uri="{FF2B5EF4-FFF2-40B4-BE49-F238E27FC236}">
                    <a16:creationId xmlns:a16="http://schemas.microsoft.com/office/drawing/2014/main" id="{5F020411-E8F4-E7AA-F40C-D2CF7889DBB8}"/>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8" name="Freeform: Shape 1037">
                <a:extLst>
                  <a:ext uri="{FF2B5EF4-FFF2-40B4-BE49-F238E27FC236}">
                    <a16:creationId xmlns:a16="http://schemas.microsoft.com/office/drawing/2014/main" id="{6C0160CF-72A7-09CE-CED9-55D110C0579B}"/>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9" name="Freeform: Shape 1038">
                <a:extLst>
                  <a:ext uri="{FF2B5EF4-FFF2-40B4-BE49-F238E27FC236}">
                    <a16:creationId xmlns:a16="http://schemas.microsoft.com/office/drawing/2014/main" id="{27F47CFD-7733-E53B-E562-DA78988C8B98}"/>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0" name="Freeform: Shape 1039">
                <a:extLst>
                  <a:ext uri="{FF2B5EF4-FFF2-40B4-BE49-F238E27FC236}">
                    <a16:creationId xmlns:a16="http://schemas.microsoft.com/office/drawing/2014/main" id="{6CBAC72F-AE9F-9680-20D3-06F2F83547FB}"/>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1" name="Freeform: Shape 1040">
                <a:extLst>
                  <a:ext uri="{FF2B5EF4-FFF2-40B4-BE49-F238E27FC236}">
                    <a16:creationId xmlns:a16="http://schemas.microsoft.com/office/drawing/2014/main" id="{4AA16AD6-0824-5D17-D37C-F12F303A6275}"/>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2" name="Freeform: Shape 1041">
                <a:extLst>
                  <a:ext uri="{FF2B5EF4-FFF2-40B4-BE49-F238E27FC236}">
                    <a16:creationId xmlns:a16="http://schemas.microsoft.com/office/drawing/2014/main" id="{592A3867-286A-4D69-46C0-C4A2217C2064}"/>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3" name="Freeform: Shape 1042">
                <a:extLst>
                  <a:ext uri="{FF2B5EF4-FFF2-40B4-BE49-F238E27FC236}">
                    <a16:creationId xmlns:a16="http://schemas.microsoft.com/office/drawing/2014/main" id="{7A7DDAAA-B259-D976-7D03-D495AA94D906}"/>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4" name="Freeform: Shape 1043">
                <a:extLst>
                  <a:ext uri="{FF2B5EF4-FFF2-40B4-BE49-F238E27FC236}">
                    <a16:creationId xmlns:a16="http://schemas.microsoft.com/office/drawing/2014/main" id="{28AFCE72-A01D-CD2E-DA57-92163BDE82AB}"/>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5" name="Freeform: Shape 1044">
                <a:extLst>
                  <a:ext uri="{FF2B5EF4-FFF2-40B4-BE49-F238E27FC236}">
                    <a16:creationId xmlns:a16="http://schemas.microsoft.com/office/drawing/2014/main" id="{5A05EB37-2277-852E-60E4-659490B6C73F}"/>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6" name="Freeform: Shape 1045">
                <a:extLst>
                  <a:ext uri="{FF2B5EF4-FFF2-40B4-BE49-F238E27FC236}">
                    <a16:creationId xmlns:a16="http://schemas.microsoft.com/office/drawing/2014/main" id="{58B91743-A652-2AEC-157A-8272C89A8AF4}"/>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7" name="Freeform: Shape 1046">
                <a:extLst>
                  <a:ext uri="{FF2B5EF4-FFF2-40B4-BE49-F238E27FC236}">
                    <a16:creationId xmlns:a16="http://schemas.microsoft.com/office/drawing/2014/main" id="{637778B3-7493-F267-EB90-78DA99DC1D55}"/>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8" name="Freeform: Shape 1047">
                <a:extLst>
                  <a:ext uri="{FF2B5EF4-FFF2-40B4-BE49-F238E27FC236}">
                    <a16:creationId xmlns:a16="http://schemas.microsoft.com/office/drawing/2014/main" id="{F5D32F7E-BEAA-8CA9-2383-D48A863E9FA9}"/>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9" name="Freeform: Shape 1048">
                <a:extLst>
                  <a:ext uri="{FF2B5EF4-FFF2-40B4-BE49-F238E27FC236}">
                    <a16:creationId xmlns:a16="http://schemas.microsoft.com/office/drawing/2014/main" id="{2AE261B5-9BA0-5EBE-32EF-CF9C2D0A273C}"/>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0" name="Freeform: Shape 1049">
                <a:extLst>
                  <a:ext uri="{FF2B5EF4-FFF2-40B4-BE49-F238E27FC236}">
                    <a16:creationId xmlns:a16="http://schemas.microsoft.com/office/drawing/2014/main" id="{8E92FDFC-56E8-73DF-7A33-47E15DDC2FCD}"/>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1" name="Freeform: Shape 1050">
                <a:extLst>
                  <a:ext uri="{FF2B5EF4-FFF2-40B4-BE49-F238E27FC236}">
                    <a16:creationId xmlns:a16="http://schemas.microsoft.com/office/drawing/2014/main" id="{AFBBFFAA-142A-FDE6-77D5-1388C65461CE}"/>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2" name="Freeform: Shape 1051">
                <a:extLst>
                  <a:ext uri="{FF2B5EF4-FFF2-40B4-BE49-F238E27FC236}">
                    <a16:creationId xmlns:a16="http://schemas.microsoft.com/office/drawing/2014/main" id="{694312B7-C7A5-0F89-DA28-BC83A08CA7A7}"/>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3" name="Freeform: Shape 1052">
                <a:extLst>
                  <a:ext uri="{FF2B5EF4-FFF2-40B4-BE49-F238E27FC236}">
                    <a16:creationId xmlns:a16="http://schemas.microsoft.com/office/drawing/2014/main" id="{692800E0-BB53-E36D-52A2-60D17F3C19A9}"/>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4" name="Freeform: Shape 1053">
                <a:extLst>
                  <a:ext uri="{FF2B5EF4-FFF2-40B4-BE49-F238E27FC236}">
                    <a16:creationId xmlns:a16="http://schemas.microsoft.com/office/drawing/2014/main" id="{D48FDF25-52A2-2140-62FB-E31C26F184CD}"/>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5" name="Freeform: Shape 1054">
                <a:extLst>
                  <a:ext uri="{FF2B5EF4-FFF2-40B4-BE49-F238E27FC236}">
                    <a16:creationId xmlns:a16="http://schemas.microsoft.com/office/drawing/2014/main" id="{094BAA38-BA84-6C30-A3D8-2B7A7D6B901C}"/>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6" name="Freeform: Shape 1055">
                <a:extLst>
                  <a:ext uri="{FF2B5EF4-FFF2-40B4-BE49-F238E27FC236}">
                    <a16:creationId xmlns:a16="http://schemas.microsoft.com/office/drawing/2014/main" id="{698D294C-691A-1EDA-4CB8-08C9BE550C11}"/>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7" name="Freeform: Shape 1056">
                <a:extLst>
                  <a:ext uri="{FF2B5EF4-FFF2-40B4-BE49-F238E27FC236}">
                    <a16:creationId xmlns:a16="http://schemas.microsoft.com/office/drawing/2014/main" id="{B35FC9F9-C75C-AD07-31B5-7A0C26C48377}"/>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8" name="Freeform: Shape 1057">
                <a:extLst>
                  <a:ext uri="{FF2B5EF4-FFF2-40B4-BE49-F238E27FC236}">
                    <a16:creationId xmlns:a16="http://schemas.microsoft.com/office/drawing/2014/main" id="{3C06A315-7B6E-C44D-4042-C22174078217}"/>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9" name="Freeform: Shape 1058">
                <a:extLst>
                  <a:ext uri="{FF2B5EF4-FFF2-40B4-BE49-F238E27FC236}">
                    <a16:creationId xmlns:a16="http://schemas.microsoft.com/office/drawing/2014/main" id="{9E4385A1-D210-E0B0-1681-5E8BB7C696DB}"/>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0" name="Freeform: Shape 1059">
                <a:extLst>
                  <a:ext uri="{FF2B5EF4-FFF2-40B4-BE49-F238E27FC236}">
                    <a16:creationId xmlns:a16="http://schemas.microsoft.com/office/drawing/2014/main" id="{3B58A552-30BB-AC28-D835-1A9762B951B4}"/>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1" name="Freeform: Shape 1060">
                <a:extLst>
                  <a:ext uri="{FF2B5EF4-FFF2-40B4-BE49-F238E27FC236}">
                    <a16:creationId xmlns:a16="http://schemas.microsoft.com/office/drawing/2014/main" id="{BF8989F4-61F6-133C-09D9-177CF99DFE87}"/>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2" name="Freeform: Shape 1061">
                <a:extLst>
                  <a:ext uri="{FF2B5EF4-FFF2-40B4-BE49-F238E27FC236}">
                    <a16:creationId xmlns:a16="http://schemas.microsoft.com/office/drawing/2014/main" id="{1D67E46C-8802-47AC-5A19-C0440B161FE9}"/>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3" name="Freeform: Shape 1062">
                <a:extLst>
                  <a:ext uri="{FF2B5EF4-FFF2-40B4-BE49-F238E27FC236}">
                    <a16:creationId xmlns:a16="http://schemas.microsoft.com/office/drawing/2014/main" id="{A37E2090-DDCD-68CE-5B73-AD838FA48BBB}"/>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4" name="Freeform: Shape 1063">
                <a:extLst>
                  <a:ext uri="{FF2B5EF4-FFF2-40B4-BE49-F238E27FC236}">
                    <a16:creationId xmlns:a16="http://schemas.microsoft.com/office/drawing/2014/main" id="{2AB23DD2-AD33-36ED-A916-EECDEEF5886E}"/>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5" name="Freeform: Shape 1064">
                <a:extLst>
                  <a:ext uri="{FF2B5EF4-FFF2-40B4-BE49-F238E27FC236}">
                    <a16:creationId xmlns:a16="http://schemas.microsoft.com/office/drawing/2014/main" id="{9F46E989-007E-7D61-F995-A407B19B68B9}"/>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6" name="Freeform: Shape 1065">
                <a:extLst>
                  <a:ext uri="{FF2B5EF4-FFF2-40B4-BE49-F238E27FC236}">
                    <a16:creationId xmlns:a16="http://schemas.microsoft.com/office/drawing/2014/main" id="{F4B0B5A1-C928-30EA-AF2D-616BC3DA28BC}"/>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7" name="Freeform: Shape 1066">
                <a:extLst>
                  <a:ext uri="{FF2B5EF4-FFF2-40B4-BE49-F238E27FC236}">
                    <a16:creationId xmlns:a16="http://schemas.microsoft.com/office/drawing/2014/main" id="{DAB999FE-162C-5010-7328-AB27B79E13C9}"/>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8" name="Freeform: Shape 1067">
                <a:extLst>
                  <a:ext uri="{FF2B5EF4-FFF2-40B4-BE49-F238E27FC236}">
                    <a16:creationId xmlns:a16="http://schemas.microsoft.com/office/drawing/2014/main" id="{AC422ABA-6725-DEB8-2F15-CA6977CB6821}"/>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9" name="Freeform: Shape 1068">
                <a:extLst>
                  <a:ext uri="{FF2B5EF4-FFF2-40B4-BE49-F238E27FC236}">
                    <a16:creationId xmlns:a16="http://schemas.microsoft.com/office/drawing/2014/main" id="{2EB25000-F600-FF3C-3A69-A5D4799EF078}"/>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0" name="Freeform: Shape 1069">
                <a:extLst>
                  <a:ext uri="{FF2B5EF4-FFF2-40B4-BE49-F238E27FC236}">
                    <a16:creationId xmlns:a16="http://schemas.microsoft.com/office/drawing/2014/main" id="{7E901FA7-5228-CDBB-3E8D-B5F62E8F1BD1}"/>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1" name="Freeform: Shape 1070">
                <a:extLst>
                  <a:ext uri="{FF2B5EF4-FFF2-40B4-BE49-F238E27FC236}">
                    <a16:creationId xmlns:a16="http://schemas.microsoft.com/office/drawing/2014/main" id="{61704CC0-D971-9411-C3B3-26D7CAEDF864}"/>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2" name="Freeform: Shape 1071">
                <a:extLst>
                  <a:ext uri="{FF2B5EF4-FFF2-40B4-BE49-F238E27FC236}">
                    <a16:creationId xmlns:a16="http://schemas.microsoft.com/office/drawing/2014/main" id="{A024194F-3BEB-449A-EA91-276B74E4BDFF}"/>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3" name="Freeform: Shape 1072">
                <a:extLst>
                  <a:ext uri="{FF2B5EF4-FFF2-40B4-BE49-F238E27FC236}">
                    <a16:creationId xmlns:a16="http://schemas.microsoft.com/office/drawing/2014/main" id="{CE882F9B-EBB7-121E-CB60-EB2CB9B92338}"/>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4" name="Freeform: Shape 1073">
                <a:extLst>
                  <a:ext uri="{FF2B5EF4-FFF2-40B4-BE49-F238E27FC236}">
                    <a16:creationId xmlns:a16="http://schemas.microsoft.com/office/drawing/2014/main" id="{82F6CF68-D945-88E7-1DAF-4FBA125C573D}"/>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accent2"/>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101" name="Graphic 2">
              <a:extLst>
                <a:ext uri="{FF2B5EF4-FFF2-40B4-BE49-F238E27FC236}">
                  <a16:creationId xmlns:a16="http://schemas.microsoft.com/office/drawing/2014/main" id="{FD3FAF5F-2CDD-D58E-0584-2F7BEA6EB59A}"/>
                </a:ext>
              </a:extLst>
            </p:cNvPr>
            <p:cNvGrpSpPr/>
            <p:nvPr/>
          </p:nvGrpSpPr>
          <p:grpSpPr>
            <a:xfrm>
              <a:off x="-1350054" y="4031449"/>
              <a:ext cx="13299963" cy="3500111"/>
              <a:chOff x="-1350054" y="4031449"/>
              <a:chExt cx="13299963" cy="3500111"/>
            </a:xfrm>
            <a:grpFill/>
          </p:grpSpPr>
          <p:sp>
            <p:nvSpPr>
              <p:cNvPr id="102" name="Freeform: Shape 101">
                <a:extLst>
                  <a:ext uri="{FF2B5EF4-FFF2-40B4-BE49-F238E27FC236}">
                    <a16:creationId xmlns:a16="http://schemas.microsoft.com/office/drawing/2014/main" id="{93B35672-79F5-2D97-D4ED-6ADFEFF04B8A}"/>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6783F0AE-35D0-EC88-310F-E2CC39223F00}"/>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DB243CCC-49B3-A357-37DA-4086EC13354E}"/>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4B9389A2-64A5-CDA1-701C-77DCCFEFECE6}"/>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72128A7D-ED9A-4256-9B07-5814A8681F32}"/>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6CFAD587-1937-B401-2D06-179E2D5B56B6}"/>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8B42F939-6507-8CBE-E01F-BC8D3DC3D73F}"/>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50C8EACC-5C4F-CCEB-06FF-0912AC757C2D}"/>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FC60D638-A349-1930-B140-312479A41389}"/>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574912F5-11FC-2A00-9653-0FBFF3FEA420}"/>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6375D1D8-1CC5-ACA5-D6E6-D2180DCD06ED}"/>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3B0D3948-D6B9-616F-A43F-478303D63088}"/>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29E57278-2EE3-36D9-9971-1A0C31BB45FA}"/>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E9B3F0CE-00DB-18C3-D4F9-11BD90E0E408}"/>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89D69EA6-E913-9CE2-21DB-D3BD25FBD9AA}"/>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5BAD5409-9D53-0BCD-5889-5DC5C71086B4}"/>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9F754ED8-71E7-BA80-7494-B385482F9B90}"/>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D725CC70-746E-0617-027E-27F8D720BA51}"/>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B7F41F16-2826-8C10-F673-92108CCA8E6F}"/>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182F4ECB-9CD1-F92B-D938-6F10AA858EE5}"/>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33872628-F41B-5D10-1424-F4BC83120E94}"/>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54023420-C966-6FCF-7E1A-B6BEF79C9539}"/>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F7104875-9B55-385F-4BB7-B18A7EBE8370}"/>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4E63F97E-D8AC-77A2-D9C4-8825D8A1C842}"/>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9973EEFE-87D5-DC64-E32F-8336D9659609}"/>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23C5745A-813E-4B73-00CE-B325958B6979}"/>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02921E29-3F44-4360-A7EE-D77EB547752E}"/>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24EF6FF3-6190-D940-6C78-34B339597B83}"/>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60DE1FA4-B13D-BC69-500A-18883CF59587}"/>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3819939E-C604-140B-9286-E8813E2CA835}"/>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DA7EBDBE-FD12-0059-F077-2121ECF91191}"/>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A811F259-332C-D684-2C8A-1B1120B17027}"/>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5FA71559-00C3-19B9-9F54-ADA99478729A}"/>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DEF37E99-AF8A-CFEC-4AF6-CC73E75698F1}"/>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5C461DD3-8E8E-E048-73A5-3CBBF0692925}"/>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1EE6EEFF-5E42-A698-FCC9-51BD8FD52202}"/>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B306BC88-C591-7D16-4E44-DD5CCB3E68F2}"/>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A217358B-EA13-F995-8203-1643D4A015DF}"/>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D41C3D02-79AB-ADE3-228E-9FB962C7DC8F}"/>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A3EE6B00-54F6-34EF-DAFF-82A1028ADD56}"/>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DFBED557-8B26-8534-9C40-65E59DF887CE}"/>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A6200863-2C14-C7B1-5F70-6C9C6E42C4E0}"/>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1EEACDE1-6ACD-666F-90A9-15EB832784F7}"/>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D91455BA-F2ED-59BF-FDF9-3AC50FC38818}"/>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61D98EF6-A1D4-EC55-B62E-8707A61CA1E9}"/>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FB6C6167-11B2-A521-E207-E296F8FD3CF2}"/>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8491C333-D5F8-94A0-1A7B-8AF8E5BC0880}"/>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A0181630-5D4E-327C-0113-1C36083F81F8}"/>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F7E822A8-D93B-655C-FDCE-10A36D5E108D}"/>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607D183F-9C7F-90ED-57BA-B56C5E30E58C}"/>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2813F202-D5DC-E005-7EF6-266E9CBC5908}"/>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29755250-8022-6F0E-0BB9-D47FE39B4325}"/>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26B692FC-ECD5-5EED-F3A4-24C75813E951}"/>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65A72908-C19C-3B8B-136A-003AA8442911}"/>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E853AE55-724C-F298-BE29-372D4FA18224}"/>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064044A9-1BAA-D390-9B8E-D55DAE7FC6E5}"/>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27FFD1C8-23D6-BE6C-17DE-E0FD7DB8E15D}"/>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520BB8FC-FF02-EA93-FDDE-6A3B5312D79A}"/>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D93490FB-BDB4-D1B3-25EB-59A102B9D56A}"/>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7CA82016-36D9-2264-039A-10149AFB0255}"/>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168AE0C3-FA8E-1644-6E61-DCB2675749FA}"/>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02C85164-2075-CBA4-1B4C-E8212756DECC}"/>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7F697413-EF87-DEE3-FAE4-8C55FFD27DC6}"/>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E32A8A90-B9E1-9C08-574F-4A51A796D19A}"/>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58154E42-D595-BA6B-1481-B3BA43F60B07}"/>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9F2BE9D0-4CAB-F630-3B73-02135EFD8669}"/>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E8B2FA75-4674-1953-C321-C4F962C5148F}"/>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66328746-EA8E-3C9E-AC9E-A27DC7F33415}"/>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4EC1B310-C276-62CC-B0A0-98CE9CCC3122}"/>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82864FBA-D79F-FFF4-8406-3E1F06DF4852}"/>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82FF11C8-9D1A-FBF9-DF03-1C085E0375CC}"/>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76B10ABA-129B-FCC7-0555-EAAF703442CD}"/>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A4C45FFC-763B-AE68-FEEB-7DF7A8641B15}"/>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48327C26-AFA8-610C-3E72-9E74993E9F87}"/>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EA526041-92FA-310B-9521-A6D9770B1CDF}"/>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3C421F4B-72EE-E909-8A2B-EB7D3DA4B7A6}"/>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4FF69493-0627-3402-2DE4-1C14B66FDC44}"/>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063C9BA4-4A3E-2F67-ED3B-138CD850E187}"/>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EA10A317-25F1-8B6B-D722-12EBF1216332}"/>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B4BEF870-9D60-6D5A-4833-312CD993C216}"/>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B5F9D93F-FA91-5247-6E26-88B08BC7BC59}"/>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76A4928B-D300-16E1-91D8-C46DAF994F0D}"/>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0C351F98-2CD5-FA88-BC87-303E5EB0D723}"/>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F0D747FE-9EB8-61EF-6B75-2A6EF9C562BF}"/>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ECD0D88D-8E2F-8BA4-B4F5-5BBFFB71CE4F}"/>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B7271C9A-2FB9-D209-C57D-5A889EC7F7C5}"/>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02E4D155-50EC-7586-467C-BFC43D4E8F89}"/>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19EB14A2-6273-C61D-04D4-EAF56A61318E}"/>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F238AC21-6C76-8DD3-77B0-DFDED3AF3659}"/>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CF49AE01-3806-368D-7C27-4A5626ADBBAA}"/>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C23BDEA2-C30C-721C-8A6E-A45299303C57}"/>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7E7125F9-D4DC-242B-361A-5A937BE3FCAE}"/>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A3654A22-AB48-4BE9-CEFA-C3B8FFE5916C}"/>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F044E1F8-162C-CA48-43C5-AC7789839447}"/>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9E0A2959-A7E9-2E14-D8E9-1A65EB133A4D}"/>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814D7CBD-5AE3-0973-ED4D-08F4E28A1C50}"/>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D4A84FE4-0686-7EE1-3B9A-070A699E2F38}"/>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B8A2963F-1CC2-3088-313B-E15AE83829EA}"/>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F9815909-91F4-08DF-0640-3AE213894BD1}"/>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AA2B0B4E-1779-608F-00DB-CD9471C18BB5}"/>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662DB906-8532-EFD8-5C62-EFB689E57108}"/>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FE103E8E-C23B-81B9-1320-6CAF9BAF2C57}"/>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CD5130DC-F856-5914-0BCA-A0F9537E5100}"/>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8B0DC65A-6C12-24B7-6109-3023CAFED843}"/>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3C6E6EB0-40AF-F354-1077-A3319EB1F0D6}"/>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5EE8822F-2575-6087-03CA-1E3BE7CA3937}"/>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FB5459F2-9A6A-D62B-8123-64139CEB6B1E}"/>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09A4F34A-F4C3-F4C4-A27C-CB98230284CD}"/>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0435680B-EF67-F2DE-4E40-D63D63C2AC4D}"/>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F87A7B63-39BD-CFE3-4281-DEB156BE9850}"/>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FAF14CDD-BE1C-2A26-0572-D77E448DF34F}"/>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07297538-7F57-5932-7925-5C317CEFC503}"/>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2214AA3E-5E40-D125-B01A-62EF91D19C3E}"/>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83B00045-3808-4958-63EB-1DC4A5A5BCC2}"/>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3AD006A6-5B77-1B2A-2F90-DECE6F3AD22D}"/>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A9A29D88-79BD-694C-EDCF-505C27825ABF}"/>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FF00D266-F184-3FB3-A473-B374FB85DC61}"/>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D2C9E005-D4BA-BB36-95A3-0348DF0138E6}"/>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3624058E-57E0-3262-73FC-6F8DE1E88D55}"/>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E0030559-7519-976E-7FB5-3ADCEE6876D5}"/>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56EA2ED6-8798-354B-4415-137BA8B1E543}"/>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CA33936C-29E4-FE48-EA30-41A873681A10}"/>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FFD2ED56-6998-C7B3-1B82-AFEE35C924C7}"/>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3C893354-3FDB-346B-A803-2D184E129CB1}"/>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C64114EA-4179-DC6D-59BF-80487F29930E}"/>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4C33B4C0-1F66-742B-DC73-6026513E63B4}"/>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FA77ADC3-B34F-AA94-74D7-C7CBC6D302EE}"/>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6031F899-03A1-9BED-3B70-A07ECC051384}"/>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CDD3D0A7-DD7F-92D6-ABE4-D42ED94EAB6C}"/>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F9FAE101-B70F-25C3-180C-F7A6B382726B}"/>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7B0F568F-7CD9-C62F-FADB-823D87F4DD3E}"/>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CFC6D34A-1771-208F-20F2-14A29A365E5C}"/>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2E8FF8F9-8507-070C-617C-AFC2E2A1E56E}"/>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02DAA083-4427-32BF-F2A6-795EB8E5A634}"/>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BBF812A7-2992-E679-CE21-CD75432CC975}"/>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E9F7392A-4CB0-FF39-E43F-D393C4FE97BE}"/>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E50C92DE-ECC3-2855-A98C-FB5B5EC13398}"/>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092001D9-7527-3AB8-B3EA-C29714738BE4}"/>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FF76ABFF-DFFC-F4AC-037A-1BF8367090B7}"/>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201ECD43-EB55-675D-46ED-F30765798B46}"/>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546BBDE7-BF89-6A0E-91AC-62B0368ABDFB}"/>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F050406D-F5D7-7E3F-E97D-B6BCB902ABB5}"/>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6A1EA67D-D388-2607-42BD-A76EE167FBE0}"/>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7FA66919-81BB-6000-E283-AB2A9A0A59A9}"/>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EA7790D6-355D-9FAD-3000-82A303E8C7A7}"/>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3149AC21-5853-45E0-C809-90337EA03202}"/>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5B32F477-6817-820F-F759-EA22E88FC55F}"/>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3A7EEBF0-3A46-3DED-9993-B5329DF9133C}"/>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63D0A932-57E7-8158-80FF-4FD3116343D0}"/>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A68970A6-7A9A-9695-74CD-E93D79C92B6D}"/>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1E066C10-2218-40A2-4486-22ED1D463F97}"/>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371BD5F7-DD14-C7C2-AD47-BC1C295E4BC9}"/>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51B10D12-3C8B-0485-1718-E1A743869CE5}"/>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51AC417E-9A75-491A-AB37-935EDEC08A0A}"/>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BEB1A543-CEA5-F10A-0FE9-40809EABDFF3}"/>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6C1225FE-FC39-96DD-652D-4A2C36FFF386}"/>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BEB001AB-9493-54FB-159C-A03660514FF1}"/>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8CC4FBED-64DC-E43D-E249-A99044B6EA39}"/>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3C18C714-BA26-5CBF-85A5-8AD031380B23}"/>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06B87232-3E4B-68F8-9991-D2748198D03E}"/>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36856235-7464-75E0-E7A4-E0551CBF907A}"/>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1086A440-25DD-6721-3747-8B5C43367474}"/>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BE5D8915-2978-156F-F10C-5AE05BA5A503}"/>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9E6F229D-4C33-B808-4CE4-E6929CA9A30C}"/>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4EA5282F-E42D-AD4E-0898-CC80B05147B3}"/>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8C0C3839-89ED-7980-64F5-338F86C6C92D}"/>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E4B45B01-DDAF-EDD9-2D0A-5E89817D59EB}"/>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5F026AE6-A6EC-F913-977D-11B476C990D5}"/>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67CAD4D1-E248-ACCA-F675-D9D92439C7FA}"/>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5DECB8D0-5C0E-2613-BD70-55636B94C7C8}"/>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C52EB754-B001-2E97-1666-3A2BC84062DF}"/>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0EF1BDBB-9CF5-5635-D4B0-9200E5587BFF}"/>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360B9CBC-DE71-3CD9-E997-F90D4B352EA1}"/>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8530F8EC-8CD6-5E59-299D-CB271AC88FB3}"/>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9EBCD7E4-E8C5-F3C5-F373-FC697F424CBD}"/>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905E18BD-2F77-50C3-DE12-182BDDABE533}"/>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FFEB9A15-E0F3-A3A8-F56B-2FC990445DC1}"/>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615C7853-F841-A27C-3C42-B6B13F12CB36}"/>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DC98207B-4709-3339-5F1A-C438BEDB0740}"/>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3B68A91E-5D62-A2E7-4103-31C7D88E0E78}"/>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00BB5049-91B1-3F4A-47A2-64AAA49DAB9D}"/>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F2AD11BE-9011-FD03-F45C-90DC6A6B9CEE}"/>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0030AEB8-764B-34E9-7D6E-47E699EAF818}"/>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D4805DF7-60C9-D676-1519-2D330F7046DE}"/>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B810033C-033C-2FBF-AB40-106E7063388B}"/>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0AEA2045-88AF-8815-1602-A8654C411000}"/>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BD966194-8E4B-B93F-6E7D-7B61E7D7D800}"/>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B5C8C09A-7F0E-A0C0-CAD2-966B2313F141}"/>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300BA77F-A411-229B-FB50-8A1E6C7BA81F}"/>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B59F8E36-8F23-9484-E31C-DE47F16A1896}"/>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69B37C99-B58F-DCDA-6FA6-08743782158C}"/>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2E264065-9EF1-D193-6ADE-E7105656CFC1}"/>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83A10DD9-A3C9-5237-ECD1-8E0F97134BFD}"/>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9F33F439-EAD0-E14B-9BF7-859799E673B4}"/>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8EDD131B-5FC8-463B-26B9-30578760D194}"/>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1708C5EF-DB2F-DDE1-F4D3-5E3284CE4167}"/>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3BE74696-1C3F-0279-8768-9C741AC29F74}"/>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358218EB-E37F-AFAC-A7B7-7FEC892BCA24}"/>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5EA87FD4-BBEA-4001-EE02-F8BBA6234F3E}"/>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3C8F3AA4-4F3F-B414-EAD2-5D2A0E8A1F02}"/>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D88E7BDA-CD1F-8BE3-6BB7-8E6A5FDC5294}"/>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6DD9F9BF-341C-9731-E790-1EDAC766C028}"/>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38BC727D-EB53-A5AF-910D-3A0BEEF83B39}"/>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0B15D802-B403-309E-9C97-858F00DB6C59}"/>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9662CB1F-62EA-31AC-677E-D17D07098667}"/>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9C87A134-0CF5-A22A-773A-5D231654837A}"/>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331B7D82-78B1-9989-FCB8-40702B2F4B1E}"/>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593E30AE-A822-A9DD-2424-A169D9C2513E}"/>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53FA0FED-9B89-FFCC-8485-C5E11EB56DCC}"/>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67E28088-EF8B-B4B0-0D8F-505284A67634}"/>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D7C3DA20-1EF1-AA86-A338-5470E7A2BEEA}"/>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10BB6354-42D7-A69E-7629-AED8E6F41F50}"/>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F8E9D6AF-A33B-4448-1516-A64B1C656CC4}"/>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F6D2A3C3-398F-D266-24F8-CE7FF74AAB4A}"/>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494078D7-E19F-DC2F-B523-8C6B1E176649}"/>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4C5E3EC1-41E5-1088-7995-0F7B77778A5C}"/>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32A8A676-338A-5FA8-4C56-2C151A4D04A7}"/>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B44BB063-8484-14CC-614D-A0FA96ACA816}"/>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1AD4B5A6-9BE7-9AD1-7F8B-CAF88E6CD128}"/>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E67662AD-2BF7-B132-8C98-80885F48DC06}"/>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F6EA2E75-6ABF-FA55-49A6-134BAD79B8D2}"/>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D1C58167-CEC9-B63B-DE28-DA2C8117CFDC}"/>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71B8E67E-84EC-1DBA-5BFD-3250986B90E9}"/>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4849A738-4CA7-20FF-F8CB-7D4D8238AC6A}"/>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C751287B-AD80-9524-730A-2D044FB01304}"/>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F91D29A1-A0F6-38E6-B1A9-F90628B108A3}"/>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32963A25-953A-520C-000E-5944118F6A4B}"/>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5600292C-8C35-277E-B086-C1E4E35F8ADB}"/>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A65DB51C-D182-40A1-8AEC-810EC8A64ACD}"/>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50852EBE-C80C-CAB9-476C-31AF70E4DFCE}"/>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4655D970-7BB0-6C06-7F25-42C5905B9761}"/>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C7099715-C490-DC77-DA09-378CD99C8C33}"/>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F4A54512-4BD7-8BEF-F27B-A5880307BB0D}"/>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6B4675E2-1062-85BD-2B21-8492DE9F038C}"/>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8B0C2B31-A9A9-56B0-07F8-2CA22751CE53}"/>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22C9212F-8668-739F-5E61-E62BF3EA01DB}"/>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8FE37691-0CFD-978E-A5C8-9BF641A90CD1}"/>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873E4CC8-B2B4-BCD3-79D5-267960F1841F}"/>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7BD78AA8-6AA2-764C-E77C-5413C5FB5544}"/>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71327E6E-9968-6B95-EE6B-BA37D3F9E7BB}"/>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0AC71261-D1C3-9E05-FC39-9E2D04C9F322}"/>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D285B601-4F50-8B46-393F-6FF8B029E027}"/>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713435E2-60CE-C550-767B-8723C5E862EB}"/>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86B730A3-5BA0-6B3D-0DD5-F2F1B41E2B86}"/>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85478373-D0C6-9EF3-B052-7283B1AE42E7}"/>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E246DD9D-4E2D-B5AB-A5B6-D4961474B90A}"/>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B05B5BF0-9BBD-453A-ABE8-18D8FADACAE0}"/>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4AD60DDF-4411-175F-5044-4F1078D48201}"/>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C5BB6C2E-5698-2A74-D749-4CEFCE37C5AB}"/>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34BF232C-0E1D-0E5D-C7FA-4A47A664FF0C}"/>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20A6EC1E-F8E4-E833-CF0F-75E29D156ED4}"/>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06CADC0B-B598-5849-397F-E10D438CAA1E}"/>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8E66D4A5-F6BA-7663-A4BD-E92594010F50}"/>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ADAB2DA6-59FA-21FF-34C0-3C3E675C0E6E}"/>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D49A2144-2936-DD8B-B859-4540DB87D84B}"/>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589FFAB7-99F9-165D-94FA-FB7ABA527B49}"/>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7B0A1098-4D48-A5E8-60F7-B18EDED529C8}"/>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0D355E40-BAFA-5502-837E-970C20BAD58B}"/>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14437A9E-68D1-8BDC-E581-1093745EDC41}"/>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84B963C1-7CB8-2DE9-BF5E-5BDA724E2B5F}"/>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7F2DD8E0-CB88-9C02-B614-32864D165693}"/>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6A8200D3-340C-EF66-44CB-5E317DC04BCF}"/>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B25EEC25-6C00-EBFF-E20E-1A192AFDC02D}"/>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4DE558CA-21A5-F431-AC9F-A8928A73B110}"/>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E1061D31-A3F3-3572-BFEC-AC03951470BF}"/>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DA799402-AB90-FC76-1D94-C7F98F6ECE81}"/>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C079CBA1-8902-8C84-8D76-43F72A8779B9}"/>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566B0AD0-42A3-3983-F5BC-CF12897C4956}"/>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A68B1416-2B55-4998-499B-CC41F11A649B}"/>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70795430-B240-CF48-AAF7-C149EC7949BC}"/>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E0CB5EA3-8889-A882-2EBA-C08EAF193233}"/>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BB136DC3-7DB0-68AE-A49F-2033CE61671F}"/>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873F38CF-69E0-DECE-95FD-93253A388300}"/>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A34E940C-FF84-AF6A-0223-CC9592E855BD}"/>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22A16E61-14E3-7B98-1634-360CD41D3990}"/>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6E97C320-03DF-6128-D00F-113099DC746B}"/>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7D842C7D-77A3-43E3-265C-462CC13152FA}"/>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9DA4CB43-FEED-7572-8671-81542DA0D636}"/>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B70CC35F-D4C2-D5AB-60E4-35B0855EF3C6}"/>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40F6ACC9-B4E2-16DA-0496-D9BA4972D3B0}"/>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2AF28E29-C9C3-B10E-99E7-A8A22ED54D9D}"/>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28D25CF5-3BE1-6237-2757-1A07BDD10882}"/>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7993043B-DDB0-77A3-2C88-7536401B47E6}"/>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D5C2829A-0A3B-7C8E-DDD6-D920E9F2216D}"/>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36D77B48-E8D0-CAB1-23EC-C323E31C8C92}"/>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9587511F-718E-3140-D880-0121233E5816}"/>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6EA2F4DC-69AA-E1B5-B92E-2CD0CD7BF691}"/>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52475816-1026-91B0-98DE-3BE89CBCE0F0}"/>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65819372-B9DA-EBCF-492F-08FEF0164492}"/>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90A92087-68BE-BA11-ABB7-8D31C110292E}"/>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560DC9CC-43F2-D5F6-D210-41673B964487}"/>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60F2891E-987C-914C-D2D3-FA2F5B5C870F}"/>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5A6FD1B9-AEE0-58EF-2AEF-E3C8ECF847FE}"/>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F94855A2-0573-3C10-1790-EFEBE22700C6}"/>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F1AED6C9-DFE4-ED96-46CA-695199CB37DC}"/>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E0FE606F-DE51-92A2-C097-D2109A45C8F9}"/>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13D71F05-13A5-84B4-6A1E-85048C805F40}"/>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328091C7-8AB4-D719-F371-E301A3B62F5B}"/>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0536F1B1-C903-5591-FF1B-ED18447D72AC}"/>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EAE318D7-4948-A119-2F22-A95BF9EA5F4A}"/>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9A7B22AB-3560-4885-0DE1-94E348D33737}"/>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B75BD882-E149-2C6E-618A-FCD2086322FB}"/>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1963DFDF-F130-F1BC-623E-463BC23B1EAE}"/>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B9BF199E-27F3-7F15-832F-72D4797ED7CD}"/>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780E9EE5-CDDA-C144-71F2-2046642DEC83}"/>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DF15F489-F1DD-6E02-85D5-ABB68F56964B}"/>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636843F5-B5BB-CD79-DBC3-686AA7896D85}"/>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8A66D96B-9D75-29BC-EC7F-C43AE06B743B}"/>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FB487E86-FC4E-2AD5-B86A-97D8514A4D6C}"/>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A6191FE5-0064-F369-FBCA-BDFBF43D41EC}"/>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AA8FFCDA-7454-7EB6-FCE0-17161392145F}"/>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CE2D83AA-B192-5E64-502A-89AAC721BC4C}"/>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95037DF2-BE9F-CFB9-FCF2-B6DDFAD4D086}"/>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1F9D6563-3DF9-431F-B32D-C3C5CB41F2B8}"/>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FDB069AA-3966-75FA-D98B-6201F46E0101}"/>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A0C588F3-8002-70A1-0A34-18686907C2C2}"/>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B7A05CC5-CD81-F3E2-F566-E252F4953133}"/>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953AF888-4E23-05A0-1DCF-DC353649F983}"/>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B5EFF5B9-6344-358E-F0AB-8C918D1832BD}"/>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2B3D6592-DC61-FA7C-F651-1C23D0217B35}"/>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642DB358-2733-7D53-300A-6300604D1066}"/>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278380CE-3F59-27FE-2C61-2D3C9A231CA0}"/>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8D5EF26D-3A2E-D0CE-DBF0-0CEE7707EE88}"/>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E9572346-DC21-7BDA-00A1-A3A9169F731D}"/>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BA476329-816C-E327-1C9B-9EF4A65B42E0}"/>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F2758165-8591-6B7A-36FF-0F661A3F2AA2}"/>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A8D86181-CB88-7D65-40C8-0257CE1738C6}"/>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75B4C483-F4AB-CDAC-7018-82F3EC1DB0C8}"/>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E0EC7F19-5A66-7EA6-74C9-81B21A5F9DD1}"/>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19E01339-8918-0E13-6C65-EFEF9552692E}"/>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ECA653BD-773D-6932-C998-3B618A42D966}"/>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388D756F-6EFF-DD4B-6B74-B5CEC4907085}"/>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8E950AB5-A03B-9862-AC6C-1A29F2E8484E}"/>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12370AFD-7DC4-496E-2C22-8DDA26C5A19F}"/>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7BD45342-EFED-41ED-DCD5-1F44BBB59D2A}"/>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C09D8828-2257-603F-4E82-03957401BA01}"/>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835DE0D4-0727-EDFA-0632-23EE6DFB2710}"/>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73B790A6-2800-2290-1B11-8EC6746FEF4D}"/>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235AC02A-ED9D-EEE8-562D-450AD9173E87}"/>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DEEBA53B-F761-687D-8841-A7308A5C255D}"/>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FC2B3363-DDCE-38DC-D8CC-541815E137A0}"/>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398FC812-1982-7C93-E227-7FBEC0D8191A}"/>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53489F9C-1F01-DDDF-B36C-54BED04D0351}"/>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44FBC952-7928-0F61-8DA1-E9F80B800B2B}"/>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DB2E14F0-0DD9-5812-01AE-7ABCCF19FD25}"/>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77DD4FCF-06CD-204D-8AE5-D1FB53B3B8D9}"/>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0E553A67-B0A8-4A16-DD4A-E6C86CF77235}"/>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2CEAA5E4-4523-561E-18CC-FC57A8E3BC8A}"/>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F4AE988C-8159-3B0C-34EA-45CE976C8991}"/>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CE5DB1B5-7F34-B8DC-ADB5-45E5709ACA48}"/>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A855B700-649A-CF98-6FCB-BB241DC90FA2}"/>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A7863755-E812-406B-4ECE-C65109DFD480}"/>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B10219E8-83F7-2F37-E89D-36C6BE2E53E5}"/>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23F0B3E3-4288-0021-3287-21A3741AA4A4}"/>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E3CB3B3D-41B2-17F2-6819-DE1DA0BFBD81}"/>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E22F5271-F4AF-3A23-D5FF-872E01FAEEED}"/>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4B41CB0A-FEBB-611B-0F2C-2C8139CF4003}"/>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0B6ADAE4-39E6-074C-EDAD-5D47058E0BA5}"/>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0F749C07-5A35-70AE-9EC0-8F409D153FB5}"/>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1437B142-9B6B-2FE6-899C-CA1DC3CA11F3}"/>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C888BE05-A7A5-26D3-C079-29C4E60D149E}"/>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FF0E7A7E-55E4-F909-7130-ACEC8F61C876}"/>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F6D4AC2B-B38C-1125-746E-C54B8129EA13}"/>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86D0B4D6-63E3-C8A3-2CAC-54BD66A9C9CD}"/>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346E62F2-32E5-04F8-CAA3-DDF3A93E66E5}"/>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D1400589-5290-193C-B1DA-C2933A6C0AB5}"/>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DD86BA26-4008-24D5-FF96-6E4497F82451}"/>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24325197-80AF-AF6A-0753-4A507FCBB133}"/>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B99411C2-46C7-D444-84A2-4E17C0EBF6D2}"/>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F85C481A-44FB-4F0A-830D-EC86F224AF1F}"/>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524B1252-21DC-7312-A372-FAB0E796EC96}"/>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D7FDAEE5-7801-DDD5-9913-4D4DC9C08250}"/>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3EB2F2DD-074C-8CF5-F60A-8199C180E911}"/>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8AE6185F-1141-90D4-F1D4-C52AFD9D1FE9}"/>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EA36337E-1D3F-8628-6F56-6C810EF33839}"/>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EA38768A-9222-3A72-9C32-E04E69593DDB}"/>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0AD7A856-F627-5B66-9BE1-76F415DF31C6}"/>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D59C0EE7-BE0C-ADCE-932B-DC12C951AC83}"/>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B7D2B952-4F02-8AD3-F8AD-91466C6FE880}"/>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088E33E3-EEAE-13A6-7C8F-127D46DDA8E0}"/>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6C7BD4C4-F9B5-B5A5-BF7F-90BF9AF7C1F7}"/>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6D59E37C-8D5C-4CC3-837C-49EC924A0767}"/>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6D82FED6-8F96-5C89-EF8A-54977A835493}"/>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FA1A060D-6340-D7D7-AE45-D5E71D75CDCD}"/>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AC8FBD26-EE83-16B4-DAFB-3E434FEF0173}"/>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81CAC0FE-E6F3-4937-05E6-E1BEE1ACEA6A}"/>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B967868A-4F1B-D4B9-7643-7B7ABF82C959}"/>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9440FFD2-DEF0-3500-CC4F-24828AE4B309}"/>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0027193B-BCBB-1316-81D9-98AF2EC55F53}"/>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14CF5BF0-E7B8-B155-0FC4-C70A5645C2FF}"/>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18CC256E-CBA4-03B2-05FA-E024064EB4EA}"/>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2775E819-0B69-987D-A5C4-A333CDAB0053}"/>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9DEB7EAE-5019-D7FC-C9BF-D8D4CE31B294}"/>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CDF5DFE1-C442-F424-6F33-F8B755A69A37}"/>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CF45D316-1695-F013-4148-9872B93EA205}"/>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14510D12-BEC7-3E3F-6D12-28044678284F}"/>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CCF6B201-D555-D6A6-6707-8D5C60781555}"/>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7010706E-0744-4C0A-5B60-2ED6EBC7DE58}"/>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56CEB0A8-6E50-7623-5C85-62BBA835EBDE}"/>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9E058F07-86E3-7206-5FC7-A82E04E3BBD4}"/>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952CE589-505D-21D8-7982-AD4CE62BD3EC}"/>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9492CAA0-83AB-46D6-8E5B-1A2B50C7F205}"/>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8BAB57D6-D5D8-A799-BC7E-4E32C6112BB4}"/>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B8F822D3-9950-3C0B-7A77-E49D1E1B95A4}"/>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96D8492F-A796-3616-ACF2-CD8C204E7BD2}"/>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6E7679D0-C6D3-CF76-337C-933067601899}"/>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134739B7-F98A-637C-8D8E-2985717308BE}"/>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4A00A66C-BA3C-3199-3478-8F2AA4F8AD40}"/>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DB93B852-CA30-3C19-45E9-FB0E2DE20ED3}"/>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976F31BA-F1A8-F455-6C7D-F724A679C75F}"/>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40B0A421-4F34-D3EF-93D4-93EAA766105A}"/>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3C8885C4-A94D-CA97-A2F3-EF78E29D301E}"/>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A3DD61DC-EC68-F558-3384-CF84D4175B29}"/>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4205344C-8BAE-B382-AEE9-F3143F83ABD3}"/>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1F64F4A8-211C-EF80-683A-3E5F9ED862DB}"/>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3B421FAD-612F-C08A-5236-FBEF179FB926}"/>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EB0FBD11-DEEE-85B7-E035-BC98860E8816}"/>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A17B3F46-5BBD-D87E-2314-E7114DD67465}"/>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8C045FA4-7ECE-A5C9-3B4E-1831D49480F1}"/>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3D16B8C4-A439-4BD4-FE60-040E8AF4939F}"/>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5C57F14F-AF11-1EBB-45EA-DC4A2704545F}"/>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BF32896F-654B-10BD-D3CB-394EE56FE0BF}"/>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06812987-BD5A-CEC6-57B0-2D3D326C6968}"/>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99B68877-5EEB-84E1-1AE5-7EFF27C424E6}"/>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939EE6CA-7DB9-7C36-FDF1-3DE26D9C0958}"/>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F92B35FE-EA60-019D-9A91-60ADEE0F25E1}"/>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14D8D814-1AF0-3ADA-D3E0-AAFC725395DD}"/>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C0C9D628-399C-9632-BB27-9BDFE5C12EF6}"/>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598E1B29-9B35-C32D-D0A9-99EE9FAD8024}"/>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A4D33DE5-A9F4-7316-6E2D-9178E0A86E4B}"/>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AC2A4CF8-8049-A42A-3941-441D4EB28535}"/>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26AED4A6-D1B0-AB18-85F7-27502ADA733A}"/>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5AF61B0F-A4FD-8368-A52E-460CE8D87BA5}"/>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2A4AEDEE-FFD5-729B-D879-8E351B204C59}"/>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B9D0683D-16A9-595D-9E7F-9D8448C97B7A}"/>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4A67F377-2499-8691-364F-500751A29721}"/>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21364BDA-90E4-BC5D-668F-24E0FB8D55C1}"/>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6D6B55D0-8C16-8EE0-16FD-82143D8177A5}"/>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A011B64D-C82D-561C-DFE1-E091BE264E70}"/>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0194FE7C-34AA-1088-5044-653A3882A455}"/>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1BA8A37B-2E03-4179-1C24-C3FC9C45A243}"/>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756A3C32-5F55-250D-CCEE-20F69F96E3AE}"/>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3D6F6234-E3DC-9AF5-3615-99A695532A8A}"/>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36A4EE2F-363D-419F-7740-BA26CE4C11E6}"/>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604AC654-4461-0F71-8047-249BF9D0B030}"/>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F57A62F4-1D60-0D45-0F8A-EC5404D3E509}"/>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4C222B6C-1801-B0CD-C49C-475AB236F173}"/>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02779E17-A464-4841-539E-2019A7E762FF}"/>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F79B98AE-A513-B6E1-401B-3B445E59F05D}"/>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CEB9BE0B-E0AB-54DF-4E13-8D5EE2700980}"/>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A62C2311-5336-B224-9F77-68E71C959D49}"/>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90277E1E-3B46-FAF4-6102-833C1C39BE03}"/>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C7B37016-5E06-E461-7A3D-71DB9C0A8983}"/>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BC028BD5-A240-4A58-C637-A8F821FA8456}"/>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DABA7B32-0DC9-B11B-3D61-94F464185B02}"/>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4294747D-CC3F-E3B2-F2DA-C42D8461B9C1}"/>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B1FAA8AC-4A5D-1782-5A80-479A315B3C98}"/>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31C7FC23-9064-F5AE-7BA3-D3D64DD38AF5}"/>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6F305A11-9310-9B52-DDCF-1135758E29FE}"/>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3D1CA161-AEB8-9F88-7778-389F56D62E61}"/>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F3033AE2-5874-4428-0F35-B50C57A86D3C}"/>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0D73230E-14AF-1BF7-3188-65910EB0DCDE}"/>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BF908766-F71A-B47C-0103-9DA46F2E42D4}"/>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054CDCA9-216E-8CF9-7662-8A4404B38AEF}"/>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F2BF4502-449D-7AB0-9966-AEF1BB3E3A37}"/>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56FB5BD6-C68E-06E4-58DB-2FC5458B87E6}"/>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E4CADB2B-45F3-DA26-FB8E-75B70755A209}"/>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ED0015B6-0251-A963-DCE9-096C306ED519}"/>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B9A49166-1F08-7E0B-93B3-4DA98A60F35F}"/>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DA2C1AE7-FFD2-182F-701E-41E64F5A58EC}"/>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D96AF228-986F-7886-6566-DB680A26116C}"/>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58A7D4CD-D923-D0EC-05AC-2CFD714AEEBB}"/>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86F01220-BDD1-99DE-6C20-58E9CE496BE2}"/>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B35FC46C-932F-35B6-488F-C97A244D1613}"/>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16E53584-6CF5-3908-437A-38D2680D6FBD}"/>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9F114B0A-55AA-ECA3-943D-5F5B4A62F31F}"/>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9C00F771-604C-FE22-0F37-F35713870631}"/>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F5866C83-7EA0-B242-468A-88C9A0121FDD}"/>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3D12F2B4-EFFE-DC9E-4138-46A553AE2966}"/>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F246C3A8-3292-BCD9-35FD-D5B65C51E9F3}"/>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5FC80633-E157-E3D0-D0FE-DA8001FE728C}"/>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665C797D-1CB4-352C-E102-D69A04806695}"/>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A9B0EDC4-7219-8F97-27EF-9D0D31BEB9F5}"/>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FAC64E37-08F2-5C42-B18A-64C3E7655036}"/>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73D4CFC4-43DD-DC6B-6D30-1FB8C5516818}"/>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85031C71-F991-9DA0-6A67-7A672E58A426}"/>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81A09009-0099-D267-AD0B-079A1BCF14BE}"/>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BD9405E7-4C89-4AC2-0CAA-6B41723882F6}"/>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AEAB8A88-2C9C-3413-08C8-70564568FA34}"/>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168BDB0F-D975-45BD-6892-B955F639369F}"/>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BCE0FC0B-80E2-0DE8-9697-E8FF92CF787C}"/>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13FF71DB-DFFE-D4FD-39A8-2C124B62C7EF}"/>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91F1E684-7217-4E95-DFAE-25E3B9EEED64}"/>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7D1403E9-F13B-B1B9-FA90-94AA6C9CCFBF}"/>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65BCF55B-D26A-05E8-9214-74B2DA34661D}"/>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0E02467E-A355-20A5-9977-CD9C6B02518F}"/>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4CB25DB8-F2E0-339A-8062-24DC40EAEA88}"/>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D34F8534-83A9-168F-53A8-7FCDAD7F926B}"/>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28E952AD-CEC1-C5EB-2623-ACEE9C28776F}"/>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DFEB755F-EC32-C563-4E6A-1C29B55FBC28}"/>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C738A74C-7AFB-34B8-1268-322544356830}"/>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BFB9940D-569C-5E25-3A80-4325C5BB1AD8}"/>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B80A5BE3-3B66-4A82-E3D3-E19A619FDB63}"/>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C053CD41-7740-E294-D41C-06945A9BCB9F}"/>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E37D50E5-4442-4070-32C3-831BC12B8EFD}"/>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85385FB4-32A1-E133-BB19-03B548C678AB}"/>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7CB8BB30-ACF5-1238-9299-EE0BEBE8B240}"/>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E0E612C1-44D3-895B-1A1B-B76FE8D61B8A}"/>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98BC5388-8EB7-02AE-479A-DADCE8C151C4}"/>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AAE5F812-945E-BF3E-B72F-B966A4055464}"/>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8DF74F7C-E547-033A-EC2A-C6189BE55A8B}"/>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1580E33A-20E8-2C6E-2484-42D78814153B}"/>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2F338D79-0579-BB36-4D2E-E61BC2E728C6}"/>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C3E2B10E-4726-F1EA-9DCE-65A6FF4012B6}"/>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4B25238B-152D-88D8-77EE-610737AC9846}"/>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D952FF1C-C173-6BCD-B9F0-2BB9940DDC06}"/>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5BCC1B30-A2CE-E896-DC82-52B712F4F23F}"/>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788A8AE4-0F32-4EF6-8394-A5BFABAAEBD2}"/>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6668C21E-5B59-129B-2F40-5A4C5C7ABD9A}"/>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2BD51C4A-2666-05D6-4ECF-BBFFEE113E81}"/>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BFD9C6F8-562A-A38E-E83A-0CA6EC816F4E}"/>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C35D9AF5-1D1F-8051-6FE5-610400422F06}"/>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96167D9A-4613-D899-0017-B530938A61D1}"/>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548EEF5B-F487-F44E-F367-72BFCF5F5C12}"/>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E2A97CAF-DA1E-D773-2B96-B961497E1496}"/>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CE5D35B2-FBB9-8BCA-2EBC-AF365164BAB2}"/>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ADDA333A-3271-5053-ACC5-C6EE80AC8E33}"/>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1B3C86DA-B4BA-A6ED-D05B-5EA5BEC69996}"/>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AA6D1617-EB9F-A5BE-11FB-2420D5B8F188}"/>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D6DB37D0-7874-036A-58D6-0931BB8DE7CA}"/>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BFE2C2E7-386C-A90A-3ACC-6DF264DB8380}"/>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1D4B30A0-34B8-74B2-5D7F-371D720654BB}"/>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E966E92D-A874-A52C-DD5E-EC069C748886}"/>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34369CE9-8E20-0FF0-665F-0BB38B64060B}"/>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B77529FE-0A98-ABD1-BB9E-CC4DAF3867BE}"/>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3C4A1E1C-CA2E-A021-6BA1-F22632ADC19F}"/>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B8B13A97-7028-69DC-E709-326A8D8342A8}"/>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22838A35-A4C8-458B-6F65-BE63A9B6DCE6}"/>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C62043FD-F779-0FE0-22FA-CCF8C227B7A2}"/>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B5B43005-F0C6-B4C4-1399-F575AD160E29}"/>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A14D024E-7E6F-DB3F-1A52-59B8815E3FAE}"/>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5FC397CD-E3E6-948B-A5A7-88BC848023FA}"/>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83854678-6EC1-A464-563A-D88BAB2F5679}"/>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D285A191-0DA4-671A-451E-FAC0805A33AA}"/>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9481925C-B903-E040-A1CD-C821E3B5F9D7}"/>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57A8C827-C1B0-0334-E1D4-DB0AE7CF3A50}"/>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DA78C04A-7FD0-C949-4F32-376E09CE53E8}"/>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FC44E01C-423F-96E6-5F11-0FC8A66975C1}"/>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38DF20E3-D450-95A6-F31C-FDD4A2810846}"/>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C1D54BFF-0F4B-1A47-1CFA-6FBFA57A4C45}"/>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E42F5530-4999-B47C-32B3-3022A92D9408}"/>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53D41A37-6166-5624-9A39-807211499E33}"/>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DA975B7E-3281-7A26-18A4-4FF3FAE31EFA}"/>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2ADA06F6-CDAC-7947-6CC1-B3A20DACF1CB}"/>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61CA6178-8B97-BC37-54BD-B11BB4B30E53}"/>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85500F41-5B37-60EA-D75C-CEB736EA1592}"/>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E698281A-AC1B-61C4-8F33-667D2FAD393E}"/>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19E9A9EA-0658-937D-2FD8-EB0E7C4614EC}"/>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725E2ADE-42A4-71CF-6F04-CCA2FD40FFD2}"/>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6EC908C3-D494-ABB7-A654-260C544A48AF}"/>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2FCB7D1D-611C-019A-6A43-FAEE4B07BA56}"/>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46E96286-F329-6641-955D-4E2ADC4B150D}"/>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21EC6B6B-E05C-79FB-5FA2-C25093D5842D}"/>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C9DA805C-0A93-EF11-D0F3-6465BAE3BC35}"/>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FA2A13F7-75B8-2905-8877-A89AF94F2B39}"/>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BC89D729-30DA-F970-FB77-17D694281A52}"/>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7F80A7E4-F5CC-071B-F7E1-4E639184A4C3}"/>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650F4FB7-45CF-F981-C813-157C98A9D834}"/>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941FE153-4E95-1751-CA07-B70376C13AA4}"/>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E05FAC1A-7FF7-89A0-7030-F0F39E380AAC}"/>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22BEC0D9-9EA1-363F-4F41-FB57AD2BED07}"/>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4B3EE1CE-309F-59E2-2D47-7901B04B9F28}"/>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59694CF0-8381-436F-EB6C-6844F0477B4A}"/>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4153E7C2-A95A-C4C4-ECE9-760A9A56B75C}"/>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4F5DDFA9-CC35-1D34-148E-9304A7E1502A}"/>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6E786C36-0ECD-3EFB-A809-6DE3B7D66C3A}"/>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7F95BA21-AB11-AA63-7D1B-2AB099CD8ECE}"/>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27992C70-83EC-62D0-94C0-C38AAA8DD122}"/>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3D158AEE-7F2E-9086-4DA9-7B68C05A1E13}"/>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D918BFB8-31EB-6B78-72E1-70684DFA64C5}"/>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40C5A23B-A2FF-F1EF-7B7A-DB66F139D47D}"/>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1DF46443-233D-1FC0-416C-91FEEA9A0D19}"/>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F7735889-A45B-AC61-9BC0-6055BE50A917}"/>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A870D59D-CDD5-EE24-A7A6-17810DD32241}"/>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8BCB6518-9082-AF71-3D25-6A339B446633}"/>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27CE18F9-18B0-2375-2B0E-1C936D2C5F9D}"/>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56A75D75-C842-B6F0-3717-58816DEBA6D8}"/>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F46A1AB8-CC59-0719-4437-C85A593CCE48}"/>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FFB92AB5-CD54-10AA-25A9-BC5A86B3EE6C}"/>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D4E9361D-A9D1-02B0-EAF1-AA3D5A88DA4C}"/>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824710FF-4408-A618-F881-D27C8D9A12B8}"/>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D503D352-E1FF-8CC7-6BE7-78142AF93D4B}"/>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8DCF740E-C232-D9CF-0475-DAF8E0A7C201}"/>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0C427D16-E06B-863F-3ABF-563E2BE790D4}"/>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2C4D62FE-D83E-001B-FD64-155F5FD3844F}"/>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668F92C5-6932-FEE3-F581-6B5A31F5554E}"/>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4F35EA33-89A8-B0C3-A0B5-8F9856702D7C}"/>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46DA9AF0-2D0B-615F-343C-34FFCDF72164}"/>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6DDE9F3C-7E6E-9103-8D2A-919C689EDBCD}"/>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B7EABC5D-81E2-D370-9970-6D80D0A68494}"/>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A5A98D42-7FD1-3EBE-3347-406F49582DCE}"/>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F62891BD-BBFF-08F5-19F7-C4786FEB3C56}"/>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A57BAFD9-F924-3CF0-DC56-1D840204EBA6}"/>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3CECAD83-5680-0B01-79A8-20B8086110D1}"/>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40F653C9-E6A9-2E95-98BF-787F1D40A9C5}"/>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0F640DC3-0AD6-4652-62B3-C53B9A15F83C}"/>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4A767837-CA7C-A688-E0DD-6F79BC31B944}"/>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498EE4B8-848B-B1E0-1CDA-E0D0868C06E8}"/>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1399A850-E4AD-657F-E938-BF5676AABE46}"/>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4BD5662D-48C2-7A0E-AF7D-C076E5AF73A8}"/>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CB91FC45-E7E0-7F0C-F36A-DCC81EFD018A}"/>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0187B3FA-24BA-BA27-2737-BC0F4B7B276A}"/>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70CB87B7-EFB9-3EB5-FBA5-5069DD3452A3}"/>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85E6C7A5-C572-085C-0C40-5AAE5EE44AC8}"/>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29FE311E-2387-806F-77C0-F6E8403133EF}"/>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545764E9-E52E-B905-4A8A-4B0A9D94FF7E}"/>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8CCC1263-43BF-3B32-864C-B5D1048D2217}"/>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8BCA0485-5FC3-879F-798F-80AF35790C45}"/>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862D0D99-D94E-E169-D131-DED35C84E1E8}"/>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48EDB169-C119-5B11-1DF4-581B6D52A4FF}"/>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8C7F4429-E5A1-24F9-F2A8-1FFF051544A7}"/>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3C4C3026-3BBA-D3B9-C431-4DAA9D57FED6}"/>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C10D0B2C-5007-426B-83C9-F575CA24F0D4}"/>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8059CD34-5E1D-9268-0B88-B977FBD0D020}"/>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B11D7FB2-55D7-9975-3759-E3F46E5F29F9}"/>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5A3B53E9-87A1-A40A-5715-F4C0C8E79D06}"/>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D7966542-3EF4-14FC-FABB-938399243569}"/>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D3983BDD-5B2C-0937-0DD2-A4DC4255DFE9}"/>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AC486B1B-2FC8-0887-9BF6-F0E329A3DD7D}"/>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3326FF68-EED1-6900-0458-E2C3D6A0E374}"/>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1BCA07CE-4560-C063-BA49-98310E236B33}"/>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C900035A-9B26-D7FB-13D8-BC0A89BB075C}"/>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A5F7A0BF-886A-D860-EF5E-D3941D140324}"/>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E07E4713-4133-B489-852C-48251C4127BE}"/>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AA2969E7-0C92-5091-995C-70FE834614F5}"/>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4AC0038D-4F6E-CFFF-1C60-BB4852915D0F}"/>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A428BC4F-37B1-217C-E911-B7E9F3B92730}"/>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354D7261-8245-46AD-C5DA-3C33765F94B2}"/>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AFA369F8-91A4-8A6E-237E-D332C7757C7F}"/>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1BDA3CB6-CF0E-9835-054D-96576CBAAB18}"/>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D9FA2446-C6EC-6A80-D706-7FCE51787AC6}"/>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5C1C76DE-1002-9C78-1F97-78476A77FAA5}"/>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3603F08F-623B-61F2-B20B-2C645E092E3A}"/>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6D0332EC-4634-5D48-9BEC-6BC7B6FA4132}"/>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270B49C5-353D-6765-D9B9-2C280CA4A35B}"/>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6C4D8D54-4060-1EB7-8EDC-BD0B82D6041B}"/>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6C711DC0-3428-9D66-01DA-B268C2A873F2}"/>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D6858181-610A-4DDA-570E-3E4E160A1A79}"/>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FD92653B-3A56-2CCC-EBEB-9BADAAFD4EF8}"/>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6F41F2DE-16AE-999D-669E-1B3BA8474488}"/>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5C85C987-E6FE-AD17-1BD3-3D352F18DBF5}"/>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89F35E1E-7B80-84A3-66A1-3E14F36FDD43}"/>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0DEA3FEA-3A20-811A-1B5A-3957836EF35E}"/>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6F933C0B-347C-697A-88DE-5BEF64B7B510}"/>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83ECB945-3C43-3276-247C-B536A7E70332}"/>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C65BBDE6-F7E8-F47C-1AE5-DA334E28311F}"/>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98C199EC-F647-C351-28F1-1C2C78A780B1}"/>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707226F5-4FC1-4117-8356-95217829463A}"/>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17A8DA64-51A1-800C-D59C-CCC2F9742CE8}"/>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1E5EAB11-51EC-0C9F-310E-F7D090C0BE95}"/>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91EFC095-A931-5DFD-2821-0D9FA6520493}"/>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1E0C6F8C-3C55-2989-A82A-06B6A428A598}"/>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E28563EE-0406-A813-E326-8110A04E980C}"/>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1E4C769C-91E4-E97E-72E5-5801B1AAED0D}"/>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95FEBA2C-AA1D-79C8-6DB4-1FBF5379FA91}"/>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FDD6148E-FD03-77AA-A6FF-5933241EEBE8}"/>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67ECB3FE-CC20-4156-38E3-422AA75BC42F}"/>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E354A7F5-51F9-6E55-18AD-7E44AC486E22}"/>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226DAD75-6B13-03F5-2AF1-FAB97295F3C8}"/>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2E79B295-FB25-9B31-05C5-088A548A9747}"/>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10637643-7038-DABE-CCD7-CE568A821110}"/>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D6210EDF-3459-5200-080D-F5C8036D1021}"/>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1EF3EEEA-0304-0BC5-E3C9-79E7A6545D58}"/>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E47D1CBE-1F14-B6D8-DDD3-8EA070292776}"/>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DD0D1AD8-2879-598F-7B93-C43FE494A9F0}"/>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090D5E51-AA37-8C7B-A356-E66F5901CAF5}"/>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6E8C4C1E-AFA2-238C-5F0F-625A39B13ACD}"/>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1B340054-3F9F-6AFA-E417-8C0BC1419FC6}"/>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DAC9391D-DF53-3B15-D8FA-A1D755F07DCB}"/>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81063465-AD8F-FFBA-A224-A1543AE75582}"/>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760676DF-FBC0-2AFA-71A3-59703567B155}"/>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451D4391-B95C-88CA-5157-0F535E24D2EB}"/>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001CBA0C-B0B1-0711-8CE9-46356FE112B7}"/>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A66C89DA-FAAC-8890-8C8B-C1AE1B7F493F}"/>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91E8C1C2-373C-3FF4-1EC9-AD61B76FD90B}"/>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112BB319-801F-7CBB-D478-68B7B62941BC}"/>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89600634-C40E-4292-C76D-BAE537482AAE}"/>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2131FEA1-09AE-4FD4-F7B4-71EC34364B0B}"/>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2F55E060-D535-CD22-B7F2-3E305A9075B5}"/>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24F75115-028C-8549-9BEF-44EAA7BB724E}"/>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1C393F4E-3711-5BAE-9D29-6C78FA3D6439}"/>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38B0E365-F3B8-6704-12D3-EF7E4DC6FB08}"/>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F9F80A92-696F-FB0D-5FA3-404180BD5957}"/>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E9CB8602-4893-5D0B-E20E-69285038BB14}"/>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06D49F61-B458-5476-1F60-AFC5F6FA100A}"/>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6244936A-0476-6E2F-A3C3-BF0AF0446F2C}"/>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006A60E4-1534-C123-FE8A-3886C24E6EFF}"/>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83A900F2-3342-A5B6-76F5-FAE6574E1574}"/>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E79112A1-372D-600E-602D-44F11C939C4E}"/>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FEB33364-4176-7CEC-5CC8-FF5850319E79}"/>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0152502C-C933-BABF-29DC-3FFBE8473335}"/>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0537438D-CA69-FD47-B2A5-562BD8772667}"/>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3412A895-5C5E-8A39-E028-1FB6A391F4F5}"/>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DA72EBA5-896E-F964-84CA-E4C28272840F}"/>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6FC4DDB8-419C-18B4-7847-014B9DF7A60D}"/>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5505413D-36CF-9353-0F9A-342AD9C4DCEA}"/>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CEA7368F-A5BA-AC1A-3F1C-E78E33CE70F1}"/>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43C04C91-BE7C-1235-09AE-CFF8700B4415}"/>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79AD320B-88FE-FFCC-6857-605E2C1EDB53}"/>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3EC2ABE1-F7AF-D136-D206-4316DE9FE05E}"/>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5FD7E8EF-C0E8-A31D-348F-E4F3CF518B8A}"/>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510048F4-4A18-10C7-DD52-025257B6710D}"/>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A7624741-0020-6AF0-D039-1E9ACC2626BF}"/>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003740A1-FB6D-C9AC-BF0D-9B75A893BB19}"/>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4CF02367-5E43-93C7-E178-B207740D436E}"/>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980EE01B-D62E-3EAA-BF5E-53D530A1B669}"/>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4694C534-A0EC-3202-184B-5B0429A6267B}"/>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BC851ABB-2CAE-1BF6-4D09-20C150EF3601}"/>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CB103CC6-EABF-546F-3CE9-61B0D12E905A}"/>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A47B2532-5A9E-5131-CDF2-7EE3691DBBE7}"/>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CC6BC4DF-B8C8-F271-E1EF-00EF1C38C2DF}"/>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32B3FF9E-33B8-609F-0652-B8056D1A2E41}"/>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465509A8-7DD5-57FC-DCA6-3A5949F706A1}"/>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E92DE282-7509-F4A6-C78E-BCD380F2AC6D}"/>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93D7C38B-BD69-F069-BE14-FC5306FCE642}"/>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8C695DBD-A749-92FA-4506-DF9AAD42936B}"/>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62EE7C55-8597-6E6A-32DE-E836192DE027}"/>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8E2D4D1C-F4C1-D631-1BBF-D87D0A72D4FC}"/>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FD60EB4E-5DC0-62CC-30B9-0351D90F8C36}"/>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921CD667-AEDC-0B83-BB44-0396ED899D20}"/>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04C39483-FE43-0BE7-2640-24C8D01E7856}"/>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E79B530A-69EF-09D6-B8C7-17B376A7DEEC}"/>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16898106-537A-CA97-D7F7-06B96609EEFB}"/>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8825059A-B9D8-59C1-4DE1-3D5F25A02BD7}"/>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EAEB679D-2AE5-78EF-A778-A5232E7296E5}"/>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31DE9D37-15FF-B411-9566-E3D147703B31}"/>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28C83FD9-BDBA-E9C3-5F66-175096E31B41}"/>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310A8F86-AF7E-D16C-F60F-F161253217D4}"/>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8436AAFC-72B7-65E0-32A4-1E56EAFC2D4D}"/>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530287B9-481B-2778-37B9-96CDF8913D43}"/>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86E8C569-9ABF-6090-0223-FE7223804DBE}"/>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AC91AA1E-0DA3-D32C-256B-2F85FFCC8DD8}"/>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9C5A6FC5-3DC9-7706-5927-5B6F9161B0AD}"/>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39A10C72-D6FD-04E2-52F8-9C8AD3E33723}"/>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63E65A32-00BD-DE20-7EBA-59F4072E4922}"/>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AC827068-41E3-044A-A316-7F742ECCF3BD}"/>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9DF53E4B-0C5A-74DF-7E45-CC5CC671A45D}"/>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BC0E83E5-A602-6872-9AA5-6A8F99C12D5D}"/>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15521C55-1505-00AB-3C7D-8C7F3D979AA3}"/>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C50BF03B-7611-5930-8ADF-B5E0044A968F}"/>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678E2A37-8243-62AE-3016-21D0836136E0}"/>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41D09AA2-8728-5728-5B65-2839C7E348F4}"/>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90099D38-7852-15FD-C809-EA20DDEA7F48}"/>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EBB989F6-7918-8382-5556-CA107A1DDAF1}"/>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3AAB5B9A-DED2-137C-0053-65DA6EA1A19C}"/>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D3B3D140-8C49-8E8A-55F4-514D54B89671}"/>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93273ECF-2BD7-D85A-B4B8-E7920027A3E8}"/>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C8DFA80C-FEA3-3942-9D59-5454DB7C19BD}"/>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09054DD8-A615-5559-8C8D-AC7B78FA282C}"/>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D7D35FB0-34E6-128D-9A05-87EC77E39603}"/>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CA92598B-A4A1-EE84-8EE5-4231427E3B2A}"/>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444522F1-61F6-B230-0A79-8C4C90C62FEE}"/>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C5AFE34C-3D18-E01A-EAB1-4FA841698D70}"/>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8F8D4312-CFCC-7E48-A1AE-FDDC5DC4F58B}"/>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84201A47-D2B5-4C20-E01D-019414A89E3D}"/>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4A6F8646-8956-6FFE-07A6-8D1D65CF011C}"/>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3A97C5B1-F929-769B-C7CA-DC624E79D444}"/>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B5031FAF-56B4-2DCE-1961-BFEAE24451EF}"/>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AED0BDAB-F0AE-8725-C896-534B74740EDB}"/>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A8DFBEF8-3316-6EF7-0B2D-683D1BF73C3E}"/>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4A14B9F2-7EF7-F8E6-B889-ED1A37A7D74D}"/>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5E8722D3-18DD-65CE-D82A-32C55B60CC6D}"/>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7FBFFFB5-CB7C-B45E-13AC-6634E3BD8E27}"/>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81449EE7-0435-0A20-B8D2-058B0D608639}"/>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144D42C9-2D33-4AF2-D298-0E254C91F862}"/>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CB14CAA7-C811-8759-E1A5-5547119A7D10}"/>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7C77EDA8-5D14-CD65-BD67-167EBD76E864}"/>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3BBF5EAD-D93B-CA47-2464-B4B773838BBC}"/>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24C2254B-C7CD-5AC2-4123-4E00B271A34F}"/>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593BD7CA-3A9A-3FBC-02AA-2919D32D6AF6}"/>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4626AA8E-0EE1-CFD4-64EC-2FD4012C7AB3}"/>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1C6D2188-E17D-9AEF-51E9-76FE6A25C5D5}"/>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4C4CBCDE-F165-EAA5-8122-A01A34CA6573}"/>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D4015C6B-9DF4-2280-29EE-C169E4AB44AE}"/>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5B84BBAF-6EDC-4B3E-1235-F2DBBAC1193B}"/>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19FFF36F-87B0-B648-12DB-77D3C1FC7EEE}"/>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665CD57B-8A08-7703-9D5B-E7C670692ACD}"/>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3580A3C1-A71C-679E-4817-D66385DDAD66}"/>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98269403-30C2-BFAF-CA1C-3ACFF23FA3AC}"/>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FD084562-0BA1-C05E-19EE-842337B29C9D}"/>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529435A2-C70C-5A9F-F316-999A49FC6632}"/>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2563F60D-614B-39B9-F580-E2794FD93829}"/>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AD358D2B-352A-CFEC-F00A-0A506E96C7D7}"/>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D6CB4990-3594-3A2F-31CA-727BE02BA9B9}"/>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6B3B8CEC-6B43-01FF-702B-64490258F07C}"/>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842307EB-1365-5764-692C-491A57451706}"/>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279ADB35-3075-488C-8857-0AED1D0D8EC7}"/>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51971963-38D5-D389-D9A7-4672D6E2999C}"/>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FCCEB4A6-8919-7C6A-B6A6-0103BA66F22B}"/>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6D65F77D-C79E-2A77-5803-269C6EC07463}"/>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D2663563-F333-300F-37F1-C59866F56ED6}"/>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6F49EBDF-FF71-832C-FA2D-745B4A2C3293}"/>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D8842DAF-361E-95B3-A767-717BE9F4B4E4}"/>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5E7427C3-6673-9F4C-08C6-37E401B856C6}"/>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189A8D57-D98D-53F8-0499-C3354485414F}"/>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36DABAAE-49AA-69FC-36C4-19C2AE3B2137}"/>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6D17246E-2378-E759-E640-3F7838E097CE}"/>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F209CE19-1FB9-ABF4-A825-AFE3A0172DB9}"/>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2A0B185B-1FE6-0DC8-6F78-0E26A171C675}"/>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AF72C919-B671-005E-9E10-7E99E3D14A39}"/>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EEFDBF62-952C-7EC3-D8E4-2C2783C65C79}"/>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AD7DE8A0-C064-5953-F425-2A61AC6B7F30}"/>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E7158F77-2B9C-E34B-B141-9C1637EB5BC0}"/>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69E8BE2C-F0E5-6130-4BCE-EA748E63ED20}"/>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0127A646-BDBF-6D41-38A0-811116B621A4}"/>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E503BFD8-0E11-72E7-C95C-016064C8943D}"/>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6F42E37B-22AE-0782-1D53-791B813943A7}"/>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4D117814-9C95-0A48-47A6-F300386127D3}"/>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15BD6100-3196-D2BD-437D-213919581914}"/>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5D258A8A-D3FF-38B5-62AF-01B90CC13014}"/>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5ECAEA17-3F20-34C2-B113-86EB2E398B2D}"/>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C773F5FE-E2D0-D3FB-312C-AED88ED13A2E}"/>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195EDDC0-F845-E1FD-1409-C4A997AFCA94}"/>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E30065A5-373F-5B3D-BCC3-2665977CAD81}"/>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740A073F-6D4A-DA03-80ED-6BFB9767D5E2}"/>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89DED2F4-925B-BE54-574F-C5ABFA2C6D95}"/>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E8BA20F8-25C7-1F6A-A92A-4F9EEFAE4A5C}"/>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670FCF6E-FD9E-9A4B-5FF1-08452AE815F6}"/>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5BEEC344-3385-F7C1-24A0-D6886D7641E0}"/>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C2A96644-BCCC-DACC-038E-181771573D4B}"/>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2D52B485-E990-65FF-FCF5-7771DB6C5D52}"/>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3DFA35B0-09CB-41C1-F86F-EF70F5DCC071}"/>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77337698-51A9-CB9E-3C98-124BA621BCA6}"/>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F2A6A8F0-E611-3B16-77E3-51A9EEE2A0DE}"/>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164A1196-43F7-11E5-6F4E-1656734F9A0D}"/>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37491CD9-C347-D724-E49B-22CF81E806D2}"/>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932D678B-E6CD-FEED-A5AD-872D164A1576}"/>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B797D080-6F83-2DF9-ADA8-4E6B7BB13620}"/>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D8C6640E-6D9E-9045-6A96-19F9E9E96CAE}"/>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EC187614-BD97-84CC-3367-2A7BC5459055}"/>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42C3E8D1-3008-A7E8-A51F-9F56B43170FB}"/>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F5DE3DAB-4AF0-A6C8-FCCD-B3335798465B}"/>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7DE5C14D-7C6F-D488-2A95-FA13A3FE0955}"/>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1BD016CF-8D28-FB0F-99E5-8ABF89531B40}"/>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9E6FAC3E-0FB5-5E0E-1950-FE8C3DC35B2D}"/>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06348BA0-919E-E0A1-E5A9-6C9245A50C8B}"/>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1C8CAAB8-F1A3-A98E-D4D1-89C25DA230AB}"/>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04B038E0-393A-A220-4836-0F62F2EBC53C}"/>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E2FECF11-1E37-BE04-8BF2-9DC656D6AA36}"/>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7B389D6D-5440-D6F8-0028-2090B0239E29}"/>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57CAB3F9-24BB-CB92-33D2-C0BC13D26B34}"/>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7E6C9F29-E704-9BE7-7004-1034FBA0B45A}"/>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B2DE7800-9D15-CD1C-A2BF-06E9732C53FE}"/>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03A02C52-8014-6963-D9BE-E6F61C4F4158}"/>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19500F8D-2183-BC73-4848-43EBC89DA7B6}"/>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FE79B3B1-3265-3385-9CA6-08E982C6DC2A}"/>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9B36AF6C-5B6A-1566-263B-651012A30464}"/>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98D9E723-C3C5-A71A-2B56-5E132CF9FE43}"/>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9267A911-576E-668C-5B06-9CB6033BDCBD}"/>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CEC13C15-F72A-4F5E-8FC4-043F82B50575}"/>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78DB79DE-B334-AA0B-B2E1-429D15FDAE15}"/>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12912BCF-6045-ACB0-4776-BA57D763CF5C}"/>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7F82B17B-A1BD-5A04-12ED-A066B17E19D9}"/>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E587CC3D-7964-5892-990B-55EB29EA6D7F}"/>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9CD2DF5E-FD50-A300-EB68-3F868573897B}"/>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E45D0D02-1F0B-12FC-6D7A-EB8D6D1B5C04}"/>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8CBC34A3-3C90-9675-5FC4-B0003C8F9407}"/>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F698B54C-7443-2B2E-16BA-453FE9AC98DF}"/>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F1B7DE46-BE00-3F44-09EA-783F3654D216}"/>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EC8250D2-A0C2-F1DD-3223-EC89E7F1D538}"/>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FC0F71AA-0387-7854-AFC8-4C91F6CD575D}"/>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297FD91F-56AB-305D-B2B2-FECB2B198B0E}"/>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6EDDEF36-2B25-B239-30CB-1B28AC36EE19}"/>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E3129976-B760-5D99-69A2-5CDFD323E6FB}"/>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72B9489A-45E9-8384-D817-F5333C65FDE9}"/>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AB480B86-1317-7B1C-53C9-7A73275330BE}"/>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45790797-3FAC-8A4B-BE55-F24A8BFF3150}"/>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04668830-9192-602C-5035-CB918778210B}"/>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8B75FE80-711C-1C4F-7CE6-5D8DDF48DDB3}"/>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67EF79EC-13EF-4499-59CA-ACB736724B3F}"/>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882F0BEB-541E-FFD2-39C3-4728C5A24EB4}"/>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D488528C-08A1-A63B-35C3-00938D66D672}"/>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D0242700-5B7C-EFB9-97E7-0C2EA454BF18}"/>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C2D05397-4570-949F-5BDE-B1ABF83721CA}"/>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3F55319F-ADC8-4346-6B43-1A23A584C7C6}"/>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0ABDEAA3-797D-6F85-5881-FE6117FAA0D7}"/>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760873EB-005A-2949-ECAA-AA1D56579C01}"/>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8E1DFB63-E911-7D0B-F166-0944B180A359}"/>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C45539FB-51AA-3C25-06F3-39243B1E7D59}"/>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BB2968CB-1800-3020-F34C-9B63DD6AC9BC}"/>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7A67781D-27EF-F570-079A-F58F83808FD0}"/>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F0437BC6-D25F-C6DF-537D-8C6AB6050A3B}"/>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A736A423-2C11-0D99-CB23-F998451EA9B9}"/>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EC4CE4B8-B616-CD6C-7FF2-6E417109ECDF}"/>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943E7D06-7756-9D6F-5550-8791A4FE23B0}"/>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7CC16159-4DAE-56D3-3CAD-69A451FF4E18}"/>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C7AE08A5-82DE-4A47-28FD-5B3DC8CCF914}"/>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B4371166-8105-414F-8B60-41A409DE9967}"/>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B1CCD453-F0B4-117B-FDCA-9FA650D72BEF}"/>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BE4506A3-FFA2-5410-7883-3EEF174A8BDA}"/>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F1E8338A-A13E-7F43-B437-577AAA06B2ED}"/>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89CDD4BD-A2BD-550B-5902-B7A3AA3C5198}"/>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A41CD429-DB21-21AC-564E-00D81E641996}"/>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8A8990B2-0ACE-B561-82AB-4258C343F072}"/>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8564D67C-8A33-C806-840D-B6E0F1AECB2E}"/>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29CF2B7E-D0A9-2102-C498-EEC99C610B79}"/>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FEBCA30D-C4EF-3A14-06E2-8D584328A507}"/>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37638856-BEF4-205E-F33D-2B47BB418D12}"/>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EB3DB56C-8062-2FC1-83D6-855C5F4DB68A}"/>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2459A0CF-F6AE-DAD9-AFC0-E13A363D01C1}"/>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891E24B2-ED61-3DC0-3DEA-1F8623E4D10D}"/>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7DBD6015-3774-7F20-6A09-67383A7EA4EA}"/>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000">
        <p159:morph option="byObject"/>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con 2" descr="FaBalanceScale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Benefits and Challenges of Digital Banking</a:t>
            </a:r>
          </a:p>
        </p:txBody>
      </p:sp>
      <p:sp>
        <p:nvSpPr>
          <p:cNvPr id="4" name="Rounded Rectangle 4"/>
          <p:cNvSpPr/>
          <p:nvPr/>
        </p:nvSpPr>
        <p:spPr>
          <a:xfrm>
            <a:off x="548640" y="1188720"/>
            <a:ext cx="5440680" cy="50749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5" name="Oval 5"/>
          <p:cNvSpPr/>
          <p:nvPr/>
        </p:nvSpPr>
        <p:spPr>
          <a:xfrm>
            <a:off x="731520" y="1280160"/>
            <a:ext cx="457200" cy="45720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6" name="Picture 6" descr="FaCheckCircle icon"/>
          <p:cNvPicPr>
            <a:picLocks noChangeAspect="1"/>
          </p:cNvPicPr>
          <p:nvPr/>
        </p:nvPicPr>
        <p:blipFill>
          <a:blip r:embed="rId4"/>
          <a:stretch>
            <a:fillRect/>
          </a:stretch>
        </p:blipFill>
        <p:spPr>
          <a:xfrm>
            <a:off x="841248" y="1389888"/>
            <a:ext cx="237744" cy="237744"/>
          </a:xfrm>
          <a:prstGeom prst="rect">
            <a:avLst/>
          </a:prstGeom>
        </p:spPr>
      </p:pic>
      <p:sp>
        <p:nvSpPr>
          <p:cNvPr id="7" name="Heading 7"/>
          <p:cNvSpPr txBox="1"/>
          <p:nvPr/>
        </p:nvSpPr>
        <p:spPr>
          <a:xfrm>
            <a:off x="1280160" y="1234440"/>
            <a:ext cx="4000000" cy="365760"/>
          </a:xfrm>
          <a:prstGeom prst="rect">
            <a:avLst/>
          </a:prstGeom>
          <a:noFill/>
        </p:spPr>
        <p:txBody>
          <a:bodyPr wrap="square" lIns="45720" tIns="27432" rIns="45720" bIns="27432" anchor="ctr">
            <a:noAutofit/>
          </a:bodyPr>
          <a:lstStyle/>
          <a:p>
            <a:pPr algn="l">
              <a:spcAft>
                <a:spcPts val="0"/>
              </a:spcAft>
              <a:buNone/>
            </a:pPr>
            <a:r>
              <a:rPr lang="en-IN" sz="2200" b="1" i="0" dirty="0">
                <a:solidFill>
                  <a:srgbClr val="B9A5FF"/>
                </a:solidFill>
                <a:latin typeface="Times New Roman"/>
                <a:cs typeface="Times New Roman"/>
              </a:rPr>
              <a:t>Benefits</a:t>
            </a:r>
          </a:p>
        </p:txBody>
      </p:sp>
      <p:sp>
        <p:nvSpPr>
          <p:cNvPr id="8" name="Oval 8"/>
          <p:cNvSpPr/>
          <p:nvPr/>
        </p:nvSpPr>
        <p:spPr>
          <a:xfrm>
            <a:off x="731520" y="2011680"/>
            <a:ext cx="640080" cy="640080"/>
          </a:xfrm>
          <a:prstGeom prst="ellipse">
            <a:avLst/>
          </a:prstGeom>
          <a:solidFill>
            <a:srgbClr val="FFC000"/>
          </a:solidFill>
          <a:ln>
            <a:noFill/>
          </a:ln>
        </p:spPr>
        <p:txBody>
          <a:bodyPr wrap="square" lIns="73152" tIns="36576" rIns="73152" bIns="36576" rtlCol="0" anchor="ctr"/>
          <a:lstStyle/>
          <a:p>
            <a:pPr algn="ctr"/>
            <a:endParaRPr lang="en-IN"/>
          </a:p>
        </p:txBody>
      </p:sp>
      <p:pic>
        <p:nvPicPr>
          <p:cNvPr id="9" name="Picture 9" descr="FaClock icon"/>
          <p:cNvPicPr>
            <a:picLocks noChangeAspect="1"/>
          </p:cNvPicPr>
          <p:nvPr/>
        </p:nvPicPr>
        <p:blipFill>
          <a:blip r:embed="rId5"/>
          <a:stretch>
            <a:fillRect/>
          </a:stretch>
        </p:blipFill>
        <p:spPr>
          <a:xfrm>
            <a:off x="885139" y="2165299"/>
            <a:ext cx="332841" cy="332841"/>
          </a:xfrm>
          <a:prstGeom prst="rect">
            <a:avLst/>
          </a:prstGeom>
        </p:spPr>
      </p:pic>
      <p:sp>
        <p:nvSpPr>
          <p:cNvPr id="10" name="TextBox 10"/>
          <p:cNvSpPr txBox="1"/>
          <p:nvPr/>
        </p:nvSpPr>
        <p:spPr>
          <a:xfrm>
            <a:off x="1554480" y="1881680"/>
            <a:ext cx="4000000" cy="90000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Provides 24/7 access to banking services.</a:t>
            </a:r>
          </a:p>
        </p:txBody>
      </p:sp>
      <p:sp>
        <p:nvSpPr>
          <p:cNvPr id="11" name="Oval 11"/>
          <p:cNvSpPr/>
          <p:nvPr/>
        </p:nvSpPr>
        <p:spPr>
          <a:xfrm>
            <a:off x="731520" y="341168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2" name="Picture 12" descr="FaBolt icon"/>
          <p:cNvPicPr>
            <a:picLocks noChangeAspect="1"/>
          </p:cNvPicPr>
          <p:nvPr/>
        </p:nvPicPr>
        <p:blipFill>
          <a:blip r:embed="rId6"/>
          <a:stretch>
            <a:fillRect/>
          </a:stretch>
        </p:blipFill>
        <p:spPr>
          <a:xfrm>
            <a:off x="885139" y="3565299"/>
            <a:ext cx="332841" cy="332841"/>
          </a:xfrm>
          <a:prstGeom prst="rect">
            <a:avLst/>
          </a:prstGeom>
        </p:spPr>
      </p:pic>
      <p:sp>
        <p:nvSpPr>
          <p:cNvPr id="13" name="TextBox 13"/>
          <p:cNvSpPr txBox="1"/>
          <p:nvPr/>
        </p:nvSpPr>
        <p:spPr>
          <a:xfrm>
            <a:off x="1554480" y="3281680"/>
            <a:ext cx="4000000" cy="90000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Reduces transaction time and operating costs.</a:t>
            </a:r>
          </a:p>
        </p:txBody>
      </p:sp>
      <p:sp>
        <p:nvSpPr>
          <p:cNvPr id="14" name="Oval 14"/>
          <p:cNvSpPr/>
          <p:nvPr/>
        </p:nvSpPr>
        <p:spPr>
          <a:xfrm>
            <a:off x="731520" y="481168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5" name="Picture 15" descr="FaThumbsUp icon"/>
          <p:cNvPicPr>
            <a:picLocks noChangeAspect="1"/>
          </p:cNvPicPr>
          <p:nvPr/>
        </p:nvPicPr>
        <p:blipFill>
          <a:blip r:embed="rId7"/>
          <a:stretch>
            <a:fillRect/>
          </a:stretch>
        </p:blipFill>
        <p:spPr>
          <a:xfrm>
            <a:off x="885139" y="4965299"/>
            <a:ext cx="332841" cy="332841"/>
          </a:xfrm>
          <a:prstGeom prst="rect">
            <a:avLst/>
          </a:prstGeom>
        </p:spPr>
      </p:pic>
      <p:sp>
        <p:nvSpPr>
          <p:cNvPr id="16" name="TextBox 16"/>
          <p:cNvSpPr txBox="1"/>
          <p:nvPr/>
        </p:nvSpPr>
        <p:spPr>
          <a:xfrm>
            <a:off x="1554480" y="4681680"/>
            <a:ext cx="4000000" cy="90000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Improves customer convenience and service efficiency.</a:t>
            </a:r>
          </a:p>
        </p:txBody>
      </p:sp>
      <p:sp>
        <p:nvSpPr>
          <p:cNvPr id="17" name="Rounded Rectangle 17"/>
          <p:cNvSpPr/>
          <p:nvPr/>
        </p:nvSpPr>
        <p:spPr>
          <a:xfrm>
            <a:off x="6217920" y="1188720"/>
            <a:ext cx="5422392" cy="5074920"/>
          </a:xfrm>
          <a:prstGeom prst="roundRect">
            <a:avLst>
              <a:gd name="adj" fmla="val 6000"/>
            </a:avLst>
          </a:prstGeom>
          <a:solidFill>
            <a:srgbClr val="16113A"/>
          </a:solidFill>
          <a:ln w="12700">
            <a:solidFill>
              <a:srgbClr val="FFC857"/>
            </a:solidFill>
          </a:ln>
        </p:spPr>
        <p:txBody>
          <a:bodyPr wrap="square" lIns="73152" tIns="36576" rIns="73152" bIns="36576" rtlCol="0" anchor="ctr"/>
          <a:lstStyle/>
          <a:p>
            <a:pPr algn="ctr"/>
            <a:endParaRPr lang="en-IN"/>
          </a:p>
        </p:txBody>
      </p:sp>
      <p:sp>
        <p:nvSpPr>
          <p:cNvPr id="18" name="Oval 18"/>
          <p:cNvSpPr/>
          <p:nvPr/>
        </p:nvSpPr>
        <p:spPr>
          <a:xfrm>
            <a:off x="6400800" y="1280160"/>
            <a:ext cx="457200" cy="45720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9" name="Picture 19" descr="FaExclamationTriangle icon"/>
          <p:cNvPicPr>
            <a:picLocks noChangeAspect="1"/>
          </p:cNvPicPr>
          <p:nvPr/>
        </p:nvPicPr>
        <p:blipFill>
          <a:blip r:embed="rId8"/>
          <a:stretch>
            <a:fillRect/>
          </a:stretch>
        </p:blipFill>
        <p:spPr>
          <a:xfrm>
            <a:off x="6510528" y="1389888"/>
            <a:ext cx="237744" cy="237744"/>
          </a:xfrm>
          <a:prstGeom prst="rect">
            <a:avLst/>
          </a:prstGeom>
        </p:spPr>
      </p:pic>
      <p:sp>
        <p:nvSpPr>
          <p:cNvPr id="20" name="Heading 20"/>
          <p:cNvSpPr txBox="1"/>
          <p:nvPr/>
        </p:nvSpPr>
        <p:spPr>
          <a:xfrm>
            <a:off x="6949440" y="1234440"/>
            <a:ext cx="4000000" cy="365760"/>
          </a:xfrm>
          <a:prstGeom prst="rect">
            <a:avLst/>
          </a:prstGeom>
          <a:noFill/>
        </p:spPr>
        <p:txBody>
          <a:bodyPr wrap="square" lIns="45720" tIns="27432" rIns="45720" bIns="27432" anchor="ctr">
            <a:noAutofit/>
          </a:bodyPr>
          <a:lstStyle/>
          <a:p>
            <a:pPr algn="l">
              <a:spcAft>
                <a:spcPts val="0"/>
              </a:spcAft>
              <a:buNone/>
            </a:pPr>
            <a:r>
              <a:rPr lang="en-IN" sz="2200" b="1" i="0" dirty="0">
                <a:solidFill>
                  <a:srgbClr val="FFC857"/>
                </a:solidFill>
                <a:latin typeface="Times New Roman"/>
                <a:cs typeface="Times New Roman"/>
              </a:rPr>
              <a:t>Challenges</a:t>
            </a:r>
          </a:p>
        </p:txBody>
      </p:sp>
      <p:sp>
        <p:nvSpPr>
          <p:cNvPr id="21" name="Oval 21"/>
          <p:cNvSpPr/>
          <p:nvPr/>
        </p:nvSpPr>
        <p:spPr>
          <a:xfrm>
            <a:off x="6400800" y="219456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2" name="Picture 22" descr="FaBug icon"/>
          <p:cNvPicPr>
            <a:picLocks noChangeAspect="1"/>
          </p:cNvPicPr>
          <p:nvPr/>
        </p:nvPicPr>
        <p:blipFill>
          <a:blip r:embed="rId9"/>
          <a:stretch>
            <a:fillRect/>
          </a:stretch>
        </p:blipFill>
        <p:spPr>
          <a:xfrm>
            <a:off x="6554419" y="2348179"/>
            <a:ext cx="332841" cy="332841"/>
          </a:xfrm>
          <a:prstGeom prst="rect">
            <a:avLst/>
          </a:prstGeom>
        </p:spPr>
      </p:pic>
      <p:sp>
        <p:nvSpPr>
          <p:cNvPr id="23" name="TextBox 23"/>
          <p:cNvSpPr txBox="1"/>
          <p:nvPr/>
        </p:nvSpPr>
        <p:spPr>
          <a:xfrm>
            <a:off x="7223760" y="1944560"/>
            <a:ext cx="4200000" cy="114008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Increases the risk of cybercrime, phishing and online fraud.</a:t>
            </a:r>
          </a:p>
        </p:txBody>
      </p:sp>
      <p:sp>
        <p:nvSpPr>
          <p:cNvPr id="24" name="Oval 24"/>
          <p:cNvSpPr/>
          <p:nvPr/>
        </p:nvSpPr>
        <p:spPr>
          <a:xfrm>
            <a:off x="6400800" y="409456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5" name="Picture 25" descr="FaWifi icon"/>
          <p:cNvPicPr>
            <a:picLocks noChangeAspect="1"/>
          </p:cNvPicPr>
          <p:nvPr/>
        </p:nvPicPr>
        <p:blipFill>
          <a:blip r:embed="rId10"/>
          <a:stretch>
            <a:fillRect/>
          </a:stretch>
        </p:blipFill>
        <p:spPr>
          <a:xfrm>
            <a:off x="6554419" y="4248179"/>
            <a:ext cx="332841" cy="332841"/>
          </a:xfrm>
          <a:prstGeom prst="rect">
            <a:avLst/>
          </a:prstGeom>
        </p:spPr>
      </p:pic>
      <p:sp>
        <p:nvSpPr>
          <p:cNvPr id="26" name="TextBox 26"/>
          <p:cNvSpPr txBox="1"/>
          <p:nvPr/>
        </p:nvSpPr>
        <p:spPr>
          <a:xfrm>
            <a:off x="7223760" y="3844560"/>
            <a:ext cx="4200000" cy="1140080"/>
          </a:xfrm>
          <a:prstGeom prst="rect">
            <a:avLst/>
          </a:prstGeom>
          <a:noFill/>
        </p:spPr>
        <p:txBody>
          <a:bodyPr wrap="square" lIns="45720" tIns="27432" rIns="45720" bIns="27432" anchor="ctr">
            <a:noAutofit/>
          </a:bodyPr>
          <a:lstStyle/>
          <a:p>
            <a:pPr algn="l">
              <a:spcAft>
                <a:spcPts val="0"/>
              </a:spcAft>
              <a:buNone/>
            </a:pPr>
            <a:r>
              <a:rPr lang="en-IN" sz="2000" b="0" i="0" dirty="0">
                <a:solidFill>
                  <a:srgbClr val="FFFFFF"/>
                </a:solidFill>
                <a:latin typeface="Times New Roman"/>
                <a:cs typeface="Times New Roman"/>
              </a:rPr>
              <a:t>Digital literacy and internet access remain major challenges.</a:t>
            </a:r>
          </a:p>
        </p:txBody>
      </p:sp>
      <p:grpSp>
        <p:nvGrpSpPr>
          <p:cNvPr id="27" name="Graphic 2">
            <a:extLst>
              <a:ext uri="{FF2B5EF4-FFF2-40B4-BE49-F238E27FC236}">
                <a16:creationId xmlns:a16="http://schemas.microsoft.com/office/drawing/2014/main" id="{72981BA0-859A-DBBD-BE1F-9C4D4A2A3DB4}"/>
              </a:ext>
            </a:extLst>
          </p:cNvPr>
          <p:cNvGrpSpPr/>
          <p:nvPr/>
        </p:nvGrpSpPr>
        <p:grpSpPr>
          <a:xfrm>
            <a:off x="-8170176" y="5660389"/>
            <a:ext cx="22278322" cy="1206501"/>
            <a:chOff x="-1701658" y="3997633"/>
            <a:chExt cx="14003150" cy="3533927"/>
          </a:xfrm>
          <a:noFill/>
          <a:effectLst>
            <a:outerShdw blurRad="635000" algn="ctr" rotWithShape="0">
              <a:schemeClr val="bg1"/>
            </a:outerShdw>
          </a:effectLst>
        </p:grpSpPr>
        <p:grpSp>
          <p:nvGrpSpPr>
            <p:cNvPr id="28" name="Graphic 2">
              <a:extLst>
                <a:ext uri="{FF2B5EF4-FFF2-40B4-BE49-F238E27FC236}">
                  <a16:creationId xmlns:a16="http://schemas.microsoft.com/office/drawing/2014/main" id="{439D794D-30A6-507A-9F05-E5E5AD0076FE}"/>
                </a:ext>
              </a:extLst>
            </p:cNvPr>
            <p:cNvGrpSpPr/>
            <p:nvPr/>
          </p:nvGrpSpPr>
          <p:grpSpPr>
            <a:xfrm>
              <a:off x="-1701658" y="3997633"/>
              <a:ext cx="14003150" cy="3531261"/>
              <a:chOff x="-1701658" y="3997633"/>
              <a:chExt cx="14003150" cy="3531261"/>
            </a:xfrm>
            <a:grpFill/>
          </p:grpSpPr>
          <p:sp>
            <p:nvSpPr>
              <p:cNvPr id="942" name="Freeform: Shape 941">
                <a:extLst>
                  <a:ext uri="{FF2B5EF4-FFF2-40B4-BE49-F238E27FC236}">
                    <a16:creationId xmlns:a16="http://schemas.microsoft.com/office/drawing/2014/main" id="{952AB558-755F-6F28-77AB-4CDF0A6D07B5}"/>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A4952580-BEDE-B870-6083-1DB70A349E1C}"/>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C1A0408E-FD49-FAD5-B8E9-7FCB562EFA79}"/>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1ED66330-71B4-90F4-FCFE-F0D40BBA2A81}"/>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74533903-230B-447F-9D55-CFEC29EC9F06}"/>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F6C64529-2636-1EFF-82AA-E04A7254C676}"/>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1CAC5FC8-F9AF-40F8-D1CC-18D2AC9F1ED1}"/>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711ADFB8-8F04-C2E9-26EA-6C2037373C90}"/>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1E118A41-F52C-4882-A137-B4375C584ECF}"/>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9558D7FB-A650-6B05-826F-FC102D6BAF6C}"/>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E647A225-70B7-3A49-357F-7CF5FFC0321E}"/>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8D01F849-3D66-0BE3-86F9-758C9A876EEB}"/>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572BAC6B-890C-6B4D-0569-825FB8D9112F}"/>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9EEB14B0-CD05-642F-B47D-CEF162FDD0E1}"/>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290B263D-A6CF-EBB1-7C3B-D0A3A04FC952}"/>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6498289D-2442-D1C1-097B-BFA01A4759EC}"/>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363A21A6-7BC4-53DD-9B08-1C816E9523C9}"/>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A3C3EF68-8E97-E3D0-BF3B-DD0BDA7D67BB}"/>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21EC67EC-CA98-97D2-CD29-3A81FA9C587A}"/>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22D6BF7E-6C84-2FF6-5960-F7C63540A2B6}"/>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09CA9616-DF4A-9755-4ABE-009A27AA431C}"/>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8AC9D565-A021-B2BD-9DE3-110248242DEB}"/>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ACE4C296-D578-9487-AA87-ECD169BC6E4C}"/>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553FC293-67B2-9F84-6FF3-3F87D1488F0A}"/>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44764EB9-6AAA-7FEB-6136-0E3A3F22E9DB}"/>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BFFA2AAD-670A-EC9E-E44A-B0F45E931813}"/>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9A5C3999-44A0-E936-25CD-2FCA21CA4EF2}"/>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B18048EA-3DD5-D947-3ACE-6499CFF7A58F}"/>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8143E572-ED5F-11F4-2248-6B5C48DAD7D8}"/>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55FE2334-6576-ACE2-8A7C-CBDA19026DC6}"/>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A83E1057-2AEC-1A59-6678-B5D3893C256F}"/>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D897E20F-303F-CAB9-032A-3CA4A1D0D24E}"/>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F9C5603C-6BAE-BAA1-6FA5-ADF4385ADAF1}"/>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E53F906B-93F8-9812-062E-B55D0C1636B8}"/>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46A43E67-CD9E-06A6-0D39-92D34D522B40}"/>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316CE351-F09D-546A-9C0E-F8A19EC6BBF9}"/>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5A07BB07-C92B-D186-3D69-094818CC318F}"/>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6A290AB7-6A70-7B4E-EEF2-294A0C5B22D6}"/>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EDA933A5-593B-0919-8FFF-54A41E505DB5}"/>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1FCDA9F6-6FFC-6401-C196-877EA9561E79}"/>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27C3F45B-3362-315C-69DD-A332DAED8105}"/>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C0C37A5C-934F-8D87-C73A-6D8F3E07DB91}"/>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BB0E8B57-333B-7EA8-04DF-ECB20C5A0962}"/>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A5D6B698-914A-4128-93FB-8814B7BD845C}"/>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968108E4-DF77-9C58-E10A-5D994A7B794E}"/>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74251B70-901C-3E06-45F1-05301CAC563B}"/>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185115B7-EAF6-69E8-CAE4-57FCFE2576A7}"/>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4A2878F2-6271-3BB9-1CDB-A2E9327936CD}"/>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CED1474F-DC1B-DB87-DAB9-49ECFCE3B4D8}"/>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C9F117B6-1C8B-E1D8-52CD-F88F2FF7BB48}"/>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28C0519B-19ED-0021-3A8D-AB93D51D606C}"/>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F22AACAA-31F7-6F2D-6F66-0B09CB37214C}"/>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4BF2BF2A-7A05-D1BF-7C3D-EAA9993ABB4C}"/>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68F8CC4F-D2FD-1140-5350-52044563D97A}"/>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B2E3BD39-6E80-E5FF-352F-13F33D4EEE13}"/>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F5EADE8C-97EC-82FF-4BBD-E70460C88B94}"/>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A20BB1C8-0625-B0B0-D565-FB009A445DA4}"/>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D75BC556-0872-267B-E746-ED61116F9C84}"/>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838CBE17-24A7-C330-D2BE-92EF3BD9165A}"/>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39F0784A-1C0C-E51C-6F6B-44E54CD58BA5}"/>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F7167A09-CE29-EE94-CE07-9D4D890790D1}"/>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29" name="Graphic 2">
              <a:extLst>
                <a:ext uri="{FF2B5EF4-FFF2-40B4-BE49-F238E27FC236}">
                  <a16:creationId xmlns:a16="http://schemas.microsoft.com/office/drawing/2014/main" id="{8FC9FFB4-EAF1-DBEF-69FB-10EF51D7993B}"/>
                </a:ext>
              </a:extLst>
            </p:cNvPr>
            <p:cNvGrpSpPr/>
            <p:nvPr/>
          </p:nvGrpSpPr>
          <p:grpSpPr>
            <a:xfrm>
              <a:off x="-1350054" y="4031449"/>
              <a:ext cx="13299963" cy="3500111"/>
              <a:chOff x="-1350054" y="4031449"/>
              <a:chExt cx="13299963" cy="3500111"/>
            </a:xfrm>
            <a:grpFill/>
          </p:grpSpPr>
          <p:sp>
            <p:nvSpPr>
              <p:cNvPr id="30" name="Freeform: Shape 29">
                <a:extLst>
                  <a:ext uri="{FF2B5EF4-FFF2-40B4-BE49-F238E27FC236}">
                    <a16:creationId xmlns:a16="http://schemas.microsoft.com/office/drawing/2014/main" id="{F1080423-ADC3-9015-AA60-168EAA90B62E}"/>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 name="Freeform: Shape 30">
                <a:extLst>
                  <a:ext uri="{FF2B5EF4-FFF2-40B4-BE49-F238E27FC236}">
                    <a16:creationId xmlns:a16="http://schemas.microsoft.com/office/drawing/2014/main" id="{6DBB4A5E-EFA5-956B-5EB6-478437014EE8}"/>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 name="Freeform: Shape 31">
                <a:extLst>
                  <a:ext uri="{FF2B5EF4-FFF2-40B4-BE49-F238E27FC236}">
                    <a16:creationId xmlns:a16="http://schemas.microsoft.com/office/drawing/2014/main" id="{39D1CA1D-1D14-F4C8-8689-4B1DFBEE7D02}"/>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F06A9169-1E9E-3D89-C9FC-7EA0EA1A7342}"/>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AF7B8C46-A453-C353-79A2-BF2DCF17D346}"/>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2A3C3326-DB2C-444B-5402-9CF6CD8470E9}"/>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45E0BC78-A386-18A4-F8C1-67284AAF1BF9}"/>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6D36489C-4268-D405-4448-9FDF30B134FE}"/>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E78BF7E9-2049-C556-2F16-E933234D46E2}"/>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8A97D7D4-BEFB-0DEA-7052-DB91FFD88F54}"/>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F50DBABA-4A8F-C869-819B-2857A0565C28}"/>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6C2FF219-27B1-6CD4-47AB-568F8015717D}"/>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D0533EE0-782E-CB32-A380-D3493249D9A7}"/>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F5ADA481-7A8E-AB84-EA05-53B8BC03934F}"/>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2AEA5285-B7C2-7008-6EAA-BE3D3F1E97AD}"/>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B2B1729D-10D5-AB60-6761-04CB178039F3}"/>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0B11A90F-1FCA-2635-2A8A-005963AB3F3F}"/>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37B79815-4504-8080-3BAE-4681672469BB}"/>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C00B58F6-BC33-9CD0-1BAB-60F17922DF7F}"/>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D634ED42-F7D0-754F-1376-F8841A1D192D}"/>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76A991A2-F643-3AFA-35FB-3515F606D0B2}"/>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12061F53-BACD-F9F6-017E-3B4932EBB182}"/>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D931DFF0-C76A-5584-62DE-1CA653C2637B}"/>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B805E207-4C63-A4C7-40A8-D15FD7C139F7}"/>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F191931F-D8EE-53AA-36E0-02F52D091DCC}"/>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43894BAE-072B-F283-1352-932C3B9C41C8}"/>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E7FC5C92-A41D-C4A4-3755-D3C51AEC56E2}"/>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26297A0B-1EC0-5347-10AE-DF1F5706565C}"/>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A093B88C-8D45-78B0-58A6-A224F4626C1A}"/>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95AFCE73-D32F-62B0-C5A2-6FC3CF2BEE67}"/>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6946CE92-476E-19C3-0670-53DCDDD8E11C}"/>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95828201-2E7C-E6C0-4DA1-56069DF8EDB9}"/>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43C17D51-5AF0-E139-0CFC-AFC3F2ACDDB3}"/>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0764C914-343F-34C3-A3E2-5EF5C0653D68}"/>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3E8E149A-E271-C9DA-7E57-F2302D712F85}"/>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788DD80B-1857-E7CF-6811-6C544FA1ED8C}"/>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0BECBCC9-F606-8B6F-F12B-6F04203A86F1}"/>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031EB307-C87D-85EA-B599-881E33DFD2DA}"/>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F9BB913C-9107-BBD8-91BD-A66FCBB884E4}"/>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4C6BF8C9-5AD9-018B-9690-5D78B2D98B90}"/>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0665F4A3-EE43-7EAF-0411-EF2994BA642F}"/>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7508514A-EEC9-808B-987F-A5413C0F7B99}"/>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60402C53-F057-5252-F97A-01786B2FA7D4}"/>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A589FC53-0354-A398-A6C3-E3A457D36D01}"/>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2FD6F391-B9C3-84E4-CB80-EA80339B2DE9}"/>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F532FF0D-7BAF-77ED-51C4-8C1D2FB3299F}"/>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3B436A29-018E-24FF-AB02-5954DDF82806}"/>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15FB5EAE-303F-DE4B-46AD-57F41D774230}"/>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8DA66453-6EC5-1DE3-7545-D1251B5FF460}"/>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104E8674-2CE4-B9A9-46C0-2881EE74BCF9}"/>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32EC4B03-E436-A468-3CAF-82DACC992A8A}"/>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D9E2989D-8989-3693-447A-7F2ADA98CE48}"/>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CAC611FA-CCDF-F195-6CCD-D7EB69EAD4C5}"/>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D73CFDD1-7CBE-CB7E-6481-3237845AE073}"/>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8AA04486-7C01-A982-57B9-E8FBF86141C4}"/>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C260D68F-D4F9-2582-6215-C62478EE4717}"/>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69D9BF4F-002F-14DB-B144-393ABF395D1A}"/>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AAD1A441-2524-3BEC-CD30-A5F6C2CA9920}"/>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D806886E-ACBE-E3BF-CCC7-1DA5619432AF}"/>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372688CB-D60F-FE81-2C1D-949349DAF350}"/>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F8978CAF-9056-67E8-36A6-9BEBC26A4F73}"/>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EBE4EE6A-1670-59AB-EE2C-BAFBE6381123}"/>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805FF617-E949-A5B5-3C45-EB0FEF5F7C8B}"/>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34E7A819-EB17-0E83-BF1E-58618FB6C283}"/>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4B52C649-CF7F-7417-0BF6-E50BE977E1A0}"/>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EDE32B39-6654-0524-D258-DAD608335E72}"/>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2DCEAEC2-915B-9043-A81A-D97E39F22DA2}"/>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74BA1A03-8B32-FE63-D09F-3596A4C7BF1B}"/>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A75D1D96-9B1A-E4CD-2DA2-DD6A127EB8BF}"/>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8114F60A-F6EC-0F74-B0A4-89E19662911A}"/>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7D4DC17F-6A9A-174E-9E08-1721302DD82B}"/>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90A7AC3E-FB9C-9955-8321-A03099AA2FCD}"/>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083B9A55-58D5-E2B2-A747-6CDF2982E9C1}"/>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A926CBE4-6E1B-593E-AA52-0B1AF2FA9266}"/>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08E01E78-B18A-08EF-44D3-F4C102A3B1AC}"/>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409B326C-B569-EF40-21D2-70D6323EC05B}"/>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CEB00B6B-C145-362B-BF54-09EE19C1D258}"/>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A7499550-1C8F-7837-169E-1914D93172C6}"/>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3A75B94E-15DA-D3D0-1DF3-2DEEE04D15EE}"/>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B859C65C-26EE-A4E4-C7D7-5FE170BD3C24}"/>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25D69AD4-DA6E-BB3E-4127-8183563EECC3}"/>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2ECCDE30-4EBA-8DA2-4F4B-6182B70D0B93}"/>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2C1051BE-91BE-51AC-E565-7EC359E57775}"/>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C393D9DB-8DE0-229D-0B2D-3B2EA76293FA}"/>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CB50AFE7-BBE2-A91F-7991-5C1136D165D3}"/>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7675B36F-0A6A-901C-9157-C3131B7D43C5}"/>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6EA31CB1-6F52-5F80-C6BC-5584AB7ECE02}"/>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6AFED4BB-89F1-B775-B8A8-710424E96717}"/>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36D59544-B81C-9439-6CB7-31250E900D8B}"/>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FC462B10-88E6-2603-43A2-EA8A2DBC651A}"/>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3471515F-1677-F776-C57F-CFDDB9F611C5}"/>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7E4D22C0-EA2E-635D-71C4-4C457952940D}"/>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B3BCB61C-7C42-4476-2841-0FC46E14BE7D}"/>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17092C83-343A-1B71-9C90-565ECE5C0F4E}"/>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F7255EDE-8ADE-F8A9-09EA-535B3ECF66CB}"/>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5CEDD34B-8E70-8158-55F9-8EC17382260D}"/>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90533C6A-67AC-8F0E-C89D-25A54BA5DFB1}"/>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3F212C27-AD8E-3D00-F8E2-93C965BB75DE}"/>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BAC5F60D-7206-1E2F-6F53-3D7D6C2D747C}"/>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F84B6691-4F19-7067-FBC4-9727CB030EBD}"/>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D7B5258D-0E03-082C-2BA0-E81693A69F38}"/>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68B5EB3E-038E-7BB6-B268-7BF38F16ECBA}"/>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BDCEE3D8-B5D3-93FB-389A-464B60DD8DAF}"/>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901B54CA-325D-5388-46A3-FDBBC2BA5F55}"/>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6F009067-6EB7-C5CB-5D24-A69B4674CC84}"/>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9B377E08-9413-8578-4775-50E534B88177}"/>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8CC88DB4-BB96-DBDF-C2E9-8E767C0F1DAC}"/>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56AB23E6-6799-C84F-1DFD-CDD8E2FF569A}"/>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2678232F-14A4-7C4C-3F8B-76310F497768}"/>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EF5B3D1A-2DE5-D257-C8C5-E7A571459112}"/>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9DE4A0FB-4C24-BDD4-BA89-FD3EB9D45956}"/>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BEDE27E2-3DD9-B11D-06CE-3CA14D3ED065}"/>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2C09C7A7-2697-9CE1-AAA8-3D0764F1C219}"/>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2FC4DB58-8405-A2C0-2DA0-89EEF7315738}"/>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E5B5B422-DDAE-011A-9B65-1F49965954D6}"/>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9A252B5A-8D42-66EA-71C6-5A8F05A98E03}"/>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00374F58-71AD-1337-A321-DE429BDA69F8}"/>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3BA1C2CE-89C7-DD83-8FF5-59D390F2991B}"/>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383389AA-1EB7-FE6F-3146-0DA81CCBA06E}"/>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34B2565F-70C1-9DED-CCE4-31750CFBF2F3}"/>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E2E959A5-BD77-F646-BBB4-E138DD55BF3D}"/>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85D8149A-3D1B-4DFC-E7BF-78E90651EA1C}"/>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47ADCC2F-4342-61BC-D884-F3C2E2988518}"/>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637FC8A2-CCC9-F79E-37D5-8DA4C094C3DA}"/>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413534B8-D671-4992-9CF0-C4EA4EA916C0}"/>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5D26F0F7-B720-16EA-8571-B8C7B5FEEECD}"/>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A0CD3DDB-D7BC-FC65-C35A-117514C9D41D}"/>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C107FAEB-3610-8811-A258-951AD1E6356B}"/>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B35C1189-F3A1-786D-E029-B1077129056F}"/>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CFB32419-B40C-9642-8149-DCA041926879}"/>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E60309C1-E902-47BF-C997-CF687DEAB526}"/>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745CC445-F1D7-8E0E-7BAB-382BBB217035}"/>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A8915B75-ECB6-1251-9663-364BC39BFF38}"/>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0A459AF3-61DD-00BC-5DA4-2A6669621027}"/>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982AB402-4675-4F21-142A-EE2FD1355979}"/>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5D100725-FF69-7ED2-4A1A-63C633AC8108}"/>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D0C95473-E75A-920D-F75E-958196B578D4}"/>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05B91618-3F0B-75C3-561F-DDF481A15A76}"/>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B22D7C47-5B53-019D-9BBE-BB818703AB2D}"/>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FB0E2FC5-FF13-9A32-2AA4-17E0DE8128C4}"/>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F2A1CD24-FEFC-2EC0-2AC6-DEA1769CFA13}"/>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F6747628-570A-8BCE-F192-2CCA06E8CE91}"/>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21D1B777-EFC7-B761-1B03-077012A5E062}"/>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85252F60-7A1A-2388-357B-7BC19A7D785C}"/>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23C73618-7873-9787-7205-F0BBA56B316C}"/>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F3DE4129-954A-DDFF-1986-4B934E7FA6F2}"/>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96328E8D-3FBD-599F-ED4E-9BD7E315BFA1}"/>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56CC4076-4514-6B41-7B7B-2A72807F6A52}"/>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C6919991-E43D-03B0-4D04-330C6DC4CAB7}"/>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3BD4565D-1F19-4FC1-0944-E06BCFB42D3A}"/>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05D5BA29-A9EE-FC40-AD4A-FB8C0C015129}"/>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1D89526B-665F-070F-83BE-EFC3D5FB4910}"/>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9BAC4B02-E559-00A3-511C-DFFE59C5D802}"/>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75F7F54B-CF9B-7249-86BE-6FB490404958}"/>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29A58E36-A0FC-71D6-EDBD-298338C589D8}"/>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60A6B698-A605-A2E6-6595-995C889C8D27}"/>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E02471B9-70AF-A26A-A4A6-3F2636065F4C}"/>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65E7BC37-795F-6B33-F84E-F08BDFFC8D14}"/>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A47BF823-ABDD-5A58-443E-D4E6063D5B26}"/>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674A1D10-490C-D240-1DCF-43E24271406A}"/>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19A51F68-90F2-6B2D-397C-CBEE5C87E2C8}"/>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4B8C00A6-1167-848F-AEE4-A01D79EFFC91}"/>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14F769B6-CE4B-7EF2-BF09-069A3000B3B6}"/>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2ACB57EE-9F47-3557-1180-9A4A0E94F444}"/>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80AF86B1-E936-4ADC-5C51-8C7BC748C024}"/>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38C0EDC4-A8D5-8193-42B8-D16A70718072}"/>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F3D3CFE5-167C-4F2B-175A-369C15EF61BD}"/>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D2BCA17B-8EE7-D517-3573-D417E746AC25}"/>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BC07DB54-38E7-A309-FCA8-FB0BF1D46C5D}"/>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CBE0A3C4-D7A2-6239-AEE9-72B182D70904}"/>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4A8384D6-5E93-5D78-55DC-D50DB987370B}"/>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6E4B5645-043D-E97C-3BB2-6E94061AB865}"/>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361BEC20-1E5D-A485-5FED-D524D4E68C5D}"/>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CE44784F-5E94-C563-708F-5C6BDC0730A3}"/>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186AC220-968F-C236-759F-3C35C26DDFF2}"/>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211C2B0E-E932-97BB-3362-7DFC5A12C20A}"/>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D019254F-5C40-7D70-98D9-F9C63DE16D58}"/>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61A9E857-02B1-8C54-8D86-AB13F85B7094}"/>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BAC931BB-9EC3-17A1-100E-939F690AF125}"/>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255B4B62-EC61-ED20-C3FC-72ECA84BCEB4}"/>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84288119-AF11-BD48-A1E5-89A171B6B524}"/>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E5F71CE9-9FB0-573E-4490-5B6A0EB8134D}"/>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3FB93352-EFB1-6BB2-B1F6-343B63655B21}"/>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661FB112-F3C1-85BC-8747-DB4E346416B7}"/>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584A79DB-21DD-8C05-831B-7D27B21EC62E}"/>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2DECCFFB-EED7-F7A4-1CFF-4E3F2D885545}"/>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A9516A2A-87BD-526A-E7A7-2B915FF89405}"/>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32B3CBA3-38EF-1292-2C1C-C63CB470E8F0}"/>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526DBAF5-86EC-EFFA-8E1D-6D70A5240E56}"/>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6E0860BE-E708-48B9-013C-2958D81D45E8}"/>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0918F7F4-22AC-9F5E-0B01-FE3C6B6AF2C7}"/>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18CD7E09-9BBA-060E-FB7C-783D3DEFD355}"/>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2DCCD79C-A4D5-EA07-A39B-B094BF73E552}"/>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918D8CCB-702A-B148-F039-A54C982EE507}"/>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53DBEA84-0F9F-D02D-8FD4-CF3DC9E85FAE}"/>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07624D6F-6587-CA0E-DCF4-D24F90619A64}"/>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DEBC038D-2BF0-9510-BAA5-F712D54B26A8}"/>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074E3EB8-2915-2F0F-E3BB-1CE032DF418A}"/>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8D15C990-5E92-986A-C024-3F847834EF34}"/>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CF12F345-013E-E534-818C-7B9FD9431835}"/>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55954711-1AA5-7D2B-E4E5-D0631E816E4D}"/>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2F1CE2A6-0B19-86B4-D5B7-1911A1295B93}"/>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2F8EB7A4-07BF-C50D-F480-8A90A399163B}"/>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543161F4-80BF-816E-0F9B-ED9E34A23FDD}"/>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7CFED35E-A927-6469-E8F7-1705D3BA05EE}"/>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54D44D98-ED16-EF40-BEC8-EDB717832D63}"/>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DF05CD55-AD65-43E5-4630-CF5D5386E740}"/>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198F476F-C2F9-B5C7-0AD5-F56E2817850C}"/>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095C826C-2CED-063C-A224-8BFEB767FA73}"/>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F847843A-BF30-67BD-9156-88283129492B}"/>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E9A9D8C0-DD51-20D9-C699-E6F7A875A1CC}"/>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170128E8-4343-48F0-3491-904D40D2B8BB}"/>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E8C47DA2-0388-E3D7-2538-7C10A559C398}"/>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E854D2CC-23E5-D628-D499-325CE7DF1928}"/>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AA0A5215-1401-A6B1-3FCC-6CF522D6E6E9}"/>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14E1543B-5679-5580-5C49-38BB030FE2F6}"/>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F6058590-3E8C-83A6-1245-E75F37F0887F}"/>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EF23A6A5-3FA4-C647-0CCE-02193C3E12B2}"/>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B689FDD9-98DB-B830-8147-A550E1861296}"/>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3EACE67C-D520-ACA4-13A6-5208F21CFD9F}"/>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B8708338-EFB7-A460-AC9C-5316C4ED2D51}"/>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6725B07F-B8A7-D7E6-405A-EE0A1640B894}"/>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A0F216C2-37AC-F137-B5F5-A12303951722}"/>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3F2C8535-45C1-F772-4BEB-404649EB9956}"/>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6E26B4C6-6EB9-2CA7-7D3D-70AF938B157A}"/>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3B1586C8-259D-F4F3-AD5A-9FA15057D6B3}"/>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1CAB3E23-8894-7048-1BFA-E317BDFEBE3A}"/>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172ECBD2-8DA5-3D3D-1CEA-F378227D5460}"/>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24E0A183-F719-7619-A214-C3C9DA2EE5C9}"/>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5CDE0C23-6E43-2EBB-A8FB-798A4F020283}"/>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B4CE4CA2-B2AC-837A-EBF2-41517C868FF6}"/>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36DF98E3-E966-EB65-802B-024B974A3D41}"/>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E0A43F4E-9B37-E857-82D6-AFDA5B353584}"/>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6CBC98FF-71B7-76FD-AF11-C437EA57CA76}"/>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2ADADC0D-4943-C367-A65A-24D1D9FA18AA}"/>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1D11D900-0AC9-9A60-9C71-3D4E31FC1617}"/>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F3013EED-654A-BD7D-6C02-CE8ACA4E97F2}"/>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0D2E33BB-08D5-EE01-A702-2B6FD22315C2}"/>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67B5FF7F-8337-1527-4ABB-3D3A8549638E}"/>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E4C2798E-BB86-B2B1-06AA-97B4764F54C6}"/>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47EB26FD-586B-D630-F2DE-82DB5C8A9E7C}"/>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3F111EDF-EA64-0B34-EB21-67E851D0C4D1}"/>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1FADBBF9-26D9-6522-07AA-BC645AF4BDB8}"/>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AE774941-C184-4A02-D25B-CD5D2D81F531}"/>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2A950ED4-0858-0FF4-51CE-F869DDE6BF75}"/>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295F6EC0-EDF0-3535-F41D-56B2C677CE67}"/>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24C27B1A-4ACD-D78A-CA7E-BF7F3E8CC1FE}"/>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C065FB5C-CA57-7C6B-EC04-F1452C79573E}"/>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E11FE68F-B6B7-C3E2-25B7-FB3EE6FDF6F4}"/>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21549634-1BF1-EF26-8D2B-D5D1E5C33842}"/>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F6FA8C0D-103C-C10C-4313-8D4018691C38}"/>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068BEECD-C72E-6DC8-433D-3A7F95571E16}"/>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6C0802A3-80B5-20B2-BAEE-CF5899CD5DBE}"/>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5A24E71C-EC0A-016F-42EF-629993A4C620}"/>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351654B7-B74B-9EC6-C3F5-C621C7988F10}"/>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9DA1DA1E-6CB8-E497-A1C6-13282A96626C}"/>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C7ACC60E-24D9-861B-66AC-958BCCF8F063}"/>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7FB99E97-8A85-15FE-AD56-FB7982181CB4}"/>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227B5327-6B32-9522-29B3-A79B847409E8}"/>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384CECE5-6D6D-472A-5B12-1C639D4D5BCC}"/>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5795A453-9A7C-D132-F94E-41DEEE856D07}"/>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7B21BFC6-3723-0738-D253-310B134D08D9}"/>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1E5B43A2-7CEC-C6DE-AC04-767AB515DFC5}"/>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057CEE75-8858-C097-F862-48EB278D1AE6}"/>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B125943E-5247-8C1A-CD16-EA8B6569D1DF}"/>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ACED3C48-614C-5246-3C0A-401EA5328394}"/>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9E8310DA-0015-39C8-5EC5-D8732CBFDA89}"/>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3FA0C1D0-1636-A5F8-5340-4C7522D063CF}"/>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C2D65D73-7F08-8BA2-C85B-E5046602B52C}"/>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66DCB1C3-F408-149C-52B7-278440DB3EE0}"/>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EA5DF60C-1ED5-67E1-7ABE-6D6341827783}"/>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29579843-EBD7-2805-1338-A2FEAEF44DCF}"/>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04F1901B-AEBB-8CFE-6CC6-D6AE4CFA924C}"/>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6B60F671-93CC-E50E-94D2-6D50525F7551}"/>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2A5A12FF-DD69-0E14-732F-796FA774CEE0}"/>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5F4A26F7-34C2-1AD1-A784-E07E37D6DF1C}"/>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329CB8F6-32A4-4844-86DD-02CCD29CBA7F}"/>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901E1629-59B8-2CFC-8212-75627F10DE88}"/>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AE57D670-2E44-9155-D021-349C12FF38B7}"/>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1489D534-DD53-DC18-813A-48C447C06DAC}"/>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4D7CB94E-07A6-AE30-BA7D-2B2F97670C8F}"/>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116C3383-1BBB-393D-5907-1E4DBFF956FD}"/>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B2B7A8D4-5323-941E-6750-75D076FC2E07}"/>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66D15F58-5294-433C-6D80-729DE410888F}"/>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F7AED644-DB63-EC47-45F3-A83CDB82D44C}"/>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1EB9E5D4-50DC-ACD9-B86C-FC536E3873B3}"/>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0D5318DB-962F-DEC7-E8B1-9C0296B77913}"/>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2B07BDBD-D2FE-C244-B40F-09C746B99CEE}"/>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C381B147-6CAC-056E-BDAD-10C6EA5E715B}"/>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B077418E-77C6-405E-2ACE-9B3F58900AD7}"/>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89187F3D-FFD7-2E3C-97D7-2FCF88AAB1C0}"/>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4D8947FD-4B0D-1418-A12E-27A84F04C67B}"/>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A60A4492-5F34-B9E7-A3BF-F9E9634E04B0}"/>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B2CFEDE4-99B2-654A-6B3E-5F7853753A00}"/>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14D29D86-9DE7-0BEE-D7BD-FE4F2CA3C6BC}"/>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7DA4550D-2C17-4FDF-6C6A-FC23D54C490A}"/>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A27181E2-3CD7-F158-E05D-04E193866E02}"/>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46D70171-4158-4F50-710F-B9E09A559DB5}"/>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EB6F50CE-17A9-87CB-FBC2-B2F529A75C7A}"/>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AA068931-4852-D4EC-BA96-FEF5E43399A0}"/>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1BBB7B56-0A80-A7B0-9326-A5EA963DF506}"/>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1B6A6C20-0DC2-0B3C-0AE5-2F284BC7DB11}"/>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87C58100-053F-CE94-2176-18944C8AB1E1}"/>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1E00C3ED-570E-6ABE-646C-10CF7E50CD40}"/>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B9E4077B-EC81-136E-B25A-F0C6305BE121}"/>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B09E6855-2DD7-44D1-C912-86AB6CA98EF8}"/>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7F17C074-EE1E-B8FF-C506-1682E2565F2B}"/>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46AE75FC-53F0-7630-C8DC-93512DED4607}"/>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7A355968-938B-AD16-9389-A2A1B1C417FE}"/>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62336B25-187E-E9FD-AFDB-B687C62DD365}"/>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703C79CB-8466-F9EB-8C49-5ABFCD9DDCC7}"/>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A3B23DC3-3EBE-1FC6-F23A-391CA7519E62}"/>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BC1F638E-E09C-C403-30E8-47D6EEAAF65A}"/>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F1F02FB1-08DA-6D34-614D-45C1C8C37C28}"/>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3DC36834-6B86-559A-878A-43958C697847}"/>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4C2B4482-3E8E-EDF6-BF12-3AE73296550A}"/>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2BF082B2-9401-7BE8-02BE-0DE01AEBEED8}"/>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F4F030CA-382B-D35C-0FBA-9A48F5AC4B83}"/>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1247060D-6582-3C5D-1923-2257CB2E6944}"/>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9A84E60B-89F8-F168-16AF-4BF6F5594154}"/>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C68338F3-E2B8-6099-8324-12ADE8019CAF}"/>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8793CE25-2869-4C0F-2A18-AF3D383FF2EE}"/>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F19E3B94-6111-8570-EF3B-290D2C9FC0ED}"/>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E22AEF95-6FFD-38D0-8851-BD73EE43FE1D}"/>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6EDD75B1-241A-A91C-0000-8AFF0454C92B}"/>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C3BF11F1-1E5F-BB88-A124-016000C0D221}"/>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CA4E9BFA-83EE-3DDD-021B-8762006E2D23}"/>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643D5C3D-AD47-B3D3-C44C-95AF90563937}"/>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FA0CF87A-9DE4-C8E0-84A2-6297566809C6}"/>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63D8BB6B-CC0C-F999-1AE3-31B8F9CD97FC}"/>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500A8AD9-78C8-30B0-8D7A-17CF83777881}"/>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B1C16761-8035-8236-71DA-A29C340A1D47}"/>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45D08F68-C25C-0684-AE87-D3D595C2869C}"/>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284F3CD4-C710-D0FC-5FEB-8C378D81CF25}"/>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F61EC120-5E9E-CDB3-DFE0-A737859F1991}"/>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C8FF298E-EEB4-A884-052C-2066115E1CDE}"/>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4BC1F708-7214-5E39-5675-6D7E6640919C}"/>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8DB00379-599B-784C-D790-5516006D2CCC}"/>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618F6983-F0FE-D018-4A0C-F652F449AC50}"/>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3C1E127E-07D1-C40B-2EA7-858DD79986C1}"/>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471C92D8-63A6-2D09-4216-A38CFC706384}"/>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82AE1CED-D978-92F5-7CB2-4EF4544BAFBE}"/>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DB390EF0-A3CC-D15D-1EF2-08DDFEA4F0EA}"/>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BBABC400-1CC8-5258-7201-1DDC816B446C}"/>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0918C274-BC0A-83F8-FAB9-9BB8DD8B7F18}"/>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88520DE4-F6B2-26CA-8472-406BCFEE8267}"/>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80627361-2F1A-629C-F078-3E60FEB2BA0A}"/>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FB6DFA6E-7AEA-BB8B-86B5-2FD75EC2DA99}"/>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30767AEF-A723-C29E-5E0F-FB45A959621D}"/>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6D52DB80-916B-BC8B-C096-0BE04A4CD140}"/>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8BCAE246-AF04-27D4-22B7-10EBB83365C0}"/>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0C30144A-8D33-CABE-4FBC-45358F9A2D1B}"/>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7EC97388-9A65-0039-78B4-5DBC9BD5FCAE}"/>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B32757B9-3509-B7C3-D677-41AC6CC17E57}"/>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8C1D9DFF-356B-F157-8D1D-6471EAB1207B}"/>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140226B9-D825-DD32-9832-3ED31CA1F146}"/>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E703A34B-E699-6F37-EDD2-293E2EAABFD0}"/>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D9F70AAE-CE7E-307E-6D87-71C054A01396}"/>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7A0DE1D1-2C8C-9F4D-F44E-FEFEE89F60EC}"/>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FAE2C4C4-9251-367F-F143-E736BB56552F}"/>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494EB2E0-F30D-C7E2-BB6F-67D2755A1DAA}"/>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74405356-5D48-C185-827D-BE585A1D9B04}"/>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0B180A91-1508-5CB8-2762-E62C1C826214}"/>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8B6294E4-C1F5-390D-8059-7C9C301C7C47}"/>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A82FE56B-002B-2655-8AC4-D69CF957506B}"/>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5CF29D00-C22D-35C5-1940-5BD5EA795E8A}"/>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47AE4287-1938-D181-D7F0-985970A1AB51}"/>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8085A26D-F5A4-014B-67AB-97DAD1E185AC}"/>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38B04ABB-D596-93C5-01FE-C6450B66DD82}"/>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A19C97F8-6D59-ADFE-A33A-A3A47B56229F}"/>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95D9E27F-3DB4-5EAD-409B-BA161E8B8C8B}"/>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81CBB7AB-BA14-B1DC-25D6-6B8822ADE231}"/>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C1C357C7-AB44-5058-7F3F-6AA4C9171818}"/>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0149BD88-F0B4-8432-F6F1-DF88975AFBAD}"/>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9D59715C-21EE-2F9D-5540-0BFE87F7C73E}"/>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85DC6EEC-695C-95E8-7211-137A9FC0CC2E}"/>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69F1B1C4-809D-795A-EF65-F94054009042}"/>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E0AED698-DD4A-3B3D-6E15-CA14811167B7}"/>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04AB157A-6F24-B87D-769B-B10CE86FF863}"/>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186DA7C6-2CAD-DFF3-72B8-DCB7E1B1FA23}"/>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9D5BE295-7D7E-0719-1F80-14E717E58DBA}"/>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8C9245C2-40C5-1FDC-F818-EACD1A11449A}"/>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33022A20-4939-D30E-1727-21490613C8D1}"/>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F225205F-2D90-5855-9CED-0677B69DA57B}"/>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6DC8B2D8-6FCD-0542-AB6C-0B9F25480AED}"/>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178A34AC-1F2D-4B89-C972-230AAB2CD901}"/>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1B3238A3-7E3B-44CB-0F78-5AB0AE5E9525}"/>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AE8BB24C-2EA9-EF40-54F6-873A25A0FC47}"/>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CDA4F254-DD09-A775-6878-42ECC97D86FA}"/>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78A3D3BC-6E6E-4950-0616-868C0C200B84}"/>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37372313-4B1A-DAD0-D085-80D6D9FD9BC0}"/>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16BDDDA5-8B2A-D74B-3D22-2B977FAFEFBA}"/>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BA7E6DA1-C06D-E6C5-C6DA-74D99D7624C4}"/>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759A8913-0219-E56C-BFC4-7EAA9BC0F8E5}"/>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246E07B2-8966-106F-C265-01EC9BD0121B}"/>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B09979D0-3361-BB79-2333-4385ACDCAD9E}"/>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9A2041B0-61BD-DD18-D8DF-79DBF428066B}"/>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4646D206-4F27-E9D3-24DB-17E0E3A7976E}"/>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3C7F968A-DAC6-DEAD-8D8D-3B448FE5B03D}"/>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BC2CE976-7266-9996-5697-58ECFD77335D}"/>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CD8BA4F0-0C19-3A38-0BE9-05C564C73250}"/>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1310891D-EA79-5E93-324E-5D8339913B6A}"/>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3BC66D52-8AAE-869E-603F-BE0309C21AF7}"/>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95E9B6B5-149A-7CBA-8307-52D2F2D0D787}"/>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F910117E-64F4-54D2-119A-991C300641EB}"/>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0484D7A5-4736-6735-C5E1-9913776249F3}"/>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0F7ED7B0-5243-0AAD-A894-1700FD88A8BB}"/>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9F932FD9-8BA6-2054-604E-EF7F65948B8F}"/>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9126CFF3-03BD-12A4-1C3D-9C53D4308ACB}"/>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0A664A08-ED2C-D029-9D94-DDE709BACD2B}"/>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CA60E0EA-4C4A-A8A2-D42B-9CD8D04A9CD2}"/>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FA6DF803-BB85-E19F-4523-84B5A7E5F1E1}"/>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61E3F5F1-F4A8-EFC9-4DBE-6A4CD410462A}"/>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E263641E-9D3E-88D5-31C4-4382CC6911C1}"/>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06053063-FB4E-D404-6D9B-A02EB0C35909}"/>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3FA54DAC-36B4-4BB1-DA68-0BF0A6FF67D8}"/>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FE8C3472-E4AE-336E-ADA9-877BEB21EA99}"/>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6BFB611F-270F-85B0-12C1-3A19F9441293}"/>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AE9CA4F4-5152-AF01-D94F-65FD1908B2BD}"/>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41E517A1-A845-4095-BD01-6C5986E707DC}"/>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BEA93720-BCB5-3554-72A8-3BFC77AC629E}"/>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F371DEA9-D8E9-D356-F7C5-0DFCF817667C}"/>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679B6BF8-F381-FC37-67CD-593015E4C267}"/>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0BA6E15B-25A2-CD71-6AA9-70028693F364}"/>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E6066D71-A0AB-3C7D-919B-952DC1A5076E}"/>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5ADB798F-8F56-7CB3-FF3B-8F56D863BED1}"/>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435FA6A0-CCAF-1077-4DD6-62254007C654}"/>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BF152532-7325-5692-0BA8-C30EF204E67A}"/>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549FAE0F-1A88-167E-C2B1-564DFAF0B5FA}"/>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75149C95-9203-EEA7-698E-6EDC8DEF9D4A}"/>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D461B940-534B-C8A2-8D19-7B56A54E49DD}"/>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0CF09F78-DDC8-DA6B-680C-DC13149E2045}"/>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A1D682DF-E604-1415-A4E3-83194544FD24}"/>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62711210-DDA5-B9C6-4CC3-DFB96A464BD7}"/>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BADBAC93-863A-4BB5-1910-39C38A4D2195}"/>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42C90F06-AFF5-177D-76D5-A2066C6D0FAE}"/>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732A6DD3-7075-2504-C2C4-410A192EACC0}"/>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473B899F-FBCF-2469-3DA2-D78B9F5D3A93}"/>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DF504F34-E717-4A56-A5D2-A47469B3EAAB}"/>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D61FE7D4-24EE-98BF-5D6B-8BA62419BE4E}"/>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34DE56B9-895C-8A87-359C-DFCCD10DB59D}"/>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08BAC6B4-53F3-D5F4-4C75-534D50156908}"/>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EE59F9FD-8921-7117-138E-0267E2928682}"/>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F4FED9D4-73EC-06CB-226B-43A73892E251}"/>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D132B63F-004B-87C6-40E9-638563B2E2C2}"/>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CA42DEE4-90BA-2A4C-BE73-1C74CC64D432}"/>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6952E8EF-DA2E-A5D9-B7CD-1F56DFD9F530}"/>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C1A5E8C3-DC35-6F4C-470D-F9E7C82345EE}"/>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256907A6-DEED-86E1-F306-E953723EA9D0}"/>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A2012D80-B402-0173-AE59-B26FD707A2DF}"/>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07B1C359-8894-4CF4-978C-C0EE7D749FA1}"/>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80BF98A2-D3B9-8DA9-37BE-739D1F45024E}"/>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CA04FA23-1E8A-0CA7-11E2-F24DFF4F8451}"/>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2A4920B7-A321-DE34-7EC0-CE6B024E9C01}"/>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077A5FF0-61DB-BE5E-4C8E-F73FCBEA899E}"/>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3F812B94-FEE6-A2C1-E405-5EC9E33E89C3}"/>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399BDAAE-9509-7084-34AF-D483BF04648E}"/>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A90A68AE-F9DA-4E4E-4FEA-9DBB9182503A}"/>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5EDFC8ED-BCA7-9698-C67D-870BDFFAE9E8}"/>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80FE059D-6B8E-8CCD-F8F1-680DF570120E}"/>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08769A13-7BFE-C504-06AD-1750ADB32410}"/>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5C9701DB-357C-59C2-D73D-EAD839E8BABD}"/>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76F53328-CAD2-02D1-0990-5BA51EEDA41B}"/>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78F296EE-50E1-9E04-E47F-24B7B779CC21}"/>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DF3F8EB2-132E-F3F7-1FBA-73BE0AAD194A}"/>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8FBFA005-4B21-7C07-2BF7-65E74A613FA5}"/>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1D1EE9BA-5AA3-C4A9-BD1C-7AA2FA153E38}"/>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37621DB0-A3D3-E63F-B3CC-697A9C597FD5}"/>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7759CC75-0E51-71B9-0F90-3A7DF54220D2}"/>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CA907B5C-B7B4-7D8B-A17E-F324D493A148}"/>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2AC99B22-FCD5-04A2-D362-387733C870B7}"/>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D1BCBA15-F7A7-4713-35C2-C623EAA4E120}"/>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C9AE6DDD-7809-A8FC-E1C3-87EBDE9870F1}"/>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50A16FFA-097F-7E64-50EA-F8B0E3219C08}"/>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FD9AE001-0759-C404-BC4D-B9706429961B}"/>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7346BFEC-DA0E-09C0-22EF-D8BF9D133FEF}"/>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E723F5D3-E5A2-2C44-5E81-095D50B49B2D}"/>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A5312613-FA77-A268-43F2-AD3C2B89FDB5}"/>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FD0EA590-7E16-43F1-62B8-97B704CF3F44}"/>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43A6E31E-778A-0384-9687-A1DBB1ABF845}"/>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04C6DC0B-1AED-13C6-D1C2-DC12ACDD277D}"/>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C93FE60F-8501-96FB-3EAD-E47932EF4DE1}"/>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86F70811-FDB3-36FB-533B-349D0446396F}"/>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3D0C7032-62AA-BF71-6521-49EB36BB7394}"/>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BFC9DD5C-542D-B4A5-EE8A-395A72C9F543}"/>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51715243-7A63-8174-C25B-01B2ECC740F4}"/>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F596B230-83F3-50BB-5440-6E92C7169A8B}"/>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E8A6E640-014B-71EC-0B6A-E38BE589F59D}"/>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8539C36D-A0AE-A84A-DE57-CC3BD87DC33E}"/>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1C738643-CD64-F4B4-2196-CEE1121FCD8C}"/>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46C41640-C3F5-8E06-17A8-E0DDCAECBD0C}"/>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47B898A2-18D2-DF8A-84ED-80AE634C25A7}"/>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084A92AD-3709-BD93-80BC-C2B7E987DE4C}"/>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F714FA95-1A9A-DDBA-1D2B-317314EE2426}"/>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20FAF0E3-41CB-BE74-7FDF-340D8AAA2237}"/>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94C1890E-C08E-5FB4-8BE8-DDBAEF8A4031}"/>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0B591A3F-09DB-260B-9175-7D49134E0B43}"/>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1C9F7EB7-D924-C98A-643A-C577FA23D871}"/>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09293533-0343-729F-B4A5-927B486C6830}"/>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5AB29E36-0C03-8271-DB0C-2FDD1C995338}"/>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94D5269D-8731-722E-88E4-6F257187D8D5}"/>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CCEC31D0-D1B7-DD83-E729-551E922817DF}"/>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8625681F-309A-805F-C69E-F5CC93AFBB29}"/>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0AF8FBD1-D8ED-F276-AC4C-48F41A9C4A6C}"/>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90E288EA-99B7-90AF-DE9C-0268D3D85C58}"/>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0BAEE4D4-EA46-9B87-F2BF-3A85D39111C9}"/>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60FF88F2-0E2E-7FDF-45B6-15424EDF5AAA}"/>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A2CBB698-9A68-053D-674F-273D39576D98}"/>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999D0C04-CC35-0C61-90D0-F3FA8AD0126F}"/>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99C0DF30-AB35-D74D-9F6A-3615F8E74807}"/>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9089CD5A-18D7-D5B5-077B-7CA577D8F937}"/>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904560CA-41AB-D0EE-9D5B-CAD95CDA19F2}"/>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6C1D729C-B7DE-AD48-6A52-F34D843E9DC4}"/>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EE3CDB20-B4A3-B792-546F-709DCAF13ACF}"/>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98F176F7-D51F-E1BD-805D-012B338DE30F}"/>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0BD7B868-DA0E-71F2-A695-7FA47DC345F9}"/>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3A138C2E-6212-9C2A-F1C6-0865E13E29B5}"/>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C77C5788-76E0-0597-BC7B-A15128E1801E}"/>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347E8633-3D96-AB23-36EF-0E416CB60639}"/>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B2F4C077-1787-EBE9-8947-34227CD0C344}"/>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A0282CAD-D0FB-42DD-01E4-00C31B62189C}"/>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B17FA08F-311C-B2AF-5494-0E19D3266DCD}"/>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02F5634B-895E-E374-D772-433EE4DE633C}"/>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FAC53F28-4380-5CDB-32C7-05D60184BF7A}"/>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7A39450B-4062-A60E-8124-E741F71411D5}"/>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3BA79378-EB1E-92BA-D57B-FC949FF9065A}"/>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CA5E1FF3-767F-9E00-A597-FBF059446C05}"/>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41EC9082-F092-A2AC-497A-27BDACE39F6F}"/>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0259D92B-14B7-F43B-9179-1F5AD26CAA9F}"/>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B303DF99-2E4F-2A98-01DC-6521EBC823B9}"/>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46E2B003-9917-A1D0-530D-E73252AB3C8C}"/>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CC0FC8AB-10CE-1C66-42CD-9DC91953B9B2}"/>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99A3C39C-ED59-531D-393F-DBC5B6D6F3A7}"/>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4DAC989B-0868-9618-D13D-D99D1FEB20BB}"/>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8A9F5E88-FE60-D44A-1F95-D8947084807E}"/>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24CD28C9-0934-AB8B-2A3A-B164C4065FBE}"/>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B9927AA2-10AF-4BA5-9269-58FFCCDE2193}"/>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D46B35E1-F0E3-22F9-3BDD-E6B7DFB0CB71}"/>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20BB27AE-4F8C-4A6B-F18A-36775AD4FAF5}"/>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38C94664-9045-534C-9768-B6D292028C10}"/>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E33B6BC7-3B0B-AB88-F3B0-C2136608A8F4}"/>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6511D6EC-B8D7-4BBD-C3D6-82BCE6E7F4B3}"/>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54ABEBA8-0BF7-A282-760F-ECBF2CDFB9D8}"/>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613D8B4E-0483-8989-0142-DFE071FE2596}"/>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1261D6AD-07B1-24E0-7B5F-454B91E04822}"/>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5B25C34A-E1B0-060A-D72E-0BBBD1FFE292}"/>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80985A3A-0AEC-7AE1-5CA3-9B7514591CE4}"/>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37780AEB-78DE-1093-25FB-361FD0EA6194}"/>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144907B1-9F67-197F-BDB5-E14F363BEC94}"/>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7ACE5090-7019-8C7B-1FE3-F2FA7A40EEB9}"/>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24FA8037-94C7-7C35-3E47-2B908F0F8C05}"/>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C7861E2C-C004-634B-1CE6-7B46E5EBC90E}"/>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629411ED-39B4-9711-9B4D-1FF501C89A67}"/>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BCFFCBE5-9BE4-7A09-F368-A748FB45295A}"/>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B4FA1C8C-28EF-2A04-9E18-C46DADD4A148}"/>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98EA93B4-FD77-0E2C-5FD3-3C991AF6A30D}"/>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596F9AB3-5874-6F3C-86EA-7B5FF8B97777}"/>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A6D7BDD3-A9F6-9505-38C5-A5EFB5C7F2DC}"/>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9CFED98D-0163-612C-E46E-6BB54498AE62}"/>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80A73062-20AE-1879-0238-31C328E37802}"/>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55F5CF4F-E966-C562-9014-2C2D1327EBF9}"/>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CD934531-0A05-21C4-DF9C-67D33E019234}"/>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FAB6BE4A-ABF2-74AA-7E54-394D1B5D0418}"/>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37AE40EC-FB8E-AD77-B4FB-7904CC65AA97}"/>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1A0EA487-2046-2403-A33E-6DA14647BB44}"/>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FC40327A-848D-D2CA-D22A-88E272B812A2}"/>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4D01EACF-3DD2-0A9E-3EAD-9DEAFD28018A}"/>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4B92C50E-00E6-3471-A6CD-EFE9E28F27F6}"/>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67A19DB6-B3E4-5815-26F1-A28DFFE91BC6}"/>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E9E8D820-0596-12B1-BD36-5D7DA7D956E6}"/>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087FDA6E-5F0D-FC23-AABD-A834BDA4AD8E}"/>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81A9E68D-D333-41E4-5E1F-4DC75D96BFD8}"/>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BF20F64F-D198-055E-2C87-8662423746D9}"/>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622273F9-7EA2-3F7F-1564-3224B205E31B}"/>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C850BDB9-541A-E137-202F-E7165D0BAD6C}"/>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8EA4D92E-8B0A-F34C-74E9-4F9531D47A2A}"/>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243F8683-63DA-D602-5BCF-801D2E7763F8}"/>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B5A224F9-0C8C-72D0-DD97-CB14F3122E20}"/>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799814C2-7EFD-D3A7-3EE7-F222A9F423EA}"/>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CABC963D-F060-9631-E6A7-62880D902E71}"/>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A2D7B28C-0086-6794-7F0B-2E6E563ED4FA}"/>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F62A7914-8FEB-E273-404B-7ECDA4029B3A}"/>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62F2642B-E22F-0340-6442-BCD7AA6335A0}"/>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0292BD86-65BE-D5BB-2917-3334614DE2E8}"/>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5243E628-891A-9BE5-6376-353644228F49}"/>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B3459452-9A21-1EFD-4A6B-C709896E2304}"/>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FE1066C3-9A22-ED92-7A5E-70F7033C297F}"/>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74785B01-3865-1A44-AE90-9AE885FB515B}"/>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75493B8A-1E5A-BFC8-418D-9F164DE1BA7C}"/>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BF6A71F7-9A7A-11C3-6CD6-59870C3C1F02}"/>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3032F94A-8016-C55E-7E4E-7D371934EE69}"/>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091D08E4-1135-EA15-0F20-43734A835136}"/>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D14BF595-FEBE-EEBB-EA81-44F12E5944BA}"/>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4EEB94C2-E417-5AA6-BB6D-CEC88197993C}"/>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0ABB3C7D-FD05-F21A-477E-D141E95186BC}"/>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38ED4062-0050-34F1-5611-7A326EE102C3}"/>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388296FD-E3F4-840D-0D09-3D3C91E2C067}"/>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4876D638-45E4-C461-BC05-AA0255B873F3}"/>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1E78310D-D566-2687-2DFF-1D16B4F21EC9}"/>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5CD6ABE7-35B9-EF0B-5BAA-B878904ECB22}"/>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735661ED-55EA-A138-E999-9B03BBDEB0ED}"/>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11AC1AAC-191E-0A9A-F3BE-80D7F49DE164}"/>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1419D8D8-FCC3-64EF-4124-3603265CB5F9}"/>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E17AC609-E544-7CEA-4D53-5D2A9873441F}"/>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4229E979-1680-967E-C011-710E221732F1}"/>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5C65FDD8-DBB2-F781-DD9E-F6B403DF78EB}"/>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7EFBA2E2-BE6C-4BDC-AEAF-26507F605873}"/>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5A440411-BB7D-F486-3792-8FD14A5E0A05}"/>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AEB58CD2-FCA4-9BD8-9BA9-61A046482357}"/>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915EAFED-50AF-E9C1-EE69-B31A6AE781BB}"/>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536E115C-2BC0-8900-C971-0C936EA7056D}"/>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BEC81B71-E5E7-E8E7-4D09-56EC8ADA6AA8}"/>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89043FEC-0C99-3F87-9FBE-A54E49536026}"/>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938F188E-655F-E7C4-BD8D-ACFB9021A287}"/>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95109C5E-2F85-8FD3-4FF2-675637B94667}"/>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C91C57AD-EDDE-8CF4-51C3-14664846D1C2}"/>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916F04B3-13CA-E434-381F-A29E12445B91}"/>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9F2BB5B4-3EE2-826F-3FD3-6862A491D171}"/>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382F83B0-BD01-D781-8C62-2E833F9E9F84}"/>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C0CEBBB9-262B-9541-7B9D-DA82664CAA8D}"/>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1C472935-BDFB-5A1D-FA7A-D9F3898CB69D}"/>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11E1C98F-F4A7-F2B9-C24E-5AC9180A43F3}"/>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B9842A1F-3EAE-2897-8DF8-80E7FD3D367D}"/>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8F363B57-B543-462C-6FBE-B030A7DBC82C}"/>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1A484B93-42CA-D20F-1AAF-BC1B5C3FE9E1}"/>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A3D8EFB1-E9B4-4E74-9F20-90C62EC37626}"/>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A840D4BB-25A8-9251-CEBB-3A6080B1DEE7}"/>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BFB2E5E1-B25D-7D90-0A9F-AF7D73CCCE2F}"/>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1D763CB0-5694-FB36-EB70-21C50830F40B}"/>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CA162F1A-31CD-0370-B015-D57910FC996F}"/>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937E039C-6391-F70B-342D-85BF316441C6}"/>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AF43C83B-DF4A-E3F6-667A-71BBD203DD8F}"/>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08ECBA59-4911-2400-C40A-1E6E9F8CADCA}"/>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5F07A71E-AD58-984C-38B7-3E83DE62AAEE}"/>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8A097789-8DFE-B33F-09C7-440D1207F607}"/>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828F741F-693F-515F-BA16-59CB151DC91D}"/>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2448964F-F0DB-93AD-2C46-59E862D5FE3A}"/>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4A3B91A8-0FC1-2E15-DD16-2E14A30D348A}"/>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73463AAA-E5FA-4C87-A07A-606FF23F8B20}"/>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141AE5B4-585D-8227-3DE6-E991263C809F}"/>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075B849B-C636-6592-DF45-D7933DFB2171}"/>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1AF66220-5BDA-B465-C8FC-26F80E212BC6}"/>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EB554598-DD31-E2EB-B9A3-84471EC3ED7F}"/>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E78B6AF2-0009-275E-D8B2-BE21B554C5AD}"/>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F603104D-4976-7AD9-9557-929DFDD946A2}"/>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3CA8ED98-9A75-3D3A-5C4F-1907B6A187A9}"/>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5D070855-D0FE-5B37-8F42-0A19B9961886}"/>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3C7711E8-52B6-0E89-4E5C-9AF5CE86F56B}"/>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925AECDF-065C-B3A1-3661-43C773BD3D3D}"/>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90EE78E9-AAEB-0E48-420D-9A699D79764F}"/>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EA938982-BEEB-D527-D523-E2734AA30FED}"/>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FEF5559D-9F42-0052-9144-49C4108FB178}"/>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3D50714C-781C-7256-C356-E7A4333421F2}"/>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0E7A3E21-18F5-8DE3-E5B3-6E1251E74EA1}"/>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ED5B586F-F7BE-B7D3-042E-83C2C339CBC6}"/>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3A9915C7-5DDD-CA71-0F8B-C8C449DBDD7D}"/>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FF4AA97A-C9C0-381A-2515-83BE009827B7}"/>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8D832E0A-D36D-F88A-CAAF-0C4B846B5C50}"/>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348D6F43-4408-CAA4-34FD-9BD60C566241}"/>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510779DE-50C9-12B3-1111-83B899FC4BD2}"/>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53F0D162-A8C8-11B5-2018-B19890048821}"/>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8B78BE2E-395C-F3CB-6AA9-2171694DC0FA}"/>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AE38511E-844B-042B-241C-206BAC244EDD}"/>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AF6CBA18-E76E-5D7F-0A37-4F99F18931DE}"/>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5A9FE57E-5A46-6F20-4F5E-B029B7ED7C63}"/>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D17C9892-B034-DE97-F5D4-1A19649089BB}"/>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63781E92-3B7A-61B9-C51C-BF9460E355EF}"/>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96C6B352-CF24-1541-B001-4E39AFF45BE9}"/>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052897AD-3316-590C-37E8-320060BBAC45}"/>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EB19A10C-67EE-03D7-E0A8-419133547710}"/>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9907DEB7-D230-11FE-C8E5-68424DBA8F52}"/>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F2532879-C58C-88D9-78EB-5DC477C3EB27}"/>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2BC04F59-6EAF-5078-89C6-F903D71AFEF1}"/>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67215EB0-C581-8C8B-DB9F-ABF4E6B0CA8F}"/>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63E36215-1753-6228-42D8-262964384AE1}"/>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6DFB11EA-1A50-9975-915F-098E8B440543}"/>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08297C49-04BA-9928-8BBF-F61172E68060}"/>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1BDC798B-5D18-B1C5-51FD-5F7390462498}"/>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280DFC05-2ED8-10F9-46C5-07B420136C6E}"/>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824FE738-98D3-B3F8-694D-1E73C88B161D}"/>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2FB442B2-226E-0A5F-B4A1-56E066AEFA90}"/>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17B42539-B2BE-DE78-4CA6-D851C59C90DE}"/>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E54C11A4-BA8C-BC6B-B8C9-AA8D6BB7F3BC}"/>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5101EDC2-10D3-A7E9-8D83-C4B034DD1DA0}"/>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64827360-518E-9A3A-DE0D-95535D1BE120}"/>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F36959CD-E32C-C5C1-E4A9-8842C1F435B2}"/>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153E9C3B-8F10-8E20-2079-96CC2A5EF43F}"/>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72E6145F-575A-4FA0-924A-99F4BF98C8BD}"/>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CD50F7A3-BAC6-865C-1E8D-E59574A6500C}"/>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B4BC99FB-399A-1CDB-6406-60D9DECA92B1}"/>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74BC9F39-274A-632C-2E03-C10E58014941}"/>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0E5FBF13-7549-5E89-0F6F-07CEFF48827B}"/>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293B31DE-C1B3-E5A0-F0E5-882EDBC05320}"/>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9DF18151-EA70-F730-11E7-8B761862565F}"/>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B1204A40-773B-089D-49AC-9AD78AC0F971}"/>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F70CFCBB-4553-2DF8-85E3-7BD824DE77B9}"/>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1A59724B-0C0E-5965-77C5-AB83E91315FC}"/>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B8767BAF-8E85-A838-C7FA-01F9AD887857}"/>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B688865B-C6FB-CBE7-DEBF-C7C7E6DED322}"/>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EB9D7C91-E0E0-E702-5FEC-25B58D722AE6}"/>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74047EBE-DE4D-64A0-6995-69E9231B3BCE}"/>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2747CD8B-E2B6-B7EF-C64D-A8E594C7AF2F}"/>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FB476ADA-1B2B-EB00-73B3-77C459292050}"/>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70938381-955A-A9BA-B390-04864BF209E9}"/>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544DE8CB-F5A7-8C2E-D11A-EBD41857B08F}"/>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E119317E-4176-5E73-BCD9-120461910DFA}"/>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DF00BAE3-3C89-E1E2-0B91-22825D99C341}"/>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5F6A8591-3305-BDA1-57EE-CF67BB4ADF62}"/>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0D5E7C76-E67D-FD1B-9B1A-F7594F9B0167}"/>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9C817311-2062-26A5-1181-D7815DBF0FB7}"/>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56AF54AB-DA05-E310-008E-AE6C56270F81}"/>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06450B79-1851-D9D7-45CC-FFB88671758C}"/>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D7BD9E56-1075-1F72-3BDF-F8765C04E05B}"/>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CF4ED881-33FF-678C-5C56-2CF43F4E8E78}"/>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382C0B55-7AE2-A314-640A-7FD5F387ACCB}"/>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09F21581-BEB3-6FCE-E022-9F9A4183D9FF}"/>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A9F9A6E5-E5B4-393D-21C9-DDD3371DC459}"/>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280C9C4A-0ECC-CF92-1C2E-72997D39DFA4}"/>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C66B559A-106C-E2BF-E77A-3A493C86506C}"/>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1E89DED8-91D0-0221-11B0-461351DBAF36}"/>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EAA4268A-974D-7A3F-97C9-1AB2841FFBC6}"/>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134D272C-15D3-6D59-FAAA-05DF27FE6188}"/>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7520C3B5-DF68-E616-8ABC-0FFC999A7818}"/>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6198D6AD-1690-0406-088B-1EF896C7C338}"/>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EFA6EB3B-DADC-511C-BDFC-35B9628F7EE9}"/>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46286D0D-5BFC-CF4D-72D1-95ED0C6D28CD}"/>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A2B2DE9F-EC80-8589-8EEE-1405C182F4F9}"/>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4AB4933A-1D23-A45A-682C-248DE434FD62}"/>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1C74A86C-31A6-D3C0-0E97-58163C7946EC}"/>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C1C86DBC-1028-BC6F-17A7-88C0CF3516D5}"/>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6F05B7CE-498D-96CD-26FD-8E207D3759A9}"/>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3C9D56D4-7BBB-2CDF-1189-BFA61476B0F1}"/>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E922D2F3-E453-F037-53E1-1BA007A930D6}"/>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020B71AC-7873-642E-8D1D-EA856B6539B2}"/>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B9994937-05F3-E05A-463F-DEEA02CF9B17}"/>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734615B7-AC8E-A25F-4E26-4DDBAFB1B339}"/>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5EF7DD38-7CAD-94E4-2E58-28398F973941}"/>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606612A5-08B1-D626-BB1F-761DD9757341}"/>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436D4BA2-941E-1513-C829-D719AE56B407}"/>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59BDD66A-2FDF-8B2E-7BCE-D04A65B821F9}"/>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C72BC164-2B17-DE40-1E90-951F7E15749F}"/>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613F051C-50EC-AFB0-6DE9-DFF499F8EBA8}"/>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DF986578-E07D-A425-7FAF-9DF8297C97C1}"/>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F5F788B0-FC94-5737-F8F4-B7A8071A6FC5}"/>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53F10ECB-0645-ABF5-23FF-10189EE1DE57}"/>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A0050524-A7D5-E17A-F0C9-0509D6DC568A}"/>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D9469F4F-7886-5D70-E776-3CCB0BBF6482}"/>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D9F6C233-CC98-B903-155B-CE3627555FAF}"/>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D40AF466-5144-F545-990A-FF9823BEB555}"/>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B6F6BE5F-F32A-CF60-8E60-3CEBF445339D}"/>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A603D8D6-320B-C90C-08AE-15492B1E9752}"/>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04BDDCE6-26FB-1AD6-0CB0-57D17FADF4B2}"/>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1946545E-DABB-2BFB-BCBB-9B830F90632C}"/>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18DB491E-C875-946C-E8B8-E4F0E7D5F1FE}"/>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0DAF5D19-E88F-4B67-788A-45813FA3794C}"/>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8916AABD-72D2-107E-3FDC-9E2AE1459FAB}"/>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9EBB71E0-7BA9-D2A8-BD95-9050126FA605}"/>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DD113FA5-167B-8E1D-561C-DFB7F55728B0}"/>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F5A44381-8EFA-C1F4-545F-088C00629F8A}"/>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6659475F-BAE9-33E1-0217-00871CD1D50E}"/>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629E4A91-9C2B-B5A6-072B-65E88D5A4B26}"/>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EB5B1F24-44C0-6720-6947-D0CEB78E11B1}"/>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7007A1D2-A8A8-98B5-44E7-D156A9467964}"/>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D2C5DACE-6B69-BB28-0F94-7479D1F955B0}"/>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5A89BC40-057C-AF1A-2698-7C479295E9BD}"/>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69DA95F5-E338-7C7C-633C-D3DC626FBA2C}"/>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80DBB2B0-AA85-5323-3DCC-2E33810BF747}"/>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97381C1A-A60A-3912-7063-00D99FAA4FE2}"/>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ED707AE7-1AEF-562F-C1B8-5F32B5256CF0}"/>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43D5FB28-E7B0-8A1F-2C23-00F8B46CDCB5}"/>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5FD03A9C-2297-2BE1-3388-F9CE1F350223}"/>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07A453DE-ACF4-45FE-5CD1-4821CEA519C4}"/>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9EB0B355-8456-2515-C476-AB7BF9BA1EBD}"/>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CEC102B4-A3AE-C90D-C3EE-7244B83A9552}"/>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F90578B9-7779-F4FC-6C83-F197A1FD875C}"/>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263075D3-0D4C-A165-DE21-EE5018EAF6A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B59B233E-77B4-BA50-3516-E58EE7B53B47}"/>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C6F79A79-8BF1-0C2A-E24D-088D8E3D0CAC}"/>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094D2C81-A569-2CCB-9E98-FEC90F5587C8}"/>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F667A74F-1641-E076-8D2E-BBEAAB2AF0C7}"/>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09DCB670-4E36-B8D9-AB97-C5C0B7C2E773}"/>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EF4CA3B1-989A-DBE0-E1A3-CCEE95E6CF08}"/>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BCE0FDBE-7A76-0B43-AE77-691BA1B418A6}"/>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3EB9C21D-BDA6-EF75-43E7-301C3888A387}"/>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690A32F1-778E-C3A7-077F-12078D27F363}"/>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DB744D67-D328-9A03-11B6-9AC852039DE6}"/>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D81B3491-16CA-F411-1F36-9B066E8650BC}"/>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B9E173FB-A8F9-A7BC-0082-9011A74EEB0D}"/>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7F05D2AE-0E3A-2C57-92F6-34BDDC7511CF}"/>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EC7B00D1-7314-97DE-0DB8-B46C98EB7D5E}"/>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A7DF62C6-BA7E-8770-6E39-A9E521D0B81C}"/>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A0D2F124-4330-6CD3-0402-276A31CDF388}"/>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0581695F-B7E2-CD26-6EA4-0104D085B2BF}"/>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183367A4-60D0-9465-8D71-6E98AA06A2A8}"/>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8343E369-C3BF-9C29-1EA8-386D39BD18FF}"/>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1F731D6B-75B4-E98A-95BE-4681403D14FF}"/>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0B56F553-EEDB-DE20-EB03-6BFFCE074735}"/>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F4BC544B-95B0-2488-3BD0-1EC8788A0AD6}"/>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1927BA28-6A2C-C214-E3D8-E477E427FA1F}"/>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7051C2ED-989F-1259-7D03-EC7F3C979912}"/>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AE4F512B-25A9-568C-9F16-F5F7E17ED7C1}"/>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546C95BD-4C7D-45CE-1774-4EED869135C4}"/>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8BB0150C-8558-F960-7F35-D1B7652C8604}"/>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0EFC4D12-06EA-F219-DDC9-052D0C462BDA}"/>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F3A9E267-1009-1123-A781-AA5DA2D9E261}"/>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64386763-FC14-7459-2DAD-D98A41AD7F0D}"/>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E5580403-05E8-6D00-8B45-E9B264D9FA99}"/>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6440CF19-B0ED-0CDD-953D-89BB2FB9B44C}"/>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1CA515AE-1023-5475-0686-2A22E185EDA4}"/>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A86CE644-34A6-6714-AA3C-8F4D485127EF}"/>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6D9F5CEB-6C3A-FC58-4992-52A87E35EFD5}"/>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E7A87BA7-ADF9-4ADD-9278-305CBA54AF33}"/>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826ED151-8E71-F3C5-79D4-37622AFD3142}"/>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BBC93112-F440-6C18-0513-20A30316D139}"/>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B70265C8-88DC-8591-0D13-15BCDBC2E3A7}"/>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3451AF6C-47C2-27D0-57B9-112B5CF906E3}"/>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0A87CF91-055A-073D-AB53-4CD2C356E103}"/>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EB07F6FA-2BBF-2EBA-C73D-DEA5D68DBB15}"/>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27DBCD61-C225-A1C5-AB44-1B11A42EC5B2}"/>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99FC25FE-1810-BBF3-28B1-AA4A92B2E733}"/>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34336695-4AC8-B8AF-515D-E64BDE5ADFCB}"/>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F272F57B-99EE-C4CD-FFAA-5968E3E3E6B7}"/>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5FC58670-FEFD-7B04-6A2F-AE8B88098273}"/>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3A2E8BA1-2906-1730-F343-F299CAC098B6}"/>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7AC58257-7160-DBBE-D089-C1B3212CDA1C}"/>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85C1B149-7EDE-20DE-83D9-460A4D4DDAFC}"/>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627A290D-1DCC-01E9-3162-711189A78713}"/>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E103A68C-FE51-BC54-A684-3CF6185A0246}"/>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14799D68-1B25-8F6A-C2C3-B2F99B80C3C3}"/>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8FAAEA86-CFD3-FFC2-B716-1B7B1E558330}"/>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B1C44CA6-B76B-24C8-7D05-ED80027D654A}"/>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F21C758E-4819-91CE-351E-58A2E92CFFD4}"/>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31BD2A2D-6FA9-15A9-3700-235BB99155CD}"/>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E3AA3CFA-53D7-20A2-F9E8-82798B8BD2A4}"/>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68B4BF83-CB9A-4DD3-453B-057C4359FA24}"/>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AC03CEB6-35DC-04D3-10BA-DF45B8FCA032}"/>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B6D28AD6-439F-4CC5-EB6C-115441140F0B}"/>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329A9546-5AD7-5FB5-2FBB-33EAB289BDA6}"/>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31AE6ABE-D7C9-2025-B23F-42F9ACB8B92E}"/>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D453963F-7F28-690C-BD8A-097F69C334A8}"/>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2C8C5E24-35DA-70E8-B4D4-2AC668F0E266}"/>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753847D0-501E-EB69-8C9B-785376B46286}"/>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58637E80-9CD5-9AA2-47C0-8ED283D7B5FD}"/>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0B498785-F242-0A0C-DDB2-6986B121906A}"/>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524726EB-B9F1-6A56-AA2F-14123E83235A}"/>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E6205AEC-A1B0-9CFB-D163-EE240EACC982}"/>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2DBF94FF-1758-3595-BEA8-58F3575FDC02}"/>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FF13EC30-D813-B720-8BC0-F6337C5083EC}"/>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505869FD-A3C0-A090-7B56-BF8462FBB524}"/>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A8B0DFA1-ADBB-B60E-E99C-EDCD69D7284A}"/>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D137520A-0036-3292-5CF4-68429AF8494C}"/>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7146949A-D2B7-9C94-38D2-1FDAA6D145F1}"/>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FA4624F3-8018-5CC1-E2AA-393BCC89053F}"/>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A26F4149-6317-0517-B782-ED6465217AB2}"/>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D9210072-0348-70D2-D2A2-182E0C313379}"/>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D67D548A-6DA4-7706-E3FF-6CE12BC5B92D}"/>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46D211B6-EE73-977B-E14C-FBA7DFFF31AE}"/>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F34F09C7-9ACC-8840-3A4F-A1747C42128F}"/>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A580BA2D-C812-5F95-300B-D052FE7A6451}"/>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67897087-062A-11B1-C2E7-E1D8A89F1BB3}"/>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7C19BCA9-4A69-C782-0EA9-2530D5B749E9}"/>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51CB3257-41F8-CE1E-F334-64DD2B37E94A}"/>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2862FE61-A5E2-6299-28E9-BEBCFB6E8EAA}"/>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0073375A-13D2-41E2-497D-846908D5BD5A}"/>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97935E2A-750B-3B9D-1D64-2B23FF9B1380}"/>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3ADBD077-A712-BA07-1D92-02112B36EBE9}"/>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38FB1E71-2FC9-4336-191F-ADB74E4598DD}"/>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88AA9E3B-CC34-D678-6688-EAADF9654E25}"/>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03A0F6EE-76F0-130E-88EF-2E074D2B6970}"/>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23054CAB-0ECF-88E3-87F4-D489CE8476D7}"/>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FD5F052D-8AC0-10C3-BF41-A6E3CC5F509A}"/>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A54D083F-6C2A-42BA-6CAC-6A0CAF99DCF8}"/>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3033B5B9-C46E-3E83-66D4-827B71AF9E59}"/>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5C4FD0A5-284D-9A55-5359-14FB7CC8F26C}"/>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81137ADA-54DB-4B88-C093-455AB4DBB9AD}"/>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A721B281-BDBC-14A3-D1AB-9E5D4E7D0509}"/>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5A387297-260C-3152-7C81-841B836377DD}"/>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C5DC28F6-A75B-8BD3-60AC-C1D1F67BEADB}"/>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42E3CFFF-1B66-1EED-B157-600DDA715645}"/>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62FED0D7-2515-B4A4-4B81-C70C6C4B19BA}"/>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40437C46-C990-1EE8-6C13-9836F16F8004}"/>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DAFE912A-8FB6-6817-5BF8-68E70E55B8D9}"/>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EAAC838B-D2DC-B6D7-3E80-9403869D1D8B}"/>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2BCD3E7A-C3D4-E598-23F9-4D2314C70E87}"/>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1F28B086-8047-6FC4-8389-9167F6848E7C}"/>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1D55FABF-1A70-BEC9-B383-E5D938BE277E}"/>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16AA7682-0405-DA74-C80C-DC51C8A23179}"/>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E9122013-620D-397C-92CE-92C70C913B65}"/>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58AC2B6D-A012-8422-152B-105FA66BF95A}"/>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A51C82A5-A8DB-E338-37E9-E843E5999889}"/>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F38BD236-61D2-2954-287B-E5431037A22C}"/>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61ABD744-3D40-03C8-A05D-E8D937830B78}"/>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136CB2EB-9FBC-305B-3448-9492144DCCE2}"/>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DAA80BE7-052E-F344-C742-05AA22CC022D}"/>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D3A7DAAB-215F-3E57-1503-C113C744B9A6}"/>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E3082FCE-EAC3-5745-D36F-EBA69F93C701}"/>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3702149B-8985-954A-11D2-645567358E6D}"/>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45949FEF-1CDF-9A89-F80A-4ABB3E441797}"/>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B6C82328-9B02-4B4F-94D2-98E6FC292E7A}"/>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CE1D2D1E-AF1D-D3FB-298A-2AD8BCE87081}"/>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3426BD51-64A1-60ED-DE20-523B0AA721AB}"/>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222C6A96-E9A9-28EA-E840-7607166A2B34}"/>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37D83B41-891F-569A-9478-AFAA38D591B4}"/>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57FD6298-1DFC-CC54-4F9A-4AC9752633DC}"/>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90B1219F-6EAE-1A42-AE82-C89E5CA15B69}"/>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8A6113AD-F2AC-05E4-A9D3-674532D8F2DF}"/>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5FF86ACE-7F76-E6C8-4A41-ADBC2A7F64A2}"/>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7E31A40B-32E7-5340-BC20-B80BEBFC9942}"/>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42F886B3-BD21-1F42-F90A-A9BE841860B3}"/>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99081A54-E537-8B37-55F5-5A7614DC7B81}"/>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E14DE344-4532-3733-FD51-3C8881127583}"/>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4BCF30C2-F8A1-501A-F16F-CECBCDF79034}"/>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 0" descr="People icon"/>
          <p:cNvPicPr>
            <a:picLocks noChangeAspect="1"/>
          </p:cNvPicPr>
          <p:nvPr/>
        </p:nvPicPr>
        <p:blipFill>
          <a:blip r:embed="rId3"/>
          <a:stretch>
            <a:fillRect/>
          </a:stretch>
        </p:blipFill>
        <p:spPr>
          <a:xfrm>
            <a:off x="566928" y="457200"/>
            <a:ext cx="731520" cy="640080"/>
          </a:xfrm>
          <a:prstGeom prst="rect">
            <a:avLst/>
          </a:prstGeom>
          <a:solidFill>
            <a:schemeClr val="bg1"/>
          </a:solidFill>
        </p:spPr>
      </p:pic>
      <p:sp>
        <p:nvSpPr>
          <p:cNvPr id="3" name="Text 0"/>
          <p:cNvSpPr txBox="1"/>
          <p:nvPr/>
        </p:nvSpPr>
        <p:spPr>
          <a:xfrm>
            <a:off x="1508760" y="411480"/>
            <a:ext cx="10149840" cy="731520"/>
          </a:xfrm>
          <a:prstGeom prst="rect">
            <a:avLst/>
          </a:prstGeom>
          <a:noFill/>
          <a:ln/>
        </p:spPr>
        <p:txBody>
          <a:bodyPr wrap="square" lIns="0" tIns="0" rIns="0" bIns="0" rtlCol="0" anchor="ctr"/>
          <a:lstStyle/>
          <a:p>
            <a:pPr marL="0" indent="0">
              <a:buNone/>
            </a:pPr>
            <a:r>
              <a:rPr lang="en-US" sz="3200" b="1" dirty="0">
                <a:solidFill>
                  <a:srgbClr val="062653"/>
                </a:solidFill>
                <a:latin typeface="Cambria" pitchFamily="34" charset="0"/>
                <a:ea typeface="Cambria" pitchFamily="34" charset="-122"/>
                <a:cs typeface="Cambria" pitchFamily="34" charset="-120"/>
              </a:rPr>
              <a:t>Financial Inclusion</a:t>
            </a:r>
            <a:r>
              <a:rPr lang="en-US" sz="3200" dirty="0">
                <a:solidFill>
                  <a:srgbClr val="12B8F5"/>
                </a:solidFill>
                <a:latin typeface="Cambria" pitchFamily="34" charset="0"/>
                <a:ea typeface="Cambria" pitchFamily="34" charset="-122"/>
                <a:cs typeface="Cambria" pitchFamily="34" charset="-120"/>
              </a:rPr>
              <a:t>  —  </a:t>
            </a:r>
            <a:r>
              <a:rPr lang="en-US" sz="3200" b="1" dirty="0">
                <a:solidFill>
                  <a:srgbClr val="0878E8"/>
                </a:solidFill>
                <a:latin typeface="Cambria" pitchFamily="34" charset="0"/>
                <a:ea typeface="Cambria" pitchFamily="34" charset="-122"/>
                <a:cs typeface="Cambria" pitchFamily="34" charset="-120"/>
              </a:rPr>
              <a:t>Meaning and Objectives</a:t>
            </a:r>
            <a:endParaRPr lang="en-US" sz="3200" dirty="0"/>
          </a:p>
        </p:txBody>
      </p:sp>
      <p:sp>
        <p:nvSpPr>
          <p:cNvPr id="4" name="Meaning card"/>
          <p:cNvSpPr/>
          <p:nvPr/>
        </p:nvSpPr>
        <p:spPr>
          <a:xfrm>
            <a:off x="365760" y="1252728"/>
            <a:ext cx="6537960" cy="2066544"/>
          </a:xfrm>
          <a:prstGeom prst="roundRect">
            <a:avLst>
              <a:gd name="adj" fmla="val 5310"/>
            </a:avLst>
          </a:prstGeom>
          <a:solidFill>
            <a:srgbClr val="F3FAFF"/>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5" name="Header tab Meaning"/>
          <p:cNvSpPr/>
          <p:nvPr/>
        </p:nvSpPr>
        <p:spPr>
          <a:xfrm>
            <a:off x="365760" y="1252728"/>
            <a:ext cx="2286000" cy="512064"/>
          </a:xfrm>
          <a:prstGeom prst="roundRect">
            <a:avLst>
              <a:gd name="adj" fmla="val 14286"/>
            </a:avLst>
          </a:prstGeom>
          <a:solidFill>
            <a:srgbClr val="062653"/>
          </a:solidFill>
          <a:ln w="6350">
            <a:solidFill>
              <a:srgbClr val="062653"/>
            </a:solidFill>
            <a:prstDash val="solid"/>
          </a:ln>
        </p:spPr>
      </p:sp>
      <p:sp>
        <p:nvSpPr>
          <p:cNvPr id="6" name="Accent Meaning"/>
          <p:cNvSpPr/>
          <p:nvPr/>
        </p:nvSpPr>
        <p:spPr>
          <a:xfrm>
            <a:off x="566928" y="1380744"/>
            <a:ext cx="45720" cy="256032"/>
          </a:xfrm>
          <a:prstGeom prst="rect">
            <a:avLst/>
          </a:prstGeom>
          <a:solidFill>
            <a:srgbClr val="FFB21C"/>
          </a:solidFill>
          <a:ln w="12700">
            <a:solidFill>
              <a:srgbClr val="FFB21C"/>
            </a:solidFill>
            <a:prstDash val="solid"/>
          </a:ln>
        </p:spPr>
      </p:sp>
      <p:sp>
        <p:nvSpPr>
          <p:cNvPr id="7" name="Header Meaning"/>
          <p:cNvSpPr txBox="1"/>
          <p:nvPr/>
        </p:nvSpPr>
        <p:spPr>
          <a:xfrm>
            <a:off x="749808" y="1252728"/>
            <a:ext cx="1828800" cy="512064"/>
          </a:xfrm>
          <a:prstGeom prst="rect">
            <a:avLst/>
          </a:prstGeom>
          <a:noFill/>
          <a:ln/>
        </p:spPr>
        <p:txBody>
          <a:bodyPr wrap="square" lIns="0" tIns="0" rIns="0" bIns="0" rtlCol="0" anchor="ctr"/>
          <a:lstStyle/>
          <a:p>
            <a:pPr marL="0" indent="0">
              <a:buNone/>
            </a:pPr>
            <a:r>
              <a:rPr lang="en-US" sz="2400" b="1" dirty="0">
                <a:solidFill>
                  <a:srgbClr val="FFFFFF"/>
                </a:solidFill>
                <a:latin typeface="Cambria" pitchFamily="34" charset="0"/>
                <a:ea typeface="Cambria" pitchFamily="34" charset="-122"/>
                <a:cs typeface="Cambria" pitchFamily="34" charset="-120"/>
              </a:rPr>
              <a:t>Meaning</a:t>
            </a:r>
            <a:endParaRPr lang="en-US" sz="2400" dirty="0"/>
          </a:p>
        </p:txBody>
      </p:sp>
      <p:sp>
        <p:nvSpPr>
          <p:cNvPr id="8" name="Definition"/>
          <p:cNvSpPr txBox="1"/>
          <p:nvPr/>
        </p:nvSpPr>
        <p:spPr>
          <a:xfrm>
            <a:off x="640080" y="1847088"/>
            <a:ext cx="5943600" cy="640080"/>
          </a:xfrm>
          <a:prstGeom prst="rect">
            <a:avLst/>
          </a:prstGeom>
          <a:noFill/>
          <a:ln/>
        </p:spPr>
        <p:txBody>
          <a:bodyPr wrap="square" lIns="0" tIns="0" rIns="0" bIns="0" rtlCol="0" anchor="t"/>
          <a:lstStyle/>
          <a:p>
            <a:pPr marL="0" indent="0">
              <a:buNone/>
            </a:pPr>
            <a:r>
              <a:rPr lang="en-US" sz="1800" dirty="0">
                <a:solidFill>
                  <a:srgbClr val="062653"/>
                </a:solidFill>
                <a:latin typeface="Cambria" pitchFamily="34" charset="0"/>
                <a:ea typeface="Cambria" pitchFamily="34" charset="-122"/>
                <a:cs typeface="Cambria" pitchFamily="34" charset="-120"/>
              </a:rPr>
              <a:t>Financial inclusion means providing affordable financial services to all sections of society.</a:t>
            </a:r>
            <a:endParaRPr lang="en-US" sz="1800" dirty="0"/>
          </a:p>
        </p:txBody>
      </p:sp>
      <p:sp>
        <p:nvSpPr>
          <p:cNvPr id="9" name="Focus label"/>
          <p:cNvSpPr txBox="1"/>
          <p:nvPr/>
        </p:nvSpPr>
        <p:spPr>
          <a:xfrm>
            <a:off x="640080" y="2542032"/>
            <a:ext cx="2743200" cy="274320"/>
          </a:xfrm>
          <a:prstGeom prst="rect">
            <a:avLst/>
          </a:prstGeom>
          <a:noFill/>
          <a:ln/>
        </p:spPr>
        <p:txBody>
          <a:bodyPr wrap="square" lIns="0" tIns="0" rIns="0" bIns="0" rtlCol="0" anchor="ctr"/>
          <a:lstStyle/>
          <a:p>
            <a:pPr marL="0" indent="0">
              <a:buNone/>
            </a:pPr>
            <a:r>
              <a:rPr lang="en-US" sz="1400" b="1" dirty="0">
                <a:solidFill>
                  <a:srgbClr val="0878E8"/>
                </a:solidFill>
                <a:latin typeface="Cambria" pitchFamily="34" charset="0"/>
                <a:ea typeface="Cambria" pitchFamily="34" charset="-122"/>
                <a:cs typeface="Cambria" pitchFamily="34" charset="-120"/>
              </a:rPr>
              <a:t>It focuses on:</a:t>
            </a:r>
            <a:endParaRPr lang="en-US" sz="1400" dirty="0"/>
          </a:p>
        </p:txBody>
      </p:sp>
      <p:sp>
        <p:nvSpPr>
          <p:cNvPr id="10" name="Tag Rural communities"/>
          <p:cNvSpPr/>
          <p:nvPr/>
        </p:nvSpPr>
        <p:spPr>
          <a:xfrm>
            <a:off x="612648" y="2834640"/>
            <a:ext cx="1828800" cy="365760"/>
          </a:xfrm>
          <a:prstGeom prst="roundRect">
            <a:avLst>
              <a:gd name="adj" fmla="val 50000"/>
            </a:avLst>
          </a:prstGeom>
          <a:solidFill>
            <a:srgbClr val="062653"/>
          </a:solidFill>
          <a:ln w="19050">
            <a:solidFill>
              <a:srgbClr val="12B8F5"/>
            </a:solidFill>
            <a:prstDash val="solid"/>
          </a:ln>
        </p:spPr>
      </p:sp>
      <p:sp>
        <p:nvSpPr>
          <p:cNvPr id="11" name="Tag text Rural communities"/>
          <p:cNvSpPr txBox="1"/>
          <p:nvPr/>
        </p:nvSpPr>
        <p:spPr>
          <a:xfrm>
            <a:off x="612648" y="2834640"/>
            <a:ext cx="1828800" cy="365760"/>
          </a:xfrm>
          <a:prstGeom prst="rect">
            <a:avLst/>
          </a:prstGeom>
          <a:noFill/>
          <a:ln/>
        </p:spPr>
        <p:txBody>
          <a:bodyPr wrap="square" lIns="0" tIns="0" rIns="0" bIns="0" rtlCol="0" anchor="ctr"/>
          <a:lstStyle/>
          <a:p>
            <a:pPr marL="0" indent="0" algn="ctr">
              <a:buNone/>
            </a:pPr>
            <a:r>
              <a:rPr lang="en-US" sz="1300" b="1" dirty="0">
                <a:solidFill>
                  <a:srgbClr val="FFFFFF"/>
                </a:solidFill>
                <a:latin typeface="Cambria" pitchFamily="34" charset="0"/>
                <a:ea typeface="Cambria" pitchFamily="34" charset="-122"/>
                <a:cs typeface="Cambria" pitchFamily="34" charset="-120"/>
              </a:rPr>
              <a:t>Rural communities</a:t>
            </a:r>
            <a:endParaRPr lang="en-US" sz="1300" dirty="0"/>
          </a:p>
        </p:txBody>
      </p:sp>
      <p:sp>
        <p:nvSpPr>
          <p:cNvPr id="12" name="Tag Low-income households"/>
          <p:cNvSpPr/>
          <p:nvPr/>
        </p:nvSpPr>
        <p:spPr>
          <a:xfrm>
            <a:off x="2560320" y="2834640"/>
            <a:ext cx="2103120" cy="365760"/>
          </a:xfrm>
          <a:prstGeom prst="roundRect">
            <a:avLst>
              <a:gd name="adj" fmla="val 50000"/>
            </a:avLst>
          </a:prstGeom>
          <a:solidFill>
            <a:srgbClr val="062653"/>
          </a:solidFill>
          <a:ln w="19050">
            <a:solidFill>
              <a:srgbClr val="12B8F5"/>
            </a:solidFill>
            <a:prstDash val="solid"/>
          </a:ln>
        </p:spPr>
      </p:sp>
      <p:sp>
        <p:nvSpPr>
          <p:cNvPr id="13" name="Tag text Low-income households"/>
          <p:cNvSpPr txBox="1"/>
          <p:nvPr/>
        </p:nvSpPr>
        <p:spPr>
          <a:xfrm>
            <a:off x="2560320" y="2834640"/>
            <a:ext cx="2103120" cy="365760"/>
          </a:xfrm>
          <a:prstGeom prst="rect">
            <a:avLst/>
          </a:prstGeom>
          <a:noFill/>
          <a:ln/>
        </p:spPr>
        <p:txBody>
          <a:bodyPr wrap="square" lIns="0" tIns="0" rIns="0" bIns="0" rtlCol="0" anchor="ctr"/>
          <a:lstStyle/>
          <a:p>
            <a:pPr marL="0" indent="0" algn="ctr">
              <a:buNone/>
            </a:pPr>
            <a:r>
              <a:rPr lang="en-US" sz="1300" b="1" dirty="0">
                <a:solidFill>
                  <a:srgbClr val="FFFFFF"/>
                </a:solidFill>
                <a:latin typeface="Cambria" pitchFamily="34" charset="0"/>
                <a:ea typeface="Cambria" pitchFamily="34" charset="-122"/>
                <a:cs typeface="Cambria" pitchFamily="34" charset="-120"/>
              </a:rPr>
              <a:t>Low-income households</a:t>
            </a:r>
            <a:endParaRPr lang="en-US" sz="1300" dirty="0"/>
          </a:p>
        </p:txBody>
      </p:sp>
      <p:sp>
        <p:nvSpPr>
          <p:cNvPr id="14" name="Tag Underserved populations"/>
          <p:cNvSpPr/>
          <p:nvPr/>
        </p:nvSpPr>
        <p:spPr>
          <a:xfrm>
            <a:off x="4782312" y="2834640"/>
            <a:ext cx="2011680" cy="365760"/>
          </a:xfrm>
          <a:prstGeom prst="roundRect">
            <a:avLst>
              <a:gd name="adj" fmla="val 50000"/>
            </a:avLst>
          </a:prstGeom>
          <a:solidFill>
            <a:srgbClr val="062653"/>
          </a:solidFill>
          <a:ln w="19050">
            <a:solidFill>
              <a:srgbClr val="12B8F5"/>
            </a:solidFill>
            <a:prstDash val="solid"/>
          </a:ln>
        </p:spPr>
      </p:sp>
      <p:sp>
        <p:nvSpPr>
          <p:cNvPr id="15" name="Tag text Underserved populations"/>
          <p:cNvSpPr txBox="1"/>
          <p:nvPr/>
        </p:nvSpPr>
        <p:spPr>
          <a:xfrm>
            <a:off x="4782312" y="2834640"/>
            <a:ext cx="2011680" cy="365760"/>
          </a:xfrm>
          <a:prstGeom prst="rect">
            <a:avLst/>
          </a:prstGeom>
          <a:noFill/>
          <a:ln/>
        </p:spPr>
        <p:txBody>
          <a:bodyPr wrap="square" lIns="0" tIns="0" rIns="0" bIns="0" rtlCol="0" anchor="ctr"/>
          <a:lstStyle/>
          <a:p>
            <a:pPr marL="0" indent="0" algn="ctr">
              <a:buNone/>
            </a:pPr>
            <a:r>
              <a:rPr lang="en-US" sz="1300" b="1" dirty="0">
                <a:solidFill>
                  <a:srgbClr val="FFFFFF"/>
                </a:solidFill>
                <a:latin typeface="Cambria" pitchFamily="34" charset="0"/>
                <a:ea typeface="Cambria" pitchFamily="34" charset="-122"/>
                <a:cs typeface="Cambria" pitchFamily="34" charset="-120"/>
              </a:rPr>
              <a:t>Underserved populations</a:t>
            </a:r>
            <a:endParaRPr lang="en-US" sz="1300" dirty="0"/>
          </a:p>
        </p:txBody>
      </p:sp>
      <p:sp>
        <p:nvSpPr>
          <p:cNvPr id="16" name="Access card"/>
          <p:cNvSpPr/>
          <p:nvPr/>
        </p:nvSpPr>
        <p:spPr>
          <a:xfrm>
            <a:off x="365760" y="3483864"/>
            <a:ext cx="6537960" cy="2688336"/>
          </a:xfrm>
          <a:prstGeom prst="roundRect">
            <a:avLst>
              <a:gd name="adj" fmla="val 4082"/>
            </a:avLst>
          </a:prstGeom>
          <a:solidFill>
            <a:srgbClr val="F3FAFF"/>
          </a:solidFill>
          <a:ln w="12700">
            <a:solidFill>
              <a:srgbClr val="70C7FF"/>
            </a:solidFill>
            <a:prstDash val="solid"/>
          </a:ln>
          <a:effectLst>
            <a:outerShdw blurRad="127000" dist="38100" dir="5400000" algn="bl" rotWithShape="0">
              <a:srgbClr val="7FA6D6">
                <a:alpha val="28000"/>
              </a:srgbClr>
            </a:outerShdw>
          </a:effectLst>
        </p:spPr>
      </p:sp>
      <p:sp>
        <p:nvSpPr>
          <p:cNvPr id="17" name="Header tab Access to financial services"/>
          <p:cNvSpPr/>
          <p:nvPr/>
        </p:nvSpPr>
        <p:spPr>
          <a:xfrm>
            <a:off x="365760" y="3483864"/>
            <a:ext cx="4114800" cy="475488"/>
          </a:xfrm>
          <a:prstGeom prst="roundRect">
            <a:avLst>
              <a:gd name="adj" fmla="val 15385"/>
            </a:avLst>
          </a:prstGeom>
          <a:solidFill>
            <a:srgbClr val="062653"/>
          </a:solidFill>
          <a:ln w="6350">
            <a:solidFill>
              <a:srgbClr val="062653"/>
            </a:solidFill>
            <a:prstDash val="solid"/>
          </a:ln>
        </p:spPr>
      </p:sp>
      <p:sp>
        <p:nvSpPr>
          <p:cNvPr id="18" name="Accent Access to financial services"/>
          <p:cNvSpPr/>
          <p:nvPr/>
        </p:nvSpPr>
        <p:spPr>
          <a:xfrm>
            <a:off x="566928" y="3602736"/>
            <a:ext cx="45720" cy="237744"/>
          </a:xfrm>
          <a:prstGeom prst="rect">
            <a:avLst/>
          </a:prstGeom>
          <a:solidFill>
            <a:srgbClr val="FFB21C"/>
          </a:solidFill>
          <a:ln w="12700">
            <a:solidFill>
              <a:srgbClr val="FFB21C"/>
            </a:solidFill>
            <a:prstDash val="solid"/>
          </a:ln>
        </p:spPr>
      </p:sp>
      <p:sp>
        <p:nvSpPr>
          <p:cNvPr id="19" name="Header Access to financial services"/>
          <p:cNvSpPr txBox="1"/>
          <p:nvPr/>
        </p:nvSpPr>
        <p:spPr>
          <a:xfrm>
            <a:off x="749808" y="3483864"/>
            <a:ext cx="3657600" cy="475488"/>
          </a:xfrm>
          <a:prstGeom prst="rect">
            <a:avLst/>
          </a:prstGeom>
          <a:noFill/>
          <a:ln/>
        </p:spPr>
        <p:txBody>
          <a:bodyPr wrap="square" lIns="0" tIns="0" rIns="0" bIns="0" rtlCol="0" anchor="ctr"/>
          <a:lstStyle/>
          <a:p>
            <a:pPr marL="0" indent="0">
              <a:buNone/>
            </a:pPr>
            <a:r>
              <a:rPr lang="en-US" sz="2100" b="1" dirty="0">
                <a:solidFill>
                  <a:srgbClr val="FFFFFF"/>
                </a:solidFill>
                <a:latin typeface="Cambria" pitchFamily="34" charset="0"/>
                <a:ea typeface="Cambria" pitchFamily="34" charset="-122"/>
                <a:cs typeface="Cambria" pitchFamily="34" charset="-120"/>
              </a:rPr>
              <a:t>Access to financial services</a:t>
            </a:r>
            <a:endParaRPr lang="en-US" sz="2100" dirty="0"/>
          </a:p>
        </p:txBody>
      </p:sp>
      <p:sp>
        <p:nvSpPr>
          <p:cNvPr id="20" name="Card Bank accounts"/>
          <p:cNvSpPr/>
          <p:nvPr/>
        </p:nvSpPr>
        <p:spPr>
          <a:xfrm>
            <a:off x="566928" y="4114800"/>
            <a:ext cx="3017520" cy="914400"/>
          </a:xfrm>
          <a:prstGeom prst="roundRect">
            <a:avLst>
              <a:gd name="adj" fmla="val 8000"/>
            </a:avLst>
          </a:prstGeom>
          <a:solidFill>
            <a:srgbClr val="FFFFFF"/>
          </a:solidFill>
          <a:ln w="12700">
            <a:solidFill>
              <a:srgbClr val="D9F0FF"/>
            </a:solidFill>
            <a:prstDash val="solid"/>
          </a:ln>
          <a:effectLst>
            <a:outerShdw blurRad="127000" dist="38100" dir="5400000" algn="bl" rotWithShape="0">
              <a:srgbClr val="7FA6D6">
                <a:alpha val="28000"/>
              </a:srgbClr>
            </a:outerShdw>
          </a:effectLst>
        </p:spPr>
      </p:sp>
      <p:sp>
        <p:nvSpPr>
          <p:cNvPr id="21" name="Icon circle Bank accounts"/>
          <p:cNvSpPr/>
          <p:nvPr/>
        </p:nvSpPr>
        <p:spPr>
          <a:xfrm>
            <a:off x="749808" y="4224528"/>
            <a:ext cx="694944" cy="694944"/>
          </a:xfrm>
          <a:prstGeom prst="ellipse">
            <a:avLst/>
          </a:prstGeom>
          <a:solidFill>
            <a:srgbClr val="0878E8"/>
          </a:solidFill>
          <a:ln w="12700">
            <a:solidFill>
              <a:srgbClr val="0878E8"/>
            </a:solidFill>
            <a:prstDash val="solid"/>
          </a:ln>
        </p:spPr>
      </p:sp>
      <p:pic>
        <p:nvPicPr>
          <p:cNvPr id="22" name="Image 1" descr="Bank accounts icon"/>
          <p:cNvPicPr>
            <a:picLocks noChangeAspect="1"/>
          </p:cNvPicPr>
          <p:nvPr/>
        </p:nvPicPr>
        <p:blipFill>
          <a:blip r:embed="rId4"/>
          <a:stretch>
            <a:fillRect/>
          </a:stretch>
        </p:blipFill>
        <p:spPr>
          <a:xfrm>
            <a:off x="923544" y="4398264"/>
            <a:ext cx="347472" cy="347472"/>
          </a:xfrm>
          <a:prstGeom prst="rect">
            <a:avLst/>
          </a:prstGeom>
        </p:spPr>
      </p:pic>
      <p:sp>
        <p:nvSpPr>
          <p:cNvPr id="23" name="Label Bank accounts"/>
          <p:cNvSpPr txBox="1"/>
          <p:nvPr/>
        </p:nvSpPr>
        <p:spPr>
          <a:xfrm>
            <a:off x="1572768" y="4114800"/>
            <a:ext cx="1920240" cy="914400"/>
          </a:xfrm>
          <a:prstGeom prst="rect">
            <a:avLst/>
          </a:prstGeom>
          <a:noFill/>
          <a:ln/>
        </p:spPr>
        <p:txBody>
          <a:bodyPr wrap="square" lIns="0" tIns="0" rIns="0" bIns="0" rtlCol="0" anchor="ctr"/>
          <a:lstStyle/>
          <a:p>
            <a:pPr marL="0" indent="0">
              <a:buNone/>
            </a:pPr>
            <a:r>
              <a:rPr lang="en-US" sz="1700" b="1" dirty="0">
                <a:solidFill>
                  <a:srgbClr val="062653"/>
                </a:solidFill>
                <a:latin typeface="Cambria" pitchFamily="34" charset="0"/>
                <a:ea typeface="Cambria" pitchFamily="34" charset="-122"/>
                <a:cs typeface="Cambria" pitchFamily="34" charset="-120"/>
              </a:rPr>
              <a:t>Bank accounts</a:t>
            </a:r>
            <a:endParaRPr lang="en-US" sz="1700" dirty="0"/>
          </a:p>
        </p:txBody>
      </p:sp>
      <p:sp>
        <p:nvSpPr>
          <p:cNvPr id="24" name="Card Credit"/>
          <p:cNvSpPr/>
          <p:nvPr/>
        </p:nvSpPr>
        <p:spPr>
          <a:xfrm>
            <a:off x="3721608" y="4114800"/>
            <a:ext cx="3017520" cy="914400"/>
          </a:xfrm>
          <a:prstGeom prst="roundRect">
            <a:avLst>
              <a:gd name="adj" fmla="val 8000"/>
            </a:avLst>
          </a:prstGeom>
          <a:solidFill>
            <a:srgbClr val="FFFFFF"/>
          </a:solidFill>
          <a:ln w="12700">
            <a:solidFill>
              <a:srgbClr val="D9F0FF"/>
            </a:solidFill>
            <a:prstDash val="solid"/>
          </a:ln>
          <a:effectLst>
            <a:outerShdw blurRad="127000" dist="38100" dir="5400000" algn="bl" rotWithShape="0">
              <a:srgbClr val="7FA6D6">
                <a:alpha val="28000"/>
              </a:srgbClr>
            </a:outerShdw>
          </a:effectLst>
        </p:spPr>
      </p:sp>
      <p:sp>
        <p:nvSpPr>
          <p:cNvPr id="25" name="Icon circle Credit"/>
          <p:cNvSpPr/>
          <p:nvPr/>
        </p:nvSpPr>
        <p:spPr>
          <a:xfrm>
            <a:off x="3904488" y="4224528"/>
            <a:ext cx="694944" cy="694944"/>
          </a:xfrm>
          <a:prstGeom prst="ellipse">
            <a:avLst/>
          </a:prstGeom>
          <a:solidFill>
            <a:srgbClr val="08C9A4"/>
          </a:solidFill>
          <a:ln w="12700">
            <a:solidFill>
              <a:srgbClr val="08C9A4"/>
            </a:solidFill>
            <a:prstDash val="solid"/>
          </a:ln>
        </p:spPr>
      </p:sp>
      <p:pic>
        <p:nvPicPr>
          <p:cNvPr id="26" name="Image 2" descr="Credit icon"/>
          <p:cNvPicPr>
            <a:picLocks noChangeAspect="1"/>
          </p:cNvPicPr>
          <p:nvPr/>
        </p:nvPicPr>
        <p:blipFill>
          <a:blip r:embed="rId5"/>
          <a:stretch>
            <a:fillRect/>
          </a:stretch>
        </p:blipFill>
        <p:spPr>
          <a:xfrm>
            <a:off x="4078224" y="4398264"/>
            <a:ext cx="347472" cy="347472"/>
          </a:xfrm>
          <a:prstGeom prst="rect">
            <a:avLst/>
          </a:prstGeom>
        </p:spPr>
      </p:pic>
      <p:sp>
        <p:nvSpPr>
          <p:cNvPr id="27" name="Label Credit"/>
          <p:cNvSpPr txBox="1"/>
          <p:nvPr/>
        </p:nvSpPr>
        <p:spPr>
          <a:xfrm>
            <a:off x="4727448" y="4114800"/>
            <a:ext cx="1920240" cy="914400"/>
          </a:xfrm>
          <a:prstGeom prst="rect">
            <a:avLst/>
          </a:prstGeom>
          <a:noFill/>
          <a:ln/>
        </p:spPr>
        <p:txBody>
          <a:bodyPr wrap="square" lIns="0" tIns="0" rIns="0" bIns="0" rtlCol="0" anchor="ctr"/>
          <a:lstStyle/>
          <a:p>
            <a:pPr marL="0" indent="0">
              <a:buNone/>
            </a:pPr>
            <a:r>
              <a:rPr lang="en-US" sz="1700" b="1" dirty="0">
                <a:solidFill>
                  <a:srgbClr val="062653"/>
                </a:solidFill>
                <a:latin typeface="Cambria" pitchFamily="34" charset="0"/>
                <a:ea typeface="Cambria" pitchFamily="34" charset="-122"/>
                <a:cs typeface="Cambria" pitchFamily="34" charset="-120"/>
              </a:rPr>
              <a:t>Credit</a:t>
            </a:r>
            <a:endParaRPr lang="en-US" sz="1700" dirty="0"/>
          </a:p>
        </p:txBody>
      </p:sp>
      <p:sp>
        <p:nvSpPr>
          <p:cNvPr id="28" name="Card Insurance"/>
          <p:cNvSpPr/>
          <p:nvPr/>
        </p:nvSpPr>
        <p:spPr>
          <a:xfrm>
            <a:off x="566928" y="5157216"/>
            <a:ext cx="3017520" cy="914400"/>
          </a:xfrm>
          <a:prstGeom prst="roundRect">
            <a:avLst>
              <a:gd name="adj" fmla="val 8000"/>
            </a:avLst>
          </a:prstGeom>
          <a:solidFill>
            <a:srgbClr val="FFFFFF"/>
          </a:solidFill>
          <a:ln w="12700">
            <a:solidFill>
              <a:srgbClr val="D9F0FF"/>
            </a:solidFill>
            <a:prstDash val="solid"/>
          </a:ln>
          <a:effectLst>
            <a:outerShdw blurRad="127000" dist="38100" dir="5400000" algn="bl" rotWithShape="0">
              <a:srgbClr val="7FA6D6">
                <a:alpha val="28000"/>
              </a:srgbClr>
            </a:outerShdw>
          </a:effectLst>
        </p:spPr>
      </p:sp>
      <p:sp>
        <p:nvSpPr>
          <p:cNvPr id="29" name="Icon circle Insurance"/>
          <p:cNvSpPr/>
          <p:nvPr/>
        </p:nvSpPr>
        <p:spPr>
          <a:xfrm>
            <a:off x="749808" y="5266944"/>
            <a:ext cx="694944" cy="694944"/>
          </a:xfrm>
          <a:prstGeom prst="ellipse">
            <a:avLst/>
          </a:prstGeom>
          <a:solidFill>
            <a:srgbClr val="8247E5"/>
          </a:solidFill>
          <a:ln w="12700">
            <a:solidFill>
              <a:srgbClr val="8247E5"/>
            </a:solidFill>
            <a:prstDash val="solid"/>
          </a:ln>
        </p:spPr>
      </p:sp>
      <p:pic>
        <p:nvPicPr>
          <p:cNvPr id="30" name="Image 3" descr="Insurance icon"/>
          <p:cNvPicPr>
            <a:picLocks noChangeAspect="1"/>
          </p:cNvPicPr>
          <p:nvPr/>
        </p:nvPicPr>
        <p:blipFill>
          <a:blip r:embed="rId6"/>
          <a:stretch>
            <a:fillRect/>
          </a:stretch>
        </p:blipFill>
        <p:spPr>
          <a:xfrm>
            <a:off x="923544" y="5440680"/>
            <a:ext cx="347472" cy="347472"/>
          </a:xfrm>
          <a:prstGeom prst="rect">
            <a:avLst/>
          </a:prstGeom>
        </p:spPr>
      </p:pic>
      <p:sp>
        <p:nvSpPr>
          <p:cNvPr id="31" name="Label Insurance"/>
          <p:cNvSpPr txBox="1"/>
          <p:nvPr/>
        </p:nvSpPr>
        <p:spPr>
          <a:xfrm>
            <a:off x="1572768" y="5157216"/>
            <a:ext cx="1920240" cy="914400"/>
          </a:xfrm>
          <a:prstGeom prst="rect">
            <a:avLst/>
          </a:prstGeom>
          <a:noFill/>
          <a:ln/>
        </p:spPr>
        <p:txBody>
          <a:bodyPr wrap="square" lIns="0" tIns="0" rIns="0" bIns="0" rtlCol="0" anchor="ctr"/>
          <a:lstStyle/>
          <a:p>
            <a:pPr marL="0" indent="0">
              <a:buNone/>
            </a:pPr>
            <a:r>
              <a:rPr lang="en-US" sz="1700" b="1" dirty="0">
                <a:solidFill>
                  <a:srgbClr val="062653"/>
                </a:solidFill>
                <a:latin typeface="Cambria" pitchFamily="34" charset="0"/>
                <a:ea typeface="Cambria" pitchFamily="34" charset="-122"/>
                <a:cs typeface="Cambria" pitchFamily="34" charset="-120"/>
              </a:rPr>
              <a:t>Insurance</a:t>
            </a:r>
            <a:endParaRPr lang="en-US" sz="1700" dirty="0"/>
          </a:p>
        </p:txBody>
      </p:sp>
      <p:sp>
        <p:nvSpPr>
          <p:cNvPr id="32" name="Card Pension services"/>
          <p:cNvSpPr/>
          <p:nvPr/>
        </p:nvSpPr>
        <p:spPr>
          <a:xfrm>
            <a:off x="3721608" y="5157216"/>
            <a:ext cx="3017520" cy="914400"/>
          </a:xfrm>
          <a:prstGeom prst="roundRect">
            <a:avLst>
              <a:gd name="adj" fmla="val 8000"/>
            </a:avLst>
          </a:prstGeom>
          <a:solidFill>
            <a:srgbClr val="FFFFFF"/>
          </a:solidFill>
          <a:ln w="12700">
            <a:solidFill>
              <a:srgbClr val="D9F0FF"/>
            </a:solidFill>
            <a:prstDash val="solid"/>
          </a:ln>
          <a:effectLst>
            <a:outerShdw blurRad="127000" dist="38100" dir="5400000" algn="bl" rotWithShape="0">
              <a:srgbClr val="7FA6D6">
                <a:alpha val="28000"/>
              </a:srgbClr>
            </a:outerShdw>
          </a:effectLst>
        </p:spPr>
      </p:sp>
      <p:sp>
        <p:nvSpPr>
          <p:cNvPr id="33" name="Icon circle Pension services"/>
          <p:cNvSpPr/>
          <p:nvPr/>
        </p:nvSpPr>
        <p:spPr>
          <a:xfrm>
            <a:off x="3904488" y="5266944"/>
            <a:ext cx="694944" cy="694944"/>
          </a:xfrm>
          <a:prstGeom prst="ellipse">
            <a:avLst/>
          </a:prstGeom>
          <a:solidFill>
            <a:srgbClr val="FFB21C"/>
          </a:solidFill>
          <a:ln w="12700">
            <a:solidFill>
              <a:srgbClr val="FFB21C"/>
            </a:solidFill>
            <a:prstDash val="solid"/>
          </a:ln>
        </p:spPr>
      </p:sp>
      <p:pic>
        <p:nvPicPr>
          <p:cNvPr id="34" name="Image 4" descr="Pension services icon"/>
          <p:cNvPicPr>
            <a:picLocks noChangeAspect="1"/>
          </p:cNvPicPr>
          <p:nvPr/>
        </p:nvPicPr>
        <p:blipFill>
          <a:blip r:embed="rId7"/>
          <a:stretch>
            <a:fillRect/>
          </a:stretch>
        </p:blipFill>
        <p:spPr>
          <a:xfrm>
            <a:off x="4078224" y="5440680"/>
            <a:ext cx="347472" cy="347472"/>
          </a:xfrm>
          <a:prstGeom prst="rect">
            <a:avLst/>
          </a:prstGeom>
        </p:spPr>
      </p:pic>
      <p:sp>
        <p:nvSpPr>
          <p:cNvPr id="35" name="Label Pension services"/>
          <p:cNvSpPr txBox="1"/>
          <p:nvPr/>
        </p:nvSpPr>
        <p:spPr>
          <a:xfrm>
            <a:off x="4727448" y="5157216"/>
            <a:ext cx="1920240" cy="914400"/>
          </a:xfrm>
          <a:prstGeom prst="rect">
            <a:avLst/>
          </a:prstGeom>
          <a:noFill/>
          <a:ln/>
        </p:spPr>
        <p:txBody>
          <a:bodyPr wrap="square" lIns="0" tIns="0" rIns="0" bIns="0" rtlCol="0" anchor="ctr"/>
          <a:lstStyle/>
          <a:p>
            <a:pPr marL="0" indent="0">
              <a:buNone/>
            </a:pPr>
            <a:r>
              <a:rPr lang="en-US" sz="1700" b="1" dirty="0">
                <a:solidFill>
                  <a:srgbClr val="062653"/>
                </a:solidFill>
                <a:latin typeface="Cambria" pitchFamily="34" charset="0"/>
                <a:ea typeface="Cambria" pitchFamily="34" charset="-122"/>
                <a:cs typeface="Cambria" pitchFamily="34" charset="-120"/>
              </a:rPr>
              <a:t>Pension services</a:t>
            </a:r>
            <a:endParaRPr lang="en-US" sz="1700" dirty="0"/>
          </a:p>
        </p:txBody>
      </p:sp>
      <p:sp>
        <p:nvSpPr>
          <p:cNvPr id="36" name="Objectives panel"/>
          <p:cNvSpPr/>
          <p:nvPr/>
        </p:nvSpPr>
        <p:spPr>
          <a:xfrm>
            <a:off x="7086600" y="1261872"/>
            <a:ext cx="4791456" cy="4910328"/>
          </a:xfrm>
          <a:prstGeom prst="roundRect">
            <a:avLst>
              <a:gd name="adj" fmla="val 3435"/>
            </a:avLst>
          </a:prstGeom>
          <a:solidFill>
            <a:srgbClr val="063063"/>
          </a:solidFill>
          <a:ln w="15875">
            <a:solidFill>
              <a:srgbClr val="0878E8"/>
            </a:solidFill>
            <a:prstDash val="solid"/>
          </a:ln>
          <a:effectLst>
            <a:outerShdw blurRad="127000" dist="38100" dir="5400000" algn="bl" rotWithShape="0">
              <a:srgbClr val="7FA6D6">
                <a:alpha val="28000"/>
              </a:srgbClr>
            </a:outerShdw>
          </a:effectLst>
        </p:spPr>
      </p:sp>
      <p:sp>
        <p:nvSpPr>
          <p:cNvPr id="37" name="Header tab Objectives"/>
          <p:cNvSpPr/>
          <p:nvPr/>
        </p:nvSpPr>
        <p:spPr>
          <a:xfrm>
            <a:off x="7086600" y="1261872"/>
            <a:ext cx="2377440" cy="548640"/>
          </a:xfrm>
          <a:prstGeom prst="roundRect">
            <a:avLst>
              <a:gd name="adj" fmla="val 16667"/>
            </a:avLst>
          </a:prstGeom>
          <a:solidFill>
            <a:srgbClr val="031B3D"/>
          </a:solidFill>
          <a:ln w="6350">
            <a:solidFill>
              <a:srgbClr val="031B3D"/>
            </a:solidFill>
            <a:prstDash val="solid"/>
          </a:ln>
        </p:spPr>
      </p:sp>
      <p:sp>
        <p:nvSpPr>
          <p:cNvPr id="38" name="Accent Objectives"/>
          <p:cNvSpPr/>
          <p:nvPr/>
        </p:nvSpPr>
        <p:spPr>
          <a:xfrm>
            <a:off x="7287768" y="1399032"/>
            <a:ext cx="45720" cy="274320"/>
          </a:xfrm>
          <a:prstGeom prst="rect">
            <a:avLst/>
          </a:prstGeom>
          <a:solidFill>
            <a:srgbClr val="FFB21C"/>
          </a:solidFill>
          <a:ln w="12700">
            <a:solidFill>
              <a:srgbClr val="FFB21C"/>
            </a:solidFill>
            <a:prstDash val="solid"/>
          </a:ln>
        </p:spPr>
      </p:sp>
      <p:sp>
        <p:nvSpPr>
          <p:cNvPr id="39" name="Header Objectives"/>
          <p:cNvSpPr txBox="1"/>
          <p:nvPr/>
        </p:nvSpPr>
        <p:spPr>
          <a:xfrm>
            <a:off x="7470648" y="1261872"/>
            <a:ext cx="1920240" cy="548640"/>
          </a:xfrm>
          <a:prstGeom prst="rect">
            <a:avLst/>
          </a:prstGeom>
          <a:noFill/>
          <a:ln/>
        </p:spPr>
        <p:txBody>
          <a:bodyPr wrap="square" lIns="0" tIns="0" rIns="0" bIns="0" rtlCol="0" anchor="ctr"/>
          <a:lstStyle/>
          <a:p>
            <a:pPr marL="0" indent="0">
              <a:buNone/>
            </a:pPr>
            <a:r>
              <a:rPr lang="en-US" sz="2400" b="1" dirty="0">
                <a:solidFill>
                  <a:srgbClr val="FFFFFF"/>
                </a:solidFill>
                <a:latin typeface="Cambria" pitchFamily="34" charset="0"/>
                <a:ea typeface="Cambria" pitchFamily="34" charset="-122"/>
                <a:cs typeface="Cambria" pitchFamily="34" charset="-120"/>
              </a:rPr>
              <a:t>Objectives</a:t>
            </a:r>
            <a:endParaRPr lang="en-US" sz="2400" dirty="0"/>
          </a:p>
        </p:txBody>
      </p:sp>
      <p:sp>
        <p:nvSpPr>
          <p:cNvPr id="40" name="Objective icon circle"/>
          <p:cNvSpPr/>
          <p:nvPr/>
        </p:nvSpPr>
        <p:spPr>
          <a:xfrm>
            <a:off x="7379208" y="2240280"/>
            <a:ext cx="731520" cy="731520"/>
          </a:xfrm>
          <a:prstGeom prst="ellipse">
            <a:avLst/>
          </a:prstGeom>
          <a:solidFill>
            <a:srgbClr val="8247E5"/>
          </a:solidFill>
          <a:ln w="12700">
            <a:solidFill>
              <a:srgbClr val="8247E5"/>
            </a:solidFill>
            <a:prstDash val="solid"/>
          </a:ln>
        </p:spPr>
      </p:sp>
      <p:pic>
        <p:nvPicPr>
          <p:cNvPr id="41" name="Image 5" descr="Objective icon"/>
          <p:cNvPicPr>
            <a:picLocks noChangeAspect="1"/>
          </p:cNvPicPr>
          <p:nvPr/>
        </p:nvPicPr>
        <p:blipFill>
          <a:blip r:embed="rId8"/>
          <a:stretch>
            <a:fillRect/>
          </a:stretch>
        </p:blipFill>
        <p:spPr>
          <a:xfrm>
            <a:off x="7562088" y="2423160"/>
            <a:ext cx="365760" cy="365760"/>
          </a:xfrm>
          <a:prstGeom prst="rect">
            <a:avLst/>
          </a:prstGeom>
        </p:spPr>
      </p:pic>
      <p:sp>
        <p:nvSpPr>
          <p:cNvPr id="42" name="Objective text"/>
          <p:cNvSpPr txBox="1"/>
          <p:nvPr/>
        </p:nvSpPr>
        <p:spPr>
          <a:xfrm>
            <a:off x="8321040" y="2057400"/>
            <a:ext cx="3291840" cy="1097280"/>
          </a:xfrm>
          <a:prstGeom prst="rect">
            <a:avLst/>
          </a:prstGeom>
          <a:noFill/>
          <a:ln/>
        </p:spPr>
        <p:txBody>
          <a:bodyPr wrap="square" lIns="0" tIns="0" rIns="0" bIns="0" rtlCol="0" anchor="ctr"/>
          <a:lstStyle/>
          <a:p>
            <a:pPr marL="0" indent="0">
              <a:buNone/>
            </a:pPr>
            <a:r>
              <a:rPr lang="en-US" sz="1700" dirty="0">
                <a:solidFill>
                  <a:srgbClr val="FFFFFF"/>
                </a:solidFill>
                <a:latin typeface="Cambria" pitchFamily="34" charset="0"/>
                <a:ea typeface="Cambria" pitchFamily="34" charset="-122"/>
                <a:cs typeface="Cambria" pitchFamily="34" charset="-120"/>
              </a:rPr>
              <a:t>It promotes access to bank accounts, credit, insurance and pension services.</a:t>
            </a:r>
            <a:endParaRPr lang="en-US" sz="1700" dirty="0"/>
          </a:p>
        </p:txBody>
      </p:sp>
      <p:sp>
        <p:nvSpPr>
          <p:cNvPr id="43" name="Objective icon circle"/>
          <p:cNvSpPr/>
          <p:nvPr/>
        </p:nvSpPr>
        <p:spPr>
          <a:xfrm>
            <a:off x="7379208" y="3611880"/>
            <a:ext cx="731520" cy="731520"/>
          </a:xfrm>
          <a:prstGeom prst="ellipse">
            <a:avLst/>
          </a:prstGeom>
          <a:solidFill>
            <a:srgbClr val="08C9A4"/>
          </a:solidFill>
          <a:ln w="12700">
            <a:solidFill>
              <a:srgbClr val="08C9A4"/>
            </a:solidFill>
            <a:prstDash val="solid"/>
          </a:ln>
        </p:spPr>
      </p:sp>
      <p:pic>
        <p:nvPicPr>
          <p:cNvPr id="44" name="Image 6" descr="Objective icon"/>
          <p:cNvPicPr>
            <a:picLocks noChangeAspect="1"/>
          </p:cNvPicPr>
          <p:nvPr/>
        </p:nvPicPr>
        <p:blipFill>
          <a:blip r:embed="rId7"/>
          <a:stretch>
            <a:fillRect/>
          </a:stretch>
        </p:blipFill>
        <p:spPr>
          <a:xfrm>
            <a:off x="7562088" y="3794760"/>
            <a:ext cx="365760" cy="365760"/>
          </a:xfrm>
          <a:prstGeom prst="rect">
            <a:avLst/>
          </a:prstGeom>
        </p:spPr>
      </p:pic>
      <p:sp>
        <p:nvSpPr>
          <p:cNvPr id="45" name="Objective text"/>
          <p:cNvSpPr txBox="1"/>
          <p:nvPr/>
        </p:nvSpPr>
        <p:spPr>
          <a:xfrm>
            <a:off x="8321040" y="3429000"/>
            <a:ext cx="3291840" cy="1097280"/>
          </a:xfrm>
          <a:prstGeom prst="rect">
            <a:avLst/>
          </a:prstGeom>
          <a:noFill/>
          <a:ln/>
        </p:spPr>
        <p:txBody>
          <a:bodyPr wrap="square" lIns="0" tIns="0" rIns="0" bIns="0" rtlCol="0" anchor="ctr"/>
          <a:lstStyle/>
          <a:p>
            <a:pPr marL="0" indent="0">
              <a:buNone/>
            </a:pPr>
            <a:r>
              <a:rPr lang="en-US" sz="1700" dirty="0">
                <a:solidFill>
                  <a:srgbClr val="FFFFFF"/>
                </a:solidFill>
                <a:latin typeface="Cambria" pitchFamily="34" charset="0"/>
                <a:ea typeface="Cambria" pitchFamily="34" charset="-122"/>
                <a:cs typeface="Cambria" pitchFamily="34" charset="-120"/>
              </a:rPr>
              <a:t>It encourages formal savings and reduces dependence on informal lenders.</a:t>
            </a:r>
            <a:endParaRPr lang="en-US" sz="1700" dirty="0"/>
          </a:p>
        </p:txBody>
      </p:sp>
      <p:sp>
        <p:nvSpPr>
          <p:cNvPr id="46" name="Objective icon circle"/>
          <p:cNvSpPr/>
          <p:nvPr/>
        </p:nvSpPr>
        <p:spPr>
          <a:xfrm>
            <a:off x="7379208" y="4983480"/>
            <a:ext cx="731520" cy="731520"/>
          </a:xfrm>
          <a:prstGeom prst="ellipse">
            <a:avLst/>
          </a:prstGeom>
          <a:solidFill>
            <a:srgbClr val="FFB21C"/>
          </a:solidFill>
          <a:ln w="12700">
            <a:solidFill>
              <a:srgbClr val="FFB21C"/>
            </a:solidFill>
            <a:prstDash val="solid"/>
          </a:ln>
        </p:spPr>
      </p:sp>
      <p:pic>
        <p:nvPicPr>
          <p:cNvPr id="47" name="Image 7" descr="Objective icon"/>
          <p:cNvPicPr>
            <a:picLocks noChangeAspect="1"/>
          </p:cNvPicPr>
          <p:nvPr/>
        </p:nvPicPr>
        <p:blipFill>
          <a:blip r:embed="rId9"/>
          <a:stretch>
            <a:fillRect/>
          </a:stretch>
        </p:blipFill>
        <p:spPr>
          <a:xfrm>
            <a:off x="7562088" y="5166360"/>
            <a:ext cx="365760" cy="365760"/>
          </a:xfrm>
          <a:prstGeom prst="rect">
            <a:avLst/>
          </a:prstGeom>
        </p:spPr>
      </p:pic>
      <p:sp>
        <p:nvSpPr>
          <p:cNvPr id="48" name="Objective text"/>
          <p:cNvSpPr txBox="1"/>
          <p:nvPr/>
        </p:nvSpPr>
        <p:spPr>
          <a:xfrm>
            <a:off x="8321040" y="4800600"/>
            <a:ext cx="3291840" cy="1097280"/>
          </a:xfrm>
          <a:prstGeom prst="rect">
            <a:avLst/>
          </a:prstGeom>
          <a:noFill/>
          <a:ln/>
        </p:spPr>
        <p:txBody>
          <a:bodyPr wrap="square" lIns="0" tIns="0" rIns="0" bIns="0" rtlCol="0" anchor="ctr"/>
          <a:lstStyle/>
          <a:p>
            <a:pPr marL="0" indent="0">
              <a:buNone/>
            </a:pPr>
            <a:r>
              <a:rPr lang="en-US" sz="1700" dirty="0">
                <a:solidFill>
                  <a:srgbClr val="FFFFFF"/>
                </a:solidFill>
                <a:latin typeface="Cambria" pitchFamily="34" charset="0"/>
                <a:ea typeface="Cambria" pitchFamily="34" charset="-122"/>
                <a:cs typeface="Cambria" pitchFamily="34" charset="-120"/>
              </a:rPr>
              <a:t>It supports equal economic opportunities and inclusive growth.</a:t>
            </a:r>
            <a:endParaRPr lang="en-US" sz="1700" dirty="0"/>
          </a:p>
        </p:txBody>
      </p:sp>
      <p:sp>
        <p:nvSpPr>
          <p:cNvPr id="49" name="Divider 1"/>
          <p:cNvSpPr/>
          <p:nvPr/>
        </p:nvSpPr>
        <p:spPr>
          <a:xfrm>
            <a:off x="7379208" y="3291840"/>
            <a:ext cx="4206240" cy="0"/>
          </a:xfrm>
          <a:prstGeom prst="line">
            <a:avLst/>
          </a:prstGeom>
          <a:noFill/>
          <a:ln w="12700">
            <a:solidFill>
              <a:srgbClr val="0878E8"/>
            </a:solidFill>
            <a:prstDash val="solid"/>
          </a:ln>
        </p:spPr>
      </p:sp>
      <p:sp>
        <p:nvSpPr>
          <p:cNvPr id="50" name="Divider 2"/>
          <p:cNvSpPr/>
          <p:nvPr/>
        </p:nvSpPr>
        <p:spPr>
          <a:xfrm>
            <a:off x="7379208" y="4663440"/>
            <a:ext cx="4206240" cy="0"/>
          </a:xfrm>
          <a:prstGeom prst="line">
            <a:avLst/>
          </a:prstGeom>
          <a:noFill/>
          <a:ln w="12700">
            <a:solidFill>
              <a:srgbClr val="0878E8"/>
            </a:solidFill>
            <a:prstDash val="solid"/>
          </a:ln>
        </p:spPr>
      </p:sp>
      <p:sp>
        <p:nvSpPr>
          <p:cNvPr id="51" name="Growth bar 1"/>
          <p:cNvSpPr/>
          <p:nvPr/>
        </p:nvSpPr>
        <p:spPr>
          <a:xfrm>
            <a:off x="11064240" y="6510528"/>
            <a:ext cx="201168" cy="146304"/>
          </a:xfrm>
          <a:prstGeom prst="rect">
            <a:avLst/>
          </a:prstGeom>
          <a:solidFill>
            <a:srgbClr val="70C7FF">
              <a:alpha val="45000"/>
            </a:srgbClr>
          </a:solidFill>
          <a:ln w="12700">
            <a:solidFill>
              <a:srgbClr val="70C7FF">
                <a:alpha val="0"/>
              </a:srgbClr>
            </a:solidFill>
            <a:prstDash val="solid"/>
          </a:ln>
        </p:spPr>
      </p:sp>
      <p:sp>
        <p:nvSpPr>
          <p:cNvPr id="52" name="Growth bar 2"/>
          <p:cNvSpPr/>
          <p:nvPr/>
        </p:nvSpPr>
        <p:spPr>
          <a:xfrm>
            <a:off x="11320272" y="6382512"/>
            <a:ext cx="201168" cy="274320"/>
          </a:xfrm>
          <a:prstGeom prst="rect">
            <a:avLst/>
          </a:prstGeom>
          <a:solidFill>
            <a:srgbClr val="70C7FF">
              <a:alpha val="45000"/>
            </a:srgbClr>
          </a:solidFill>
          <a:ln w="12700">
            <a:solidFill>
              <a:srgbClr val="70C7FF">
                <a:alpha val="0"/>
              </a:srgbClr>
            </a:solidFill>
            <a:prstDash val="solid"/>
          </a:ln>
        </p:spPr>
      </p:sp>
      <p:sp>
        <p:nvSpPr>
          <p:cNvPr id="53" name="Growth bar 3"/>
          <p:cNvSpPr/>
          <p:nvPr/>
        </p:nvSpPr>
        <p:spPr>
          <a:xfrm>
            <a:off x="11576304" y="6236208"/>
            <a:ext cx="201168" cy="420624"/>
          </a:xfrm>
          <a:prstGeom prst="rect">
            <a:avLst/>
          </a:prstGeom>
          <a:solidFill>
            <a:srgbClr val="70C7FF">
              <a:alpha val="45000"/>
            </a:srgbClr>
          </a:solidFill>
          <a:ln w="12700">
            <a:solidFill>
              <a:srgbClr val="70C7FF">
                <a:alpha val="0"/>
              </a:srgbClr>
            </a:solidFill>
            <a:prstDash val="solid"/>
          </a:ln>
        </p:spPr>
      </p:sp>
      <p:sp>
        <p:nvSpPr>
          <p:cNvPr id="54" name="Growth arrow"/>
          <p:cNvSpPr/>
          <p:nvPr/>
        </p:nvSpPr>
        <p:spPr>
          <a:xfrm flipV="1">
            <a:off x="11018520" y="6291072"/>
            <a:ext cx="777240" cy="274320"/>
          </a:xfrm>
          <a:prstGeom prst="line">
            <a:avLst/>
          </a:prstGeom>
          <a:noFill/>
          <a:ln w="31750">
            <a:solidFill>
              <a:srgbClr val="70C7FF">
                <a:alpha val="55000"/>
              </a:srgbClr>
            </a:solidFill>
            <a:prstDash val="solid"/>
            <a:tailEnd type="triangle"/>
          </a:ln>
        </p:spPr>
      </p:sp>
      <p:grpSp>
        <p:nvGrpSpPr>
          <p:cNvPr id="55" name="Graphic 2">
            <a:extLst>
              <a:ext uri="{FF2B5EF4-FFF2-40B4-BE49-F238E27FC236}">
                <a16:creationId xmlns:a16="http://schemas.microsoft.com/office/drawing/2014/main" id="{83222F39-FD3D-EFCD-7EBD-1F4834492263}"/>
              </a:ext>
            </a:extLst>
          </p:cNvPr>
          <p:cNvGrpSpPr/>
          <p:nvPr/>
        </p:nvGrpSpPr>
        <p:grpSpPr>
          <a:xfrm>
            <a:off x="-4826901" y="5651501"/>
            <a:ext cx="22278322" cy="1206501"/>
            <a:chOff x="-1701658" y="3997633"/>
            <a:chExt cx="14003150" cy="3533927"/>
          </a:xfrm>
          <a:noFill/>
          <a:effectLst>
            <a:outerShdw blurRad="635000" algn="ctr" rotWithShape="0">
              <a:schemeClr val="bg1"/>
            </a:outerShdw>
          </a:effectLst>
        </p:grpSpPr>
        <p:grpSp>
          <p:nvGrpSpPr>
            <p:cNvPr id="56" name="Graphic 2">
              <a:extLst>
                <a:ext uri="{FF2B5EF4-FFF2-40B4-BE49-F238E27FC236}">
                  <a16:creationId xmlns:a16="http://schemas.microsoft.com/office/drawing/2014/main" id="{7E31F79F-7626-6F63-91C6-063B428666CB}"/>
                </a:ext>
              </a:extLst>
            </p:cNvPr>
            <p:cNvGrpSpPr/>
            <p:nvPr/>
          </p:nvGrpSpPr>
          <p:grpSpPr>
            <a:xfrm>
              <a:off x="-1701658" y="3997633"/>
              <a:ext cx="14003150" cy="3531261"/>
              <a:chOff x="-1701658" y="3997633"/>
              <a:chExt cx="14003150" cy="3531261"/>
            </a:xfrm>
            <a:grpFill/>
          </p:grpSpPr>
          <p:sp>
            <p:nvSpPr>
              <p:cNvPr id="970" name="Freeform: Shape 969">
                <a:extLst>
                  <a:ext uri="{FF2B5EF4-FFF2-40B4-BE49-F238E27FC236}">
                    <a16:creationId xmlns:a16="http://schemas.microsoft.com/office/drawing/2014/main" id="{1DDF0518-986D-23D9-FAFD-6D12E74E97B3}"/>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AEDE56DD-4D3F-F4E8-B82B-45D8567F6158}"/>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B34177DD-BEB5-4D3F-5AF2-7ADEBFCE9B46}"/>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061C2FC7-7307-FAB2-F6B0-ADB42B58D831}"/>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0FD08F29-268E-C33A-512F-DFB9A96B831D}"/>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27EA6383-89CF-E949-6227-318EFFDBE1AF}"/>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58DB820B-801B-2B43-5FEA-439BB3840611}"/>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CB2D330A-43E8-A4BE-C186-C0962BAF3313}"/>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542A1173-98A9-440B-2529-B529A5EA6F41}"/>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EF4046DC-4858-F782-0745-DF656A675F84}"/>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1D0EE698-1D5C-CF30-E479-953F2F141481}"/>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47D28011-AC45-1AE2-CF84-A17FE11356D1}"/>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46A358CE-268A-9EDF-8628-981B6570E315}"/>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75C951F7-6F07-C707-E81E-2F1E39E3EE8B}"/>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886F7304-D385-4109-3CE0-415476457933}"/>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F3B4353C-526E-DBA4-C4EB-D528FEEA696D}"/>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BAC985FB-8916-4493-5ED9-4E20C331EAD9}"/>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8A6E3DA0-DA57-A03D-11FC-D22CC670C693}"/>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A81B0242-839A-D69E-2967-826E6CD0D672}"/>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5F878A56-05CD-300E-23B2-1EC7B3A8A35F}"/>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520A00E5-4086-BAF6-B18A-02AC1C1C8B1F}"/>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7691CCBD-CA35-1E98-DCFB-A2D347B2897F}"/>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AE707117-8D43-2262-99D6-CDF81F26539E}"/>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4114AA6E-E6E1-4C93-EC83-7B117B33B5A9}"/>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12ACBFAC-3F7E-9744-5F1F-5996E4159AD9}"/>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828AB047-DDEF-E7DB-37B0-0C1DCEEDDC89}"/>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D6659F38-42D2-6656-37D1-F4B2D7D5F70A}"/>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EB7703D5-1E3F-4BCC-15B9-C076EC7EFECE}"/>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501D1013-F582-FC15-8B10-CC73D7FCF7C2}"/>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1FCC283A-5B79-ECBF-E20C-3402BE54160F}"/>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B5F94DD9-17C1-BE78-D9F3-FA50ED2F0DB4}"/>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C1151D66-8BF0-312C-3293-4DE1CD487F98}"/>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620AD901-56A1-DAAC-75D6-29627F41A399}"/>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1DD871D4-E1E9-9118-08C1-25117CFD9AB6}"/>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724F5C48-595E-BB98-FFA6-72EC13F25C2B}"/>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8F34E4EE-8982-17BD-86F4-E94572D372EB}"/>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021D3B1A-43E6-69F1-EF1F-F0680BF29538}"/>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2657D4A4-56AC-74E7-36A9-EB6CC20EDB8B}"/>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71B7BF1A-6DBE-D027-6A7A-ADA873019DD6}"/>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12B8EC31-CC4C-6914-780C-DA685ACBBED5}"/>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19A7B7E9-014A-629E-06ED-18534BD80282}"/>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AB726926-5213-C139-00E9-889A562695ED}"/>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E9C1CB2F-3DFF-001B-58A9-91D151A19C83}"/>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CCD5CECF-ABF7-E497-42C9-54C461EA1541}"/>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A56AB2F1-C192-C406-D5B0-F06AB7DDC8B5}"/>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232CB3CA-E534-F0BF-51F5-8375178899AB}"/>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F9889A85-9C11-76EF-EC66-D184B8D4F1EB}"/>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035AA57D-11EA-1C71-A8E6-F98149D8F52B}"/>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118C0056-F128-87CE-07E5-4AB463C73988}"/>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E27B690D-3C80-B2A5-B9D7-FE551F3DBFA6}"/>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EBE99A88-E469-C3E9-D4B8-0751AF928265}"/>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C19F4122-86EF-FC48-2572-A09104A1F74F}"/>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9AB61A03-7BCE-9637-3EBB-8F9AD73435B5}"/>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99DEAC00-311C-F69A-77F6-E599FA75C88E}"/>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9999484D-41CF-B8F7-E672-743AE63512B1}"/>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3AACB272-76FE-097B-499C-6377D03E19B6}"/>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A440B045-9953-417F-90E1-1BE5258449C6}"/>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165068EB-37A8-306C-5963-8A98BE655901}"/>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8" name="Freeform: Shape 1027">
                <a:extLst>
                  <a:ext uri="{FF2B5EF4-FFF2-40B4-BE49-F238E27FC236}">
                    <a16:creationId xmlns:a16="http://schemas.microsoft.com/office/drawing/2014/main" id="{5B0B6BE1-3AB5-B770-7787-E037253F46A7}"/>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9" name="Freeform: Shape 1028">
                <a:extLst>
                  <a:ext uri="{FF2B5EF4-FFF2-40B4-BE49-F238E27FC236}">
                    <a16:creationId xmlns:a16="http://schemas.microsoft.com/office/drawing/2014/main" id="{6BD3C09C-DECA-0019-D01D-06B05A3FF776}"/>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0" name="Freeform: Shape 1029">
                <a:extLst>
                  <a:ext uri="{FF2B5EF4-FFF2-40B4-BE49-F238E27FC236}">
                    <a16:creationId xmlns:a16="http://schemas.microsoft.com/office/drawing/2014/main" id="{CFF7B1D4-60C1-B408-37DD-91F24C08B4C8}"/>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57" name="Graphic 2">
              <a:extLst>
                <a:ext uri="{FF2B5EF4-FFF2-40B4-BE49-F238E27FC236}">
                  <a16:creationId xmlns:a16="http://schemas.microsoft.com/office/drawing/2014/main" id="{7F3F6964-BCDF-3478-C15A-820CEEAB05BA}"/>
                </a:ext>
              </a:extLst>
            </p:cNvPr>
            <p:cNvGrpSpPr/>
            <p:nvPr/>
          </p:nvGrpSpPr>
          <p:grpSpPr>
            <a:xfrm>
              <a:off x="-1350054" y="4031449"/>
              <a:ext cx="13299963" cy="3500111"/>
              <a:chOff x="-1350054" y="4031449"/>
              <a:chExt cx="13299963" cy="3500111"/>
            </a:xfrm>
            <a:grpFill/>
          </p:grpSpPr>
          <p:sp>
            <p:nvSpPr>
              <p:cNvPr id="58" name="Freeform: Shape 57">
                <a:extLst>
                  <a:ext uri="{FF2B5EF4-FFF2-40B4-BE49-F238E27FC236}">
                    <a16:creationId xmlns:a16="http://schemas.microsoft.com/office/drawing/2014/main" id="{685DC357-D95C-3848-07DD-B77E05E8A03A}"/>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554AEB7D-F67C-E5FC-8654-44324D397634}"/>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69125C09-6375-3AA3-E909-22C450004430}"/>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51928D6B-EC04-20E0-F3C8-214504368B2E}"/>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82A1E913-3B91-66C5-B34B-14F3CABD302F}"/>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3E5BD1FE-2F7A-A9D2-02AF-5DB53D7A68D6}"/>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77EF2AC5-E8A2-FDC6-50EE-BDF563A1A176}"/>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43855B92-DA1F-0859-1974-E5D0A8939B39}"/>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8EB60119-3B6C-E558-D809-A945E90DFC22}"/>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9B7D4668-F06B-762E-A6E3-086D15E71221}"/>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9CC3B7A3-A335-F106-E5B4-E69EA5129B32}"/>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4F6FF481-DACB-D5F0-5B7B-C31E9FEC1CD8}"/>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86489D1F-CD9E-A259-D9A5-F9FB2A20265B}"/>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9BC557C4-A5A9-66E0-1ECF-B550FF184F96}"/>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54480B0C-84B1-2669-8488-488FFB78406B}"/>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F350C7BA-6699-B189-849F-F024AA5BCA2F}"/>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70989698-EB02-1537-79C2-ED61B70DCE8B}"/>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B9BC335A-858D-5BED-66EB-A455295E79FD}"/>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25B20AE4-C56B-839E-8696-A2393425634C}"/>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561604E3-F628-7A22-E3E9-04A34DA248CA}"/>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CC309798-5723-88E6-2A30-129527A0ED96}"/>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3A57F13A-1A10-B390-D86A-B1FF5AB2FCC4}"/>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46279370-5CC6-1BE0-6323-287C7824D45D}"/>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DEF752F6-D8CC-F618-2FB1-5EF2E14454DA}"/>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6A63AEC7-DE7F-6EEE-7A3F-19026BA70CED}"/>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0A404B38-EAD6-CF9C-29E1-E66FD32CE5F6}"/>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5859454F-812F-28CC-DCBA-D8DCE87F199E}"/>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4714759C-0E8B-85CC-5CCE-F466FAC6F50E}"/>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A5E7A8ED-61E1-7C55-13BB-16CCF78671B1}"/>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AC9C82CA-EDC2-82B3-7D68-6B6E526BFF30}"/>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134AC11B-4B59-C63E-1421-D24CB04BA068}"/>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84FFAF16-CCFC-C20A-BB2F-137522ED5F63}"/>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92686679-C78E-D845-E300-9E7F829E60C5}"/>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83CAC31B-915F-A402-4931-78460FAA2172}"/>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0CBFBFD3-962D-307D-ECBC-B920A49B38AC}"/>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9F74844B-B244-475D-EA21-ADE15861AE95}"/>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6E451859-7676-2CD9-7FF9-55E5DB414457}"/>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2E531D83-0433-2FD3-40D9-5EBD4F38D11E}"/>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F652CC02-FF87-264E-302B-F9FAE91B60BD}"/>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13F1DF83-742C-FC4E-54C1-7C2ADFE295AB}"/>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AFE893A0-F237-FB06-4569-AFD16A910619}"/>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48D4176A-0808-51B4-3893-9E31F8E2CE60}"/>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7DB91C7E-0B46-28A8-494C-C2A4ADA74740}"/>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15D7ED38-A58A-48B3-0472-C35FE39AE420}"/>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683CF517-A67B-856D-6F39-7807144521F7}"/>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76746486-6BDB-3179-A754-D7423435DBC9}"/>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CC9C1D9E-AADE-BFAC-B53D-953B71DAD1DF}"/>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4B5B5943-F9EA-8494-AA88-1DD6B2082ED5}"/>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4B14C205-52BB-8144-9D71-F8B01A91B591}"/>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B5151CDF-0C78-4306-7289-F2DC97598467}"/>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0764D344-7F39-2162-22D5-D4036CB779F3}"/>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8041373A-63BA-8A69-691C-1843FCDE29F8}"/>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1FAE9086-865F-C6E6-EF26-E1ED6EB005E2}"/>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E13E4721-153D-A6E0-59ED-EC52C6E37CC8}"/>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6E8D2C48-F19C-CED4-512A-939B84C5A3D3}"/>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5458979F-C470-7AC9-4FD7-BFE2E09B9A63}"/>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A86F2F39-19C1-BAC0-B73A-974710B49F8E}"/>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FB7348E6-C9B3-5E9C-4467-0C5322DDCBF9}"/>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4D01B83E-0579-081A-3C0B-CFE741F7F8F5}"/>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A0BBD784-15FB-069B-2917-4D19DE6C05FE}"/>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56E9651E-E94E-F65E-C9B6-AB118EB01731}"/>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B1089CD4-352C-2B48-F06E-5986F7746BD1}"/>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3A5E6D41-BFE7-BD5B-AC6F-AD7EF4C14494}"/>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AD53482E-C14B-7981-41FD-495AD0AF69DF}"/>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AD0E8CC0-AC09-6F12-2429-840E189103CB}"/>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177B099A-36A6-E37D-4560-45BD966D99D9}"/>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5EE2CBFD-461D-7FF7-CA8E-8E9530154350}"/>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CAB01A25-6F63-9901-82E1-B0856CDD690A}"/>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7DE34908-F145-D101-138A-F3EE087B1D8F}"/>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EC45EA18-F2BC-D174-28BE-63A5E49D798E}"/>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8B49389D-7D7D-9772-263D-9E75C86BD159}"/>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F082B900-198D-DE0E-2E53-1A8348AACFA9}"/>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16CF0B6A-E5FA-1618-D481-86F3206CBA67}"/>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534A80E3-9D80-CF92-7F6D-4C4A3BF72567}"/>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F5176210-6310-FD43-29DB-4B9673F269A8}"/>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7437C699-1B70-6D77-6ABC-DBF74DF9E198}"/>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32CC7DD3-BD9E-B0C0-F512-786BA08853C9}"/>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0C54E892-F158-CDBC-833F-4778C91677F1}"/>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71D6C25B-FB21-F489-EC5F-FC901297907D}"/>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328D8FE4-9D22-6AE1-5E59-413EEED1C002}"/>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C3690BDC-DB74-BA00-17F9-33330B60E842}"/>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C2B548DE-F7E4-5E31-CA38-7B51AD5CAEE1}"/>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624B01A3-3EAF-8D36-A122-977CABA05AD6}"/>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0EF5EA99-A5E9-279D-F845-5BC98C89C612}"/>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250D7BFC-812E-709A-5EAF-1942BEFCB76F}"/>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73A287FD-7239-BC7B-75E9-F35CF823D19D}"/>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E995BDAC-6AE1-EDEE-3372-5EDC242DABEB}"/>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951269CE-2F83-200B-D744-F499AB24C2F4}"/>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C85E848D-C13F-4872-9AB0-09FBD8D602FB}"/>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420FC485-367C-7FCC-B754-68CA6D3DE820}"/>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225C8A56-A880-EB99-0FAE-6FCBDB465D71}"/>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621548B8-A207-5F7C-E89B-AB5CAF559488}"/>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C71FAC99-EB70-65DA-48D3-5279BA0C7963}"/>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BDA0AFAA-AA56-F6B9-83F9-6DCBA34A4B1C}"/>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E3561CA4-1D92-48DD-8917-FE16ABB86C32}"/>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A216674D-B976-0C8A-43FB-6963FF8F1293}"/>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C054DBE6-F845-8D3E-6194-33BCA7322858}"/>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C4A7866E-2589-2D0D-A17D-E19B4C6FC19B}"/>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8638C11A-415A-6CB0-1BCC-7014BE9EB21E}"/>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ACB93CF9-0EC1-9AA6-4D98-D77BB38269BE}"/>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D1FA8CA8-1247-6C5B-82C8-E50FA4C19877}"/>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608CC6A9-1FFC-D3AA-C8D3-11AA397D01CE}"/>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7BA9C898-86D9-6E65-29F8-7FA129AEB2EA}"/>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90710D49-9B16-5BE5-AF19-81D668C315DB}"/>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CDC6D7AF-7FAA-3D06-B5A6-668EA5D5434A}"/>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B6EAB94A-9A4D-4BD7-D30E-63B971435999}"/>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A37DA845-5436-7EA6-FEA0-5356A2C83CF3}"/>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02D84DC6-373B-CD32-D0E4-1DDDCA44E11A}"/>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745616EB-45B6-DE26-E586-B69DC63B52A1}"/>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F9324FF9-C96D-46CC-FF10-C2D4E3051787}"/>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8BAAF532-76F8-6D3D-6F8F-506313FF116C}"/>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EF523C3C-5D34-BA02-F00C-EC83A4179332}"/>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FA1BC8B9-9DB5-5B14-E44F-0EE76B9D66DF}"/>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1CAC36C9-F43A-ECE9-46B6-F62124D68FAE}"/>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4FD61926-3800-6FFB-0F2A-F9AE153D5F88}"/>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F9612BBE-8B49-9CEC-0F8C-5996AC08FB98}"/>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05E81538-09A9-F220-8B20-DEF45512AEDF}"/>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75C13F70-B231-0A73-0D9D-FFC67E9058D3}"/>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652C3C23-5F52-4504-CCE2-C08BA9BADCD7}"/>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7E6221F2-96AD-9374-1A75-6096EFD6854D}"/>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2AE7EDBB-F011-BC20-BC16-2EDA33976112}"/>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1A6E2B25-CB18-1F6D-F876-CC4FFBE1B529}"/>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CEA134F1-374C-58D1-305E-A6E6DFBBF4CD}"/>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A6188B19-C7A2-897B-9762-9456CE621E5B}"/>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EC1CBBC1-5D8D-6FB3-B188-59001DF6F404}"/>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DBF4892A-DB92-AFB0-E72A-0F079118DD68}"/>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2635D400-0FE5-7C8F-1CC3-F1580CC2B149}"/>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B227B943-FBCC-3450-6C58-B5CE5A861757}"/>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443E85ED-F8E1-E005-7FCA-A341820F3160}"/>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6C36748A-C235-229D-AAC3-C253E0244ACF}"/>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AC0B62DE-0F0D-8366-4B8C-770CD8BC38CA}"/>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76A0248B-4AA5-598A-E553-9ECA59A70212}"/>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3BC5E27E-D187-699C-79CA-8102F93AAB46}"/>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9038ABAA-7D22-4B6A-0CF5-2B2653F4E6CE}"/>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92833121-E226-7A6D-862A-8432E1C63B0C}"/>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420DEA27-C3D9-974D-B394-2234F87C4E15}"/>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51E1D977-DC68-597A-7245-092BE49BF991}"/>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27C963FC-8DD4-8729-84EC-9E41C0F0BF4D}"/>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F8380353-F5E7-5165-EB90-C2A739753359}"/>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155B664A-1DB6-628F-816E-577D54A12351}"/>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718B32F7-B9F4-883D-0E7E-F97B9967F4A1}"/>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31C0247A-E130-C9D9-7ED6-4142E836DDED}"/>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B45F18B7-7DA4-910B-D684-DA7CFEFB3D64}"/>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76C98AED-EBED-0D2E-0551-86EBB1F13288}"/>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3D9E8EBE-05F9-B2BE-9FBE-ABD73D44EFE8}"/>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B5F84C24-8E6E-8282-37CB-3C959D631134}"/>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8678112D-AFE8-CCEB-9231-308981ACE3C6}"/>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E77E1F6E-82B5-1292-2ED4-CA5CC6E0773D}"/>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0A0289B0-BD87-0AE6-FE3F-C104276D8463}"/>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679E8CE9-FC0B-C794-A1A8-2965A31513A1}"/>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81381268-3886-A03F-6E97-FCB3F1A200AB}"/>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4F17FD92-E063-9D07-BCBD-C0F3294538B0}"/>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C61BA158-B650-6616-EB7D-9568D977767D}"/>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26BB96F6-A08F-9D22-20D2-01B27C2C23A3}"/>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A4F49387-7FB4-6DB3-21FF-C07BC061C6A4}"/>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540B1F64-D4A4-9E2A-1C92-FD0C8AA68156}"/>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147AF5D2-3A05-2CE2-DC59-1B441017FD62}"/>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82BEA91F-34A8-3538-05DA-4DEBFA047358}"/>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B58B414C-D090-F7DA-91AE-9296F781A7B4}"/>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AE2B699D-700D-5E49-0FAC-956A3A7E94E8}"/>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ECCEC2B9-5CDD-A297-F606-D8AAEA027FA9}"/>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AE6E975F-168F-31DA-B1F0-859088220789}"/>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D1453928-BA4D-ACDC-FDA8-EFE7C6C63951}"/>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35D1766D-7CBA-38C9-CE07-4C643B09611F}"/>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7F5F975C-6CA4-73F8-9615-81131DB14335}"/>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56AECA27-F091-5B40-BEF8-A5A1A6F3E980}"/>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8934882C-2223-8AEB-E4DF-DC903637BE43}"/>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A52302DF-2AC8-AA49-36C4-F976869475F8}"/>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FB74BB60-1AEC-04AF-BE2F-FA0A78D663A3}"/>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BCD82DA7-32E4-21AF-2589-14437D183058}"/>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66AB4DDC-6A07-C49E-DFAB-53270F5766E1}"/>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01A543AB-35D7-5EB9-EB0C-407EF2700467}"/>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BE35BF35-5245-B1A0-AD61-9F20D1F25B49}"/>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5414B7C0-6905-CFFF-B366-2B307C5BAFC3}"/>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F65D36B1-8554-72A5-345B-2DDA947D7706}"/>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82AC2638-A5CE-8417-2631-BC886BE22803}"/>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3A224BC9-95E9-A950-4CC2-2DA6E9F18B9D}"/>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CE03156E-CEB6-51CB-E2C8-16AE5F3DCBA1}"/>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267E7D24-133A-D684-2F87-399C70C8B6FF}"/>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A8700AD5-C314-6E8F-15AD-218D4FDE8C4B}"/>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E45F3F42-B031-42F0-90C8-3CBA251C33A2}"/>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573CF53E-81CF-5AE2-2995-20C213619887}"/>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BA4A0A0E-0160-1C51-5056-9C669EB27E9C}"/>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7C22D9B1-E9E7-6BA5-9153-E46E5E9F9FA2}"/>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9187B4DA-B1C5-AE1A-8BD8-7E09A0A757C2}"/>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49079F9A-27A0-EABB-C8CB-2643DC78EE58}"/>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10EE7B01-5C9B-9B79-B4A6-E48D5BF66A16}"/>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867F97F4-EE66-9C27-8926-3B2BE598EED8}"/>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5A784303-652D-47A6-0316-26DA5B7D5D75}"/>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E32426AD-441B-6391-B609-D7B76142A0D2}"/>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1D4BE522-BBD8-AD87-F58F-BEEB2B7E1BD4}"/>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E6973C0A-0B8E-BBC1-A63F-A294EBED24C0}"/>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1EBBA431-C85D-87F2-3C9C-80DFFA329D85}"/>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B741566A-8B23-30C9-AB88-78208426578B}"/>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8D354CC7-2C40-E8A2-D9C9-384EC850BAA4}"/>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D125228D-4117-C308-D27C-5678A4D90C52}"/>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416DC2BD-79A5-4449-8FDC-21352BCAED1C}"/>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9775EBD4-F676-2CCE-1148-D9181AE31BB4}"/>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68C66726-9587-1CCA-A193-39B609D8DFBB}"/>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9EFCC863-EBB5-5754-C000-FB1367B5FC10}"/>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84DE4212-D136-3742-4C9C-6EAF56582E20}"/>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A762DAA9-0C3B-F2CB-D5A4-6366AD3BE485}"/>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D70F06FB-6754-9BA4-1067-26B5B1CB466F}"/>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55E743C5-6A31-CB3D-A1AE-733DF69D0EE9}"/>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D4644AEF-131F-7B24-5FD2-635EDC442E00}"/>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9057F449-B327-8C16-A97E-58FC7FA5615C}"/>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8C052B1A-0BF1-9F37-763A-041559A83E74}"/>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E39B4D0C-2E5D-B933-9CBE-2FD15ED56472}"/>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2896972D-29CF-4C87-9CC0-CE4C4CC9B671}"/>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E08D2812-A8B6-A330-1B06-ABA77441D367}"/>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FF4F2BD1-8E0C-6162-02A2-C5B17741E6EE}"/>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E8115A22-A1DA-D334-1014-C97E7CB34739}"/>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A66019E9-2748-CA01-95FD-A751A446077A}"/>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7E607BF9-5CEC-F43F-93A8-4E58CD62C28D}"/>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5B3DAC13-1BEA-0885-875E-2D408D966108}"/>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3D701231-2867-7736-B1E0-16E00A59CFEF}"/>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1D9397E6-8A68-FF39-A83F-2AA82EED8CB9}"/>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A9EED659-559C-8049-6324-6AA4418B9655}"/>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BC516939-314D-929C-5018-BA3623D08274}"/>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90DFE128-4F18-2E1A-252C-B87CF6CB3796}"/>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67F46FB8-ED6A-63A6-AB18-9389F2188411}"/>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57A6F478-C2F2-2B3C-8659-9760083B6BCC}"/>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FDD3870E-0AAE-C738-BC45-E9B0B1AD41FA}"/>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5417EE9A-6B34-B3B2-2FC9-5D7F403C74B3}"/>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5D5C60BC-C278-505E-AF68-87D62449C967}"/>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964A8AB0-FBBC-E277-B679-AAF328E521A9}"/>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84BA1A57-2308-9C47-99BD-09B0A449F1EF}"/>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146935F7-F3D7-44AE-E213-4344591DEE48}"/>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E4983E8B-8E16-2190-F08E-3018C0AEA608}"/>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3F40CF54-91C5-3AB8-440E-396C55260049}"/>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DF786602-5A6A-3CFF-8CAB-E2A61F0E1840}"/>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1829135D-A783-0624-136C-E5D39DD9E334}"/>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E610704D-CE13-41C2-18FF-F0FEED42EB81}"/>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4A193E41-3EA0-BF0E-9545-98C281D7634E}"/>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DAB3AC03-AC69-F1C5-1AE6-7F506CEFED9C}"/>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DF9C3C38-5548-A37B-F15A-6DB8F52C1E04}"/>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C777E23B-2018-9D3E-A1BB-BD87D6422D45}"/>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62C8143D-64A3-A7B5-62D3-77A2D8BEBFBE}"/>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F4B8F2D8-A80F-FAC2-0525-63E67E3C3A22}"/>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E7E5FD65-DEE6-40B7-AF3C-655FEC551B85}"/>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3D7D6ED1-7045-AD8F-5C45-9AB9B17D3888}"/>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67960A2A-780D-065E-AECE-986B14AEC55B}"/>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DEE58ECE-431C-31E2-C6D7-549CE3EAFF74}"/>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3B0C8F79-0445-7A34-F5DA-A0B2308D40A5}"/>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37A85A5C-B044-21F9-65E9-27AF1912384B}"/>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2A58BC3B-7298-8333-4B85-C05E2FD5C23C}"/>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EB58DACA-98F9-C0D9-31EB-C4E899A7FABD}"/>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EF371551-32D2-DA85-BFDB-E921AFB73D8B}"/>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22638A03-925B-11A4-6B9D-AB7753BF5D0E}"/>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CC223D34-1D93-274C-2230-6EE39C0A73B0}"/>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0B81FDF2-39FF-A358-47DA-DA6431855D39}"/>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77DC98AE-4E23-7631-1C55-CB44EC84A30E}"/>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76EC876B-5D73-4618-ABC8-EC8089A959B1}"/>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AE95C770-CBD9-09E4-926D-E21DBBAEC355}"/>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FF9FB840-714D-6F01-35F6-F0197EE6B540}"/>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9C297DD3-527F-8C79-690A-9FE38579153E}"/>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842E75BC-E3EE-4FAA-71D8-DCA804B981DD}"/>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2E576BA6-C9EA-6DF0-ACB8-1A7A25B39EC9}"/>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7C86C14C-6F5F-81C9-26C8-C13F36C08DB2}"/>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35488E7E-6C58-05F5-D5C5-FF64FA6E1BA3}"/>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26E40AB6-5341-1EB2-27CC-34F95678A7A1}"/>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73B7533E-C7A1-493D-291D-8A21548D0014}"/>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33D2F69A-5884-A450-78D2-B9A5A4338769}"/>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77361ED0-79E5-3391-A895-B1189588FD65}"/>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5006A1B2-7CE3-C25A-083E-9DC524C0A574}"/>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E5FC1504-5DF5-2CFB-32D2-B91123C2167D}"/>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9DD037D4-E4F7-F21E-2201-11634D79DB70}"/>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86CB088E-E12B-EAFC-C740-67E363B02609}"/>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58ABCB17-0FE8-16DC-CE7E-6546EB310BA5}"/>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9C72BDC1-FBAF-F4AD-81A7-EDFEB820B4D9}"/>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6848BD5E-160D-7D76-5417-D43586095039}"/>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52BC9650-3F09-49E4-A9F5-A065EE653562}"/>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EF810CAD-DD46-2E50-B817-FFFD43D4AECB}"/>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8E08DD56-9523-E979-218C-03C02D78F636}"/>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C591DAE1-91A6-1958-C12F-83918A58C785}"/>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9BD012A5-1288-D63F-3EFB-D12D37D7EDB5}"/>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8E8D0F1A-36BB-6394-BE4A-73DE409C9D5C}"/>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66564C68-A08E-4196-486E-CFF7443BD093}"/>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8F0A4CE4-0E09-FB5E-5B3D-0381BE96FAC1}"/>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EF48BCBA-5E3A-5356-1219-8CA6C77AACA2}"/>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43F07214-CE7C-99D0-7F68-589F1E0B7A85}"/>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FADD913F-C281-7AF9-1858-74D943AEF63E}"/>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A407065F-050B-1265-B24D-225BFB9CD5CC}"/>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A58E2730-9B2F-3CF9-D255-7AC3D071EA4E}"/>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016AC65B-6F3D-4064-C196-9A9B70B74B4D}"/>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8E269264-763D-F189-9E48-0E561EF71FB3}"/>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EB5B21F8-CF14-9212-9E80-0FA6F9FA4057}"/>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0F067AA8-4438-45A4-9BDF-3154FE7C09C9}"/>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AA531F15-059F-5A32-BD02-F052826E2B5A}"/>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07A2ABEF-BDE0-B0B9-51F6-ACD76CE004F2}"/>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3D246DD8-0A72-EF12-04C8-0A5AE8B7B8D2}"/>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EFA66B3C-7801-E3EB-6166-FF5FDA6AD6C4}"/>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BB90DBF3-4E17-0DB4-C95A-72880230653F}"/>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694F56F7-D700-7480-8FC3-520677557328}"/>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D4847AF8-971D-FAA3-AFE6-DC90891B246E}"/>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DD965BCF-0F7F-5F42-03ED-FD95DFA0E917}"/>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195E5A6B-6B43-7246-FDD3-5973B2A9206A}"/>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4D70CBCD-B83F-88CE-8B11-D0CD82E64A5B}"/>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75978F09-1DD6-4F4C-A9F9-E98F88537BD4}"/>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F6E5DD8A-2CEB-B856-A73C-D8DB45A87550}"/>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E578D1C8-2D5A-5584-2A6B-C32A717A0002}"/>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7DC9B5B2-FA08-1F97-CD83-8A93CD9A5060}"/>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DD78C523-A0A6-2707-7BCC-BFF0847A5325}"/>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62C6C153-5D5B-A629-CB45-3A1F8246B5FE}"/>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537E7A75-9A05-D265-A240-75E691E92959}"/>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79390CD7-4F88-7B19-7438-B733405B31E0}"/>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CC821609-F2A7-93B6-E79A-946CA8CB438C}"/>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5082A512-A4FE-5648-BD0A-D9F53E8599C2}"/>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2EBF4FEF-6806-DB8F-5EB7-8496F03AC5A0}"/>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DD09BC82-44B9-80DB-5B82-636A5FECA596}"/>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6CD6EDF8-BC9B-1FFC-AF4D-558A45870C99}"/>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87A171B4-ABBD-2891-148F-F69AB8EA27B7}"/>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75300BB3-690E-EF97-64E3-E574C66326A8}"/>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E4C730E4-A6A6-3627-BEAE-B71AB899952C}"/>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BACC0D0E-451D-8D4F-4751-076E867B8204}"/>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5ABEDCDB-662E-1305-3E33-B8EAAE2EF7B7}"/>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D195726B-AC07-D691-F824-C280565517D6}"/>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EB2611D4-0935-8097-DD4A-F60E6515B610}"/>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78C7E14E-7C75-7C1C-D8F3-ED6067C55570}"/>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5C1ECFB2-1988-B0E5-CF2D-690C4972E752}"/>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3B761A96-1C3F-CD0E-7AE9-8027A8B71A21}"/>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9B417E57-C5F1-BCDD-280E-F3B8CFB1B7A6}"/>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41524366-C719-69CF-08F5-70741A7E22C0}"/>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C97847FF-0C93-3DDF-CC00-DF886F941752}"/>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F8606109-5CE4-4B98-AE22-F998E297D828}"/>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1DFC51ED-28EC-4717-A99E-1299787EB516}"/>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A7FA256E-9AC9-815A-920A-081C420FE97C}"/>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345A62FB-F606-2848-A4EF-D4A50E3420D2}"/>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22170182-0221-33F4-C828-DAF3CEF693D6}"/>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D1506533-7A92-95B4-825E-88BD0E24931A}"/>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6470B94C-EC55-FCDB-6DC8-7C651E22F11E}"/>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9FF0C5A1-1BFC-BF0D-E58E-5572060C64D0}"/>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D725D05B-097A-7589-FAA2-07B29A6A13CE}"/>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617062AC-8DFF-0901-0613-2DAA93B02BDA}"/>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14A41256-2C84-F248-E6D1-5F90EF7018D4}"/>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A203B1C0-35D1-D397-2FBB-5C4037F22767}"/>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71B6D3F4-97E4-2B27-F76F-BDFA6A946876}"/>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7EA85DE3-DA78-8CEB-51FA-8E64E4038AE0}"/>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694F138F-328A-E7D2-F694-66AE06A2EBF6}"/>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7C3ABAA5-6436-15E3-9497-BDD3FC1B4FA6}"/>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64B494B9-CE51-5268-EB92-1AFDF1E55F01}"/>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09FBD531-EE68-F78C-C7F6-23FB47C307F3}"/>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9D80A04B-ED3D-35F9-88A4-13E77217859D}"/>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BDFB4E4E-3E22-7953-77C8-46899A58EA14}"/>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2DED7F5A-51EA-AED5-FA50-9FD249E336AD}"/>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6A65DEDF-935B-997F-41D6-B3572684FDF6}"/>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E29AAD92-6ACC-709E-B73A-E0DD8E896C48}"/>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A41C599C-6261-AAAE-5A2D-E9BC483A479B}"/>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3F843ECA-7BD7-B320-8167-5D86570131AB}"/>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40469199-E9BB-2403-AEAC-1E8F58C5BFF8}"/>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C4FCCE4D-A884-2125-5798-5C4C3E683ECB}"/>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FCE0AB91-7B6D-27CA-6573-CF3AC69A7F49}"/>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2A61267F-7A35-6F53-763B-9F38458DBFF6}"/>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1A449357-6331-91D1-2BA2-74C8DB90F638}"/>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9949A1E9-1A55-C9A8-C827-F901AF1FC1C4}"/>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348162AC-ACDF-026C-F149-1D962373E9E3}"/>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D5247C5A-FAD9-3004-D787-6FD1F13AEACB}"/>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00DCAD92-5D19-E953-220D-65794F4B50B0}"/>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A5AADF59-6F98-BDAB-B3FA-C12BE4AFE904}"/>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B72C34BD-56FF-05F8-774A-BAB290B8EAEB}"/>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9E94DBA4-C8D4-6595-564A-B1F0CB475827}"/>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7052B1A9-625F-3584-EC41-0590D363899F}"/>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02A37A93-84B6-DBE7-CCBA-A67111E10C6D}"/>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D1FEF1BA-8E28-E3F8-903B-6B11945C4921}"/>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6E4D6FB4-6B5F-B5B5-FC6C-89AEB11D200C}"/>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B091FB3A-1809-4EC7-A6E0-C353E3256025}"/>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4E5A4E50-9F47-BC80-5582-A467A4FD6C10}"/>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A323BADB-5FDE-62CB-1D65-0FAB7F35BEB9}"/>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FC5BE4E4-A4B8-A356-7441-173E10B8278D}"/>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199FF85D-142F-FCC4-0982-A8D8196CDDBE}"/>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B1522B8C-C407-7870-5B88-31C6F4BDD0EF}"/>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225AAF60-3C49-4929-F65A-CFC00F23578C}"/>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6A816364-6669-CEE4-5CAA-82D1D40B5EB3}"/>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44DBF8FF-0BEE-787E-39EB-8899A789E507}"/>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5A4A2420-350E-CC45-3864-1905A9D8B92C}"/>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CC3BF29F-490A-18AD-770D-1621860D8E35}"/>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687662E6-FA0D-604A-8406-3D754DD16535}"/>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4589AB2B-FF10-20CA-D2AA-4646F2D87E3B}"/>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19E06833-BBAB-E17F-66DA-0C0C4028D04D}"/>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B1D9E50C-AA04-F8BB-FBA1-B45C1BDA5BBC}"/>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2AE4840C-6216-C833-038A-AA1E971A6ACC}"/>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29DB4866-DC3F-85E0-F800-168B266662A0}"/>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B8583523-81B2-4120-59A2-A799D340D8EF}"/>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0B3254B3-6E38-6E70-7C98-EF26730A649B}"/>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033EEA06-BB54-3838-180E-0F5558D7AA2E}"/>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2FB81958-64C5-D6C0-E56A-215A0369D5A2}"/>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8DBA8BB6-4797-2162-8642-60F939491550}"/>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CE025ECE-FE1E-CCA0-9476-78A6EF8B72C4}"/>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C184E0AB-148D-99F9-42AE-5559EAE46CCE}"/>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AE00BDBD-C525-61A5-3403-64423ACE036E}"/>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B818CEBD-E72A-CA8C-E6D3-BC569853EAB4}"/>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1A68C390-CD55-D963-8B56-BF225A0B764B}"/>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B413A067-9CF8-0E9E-5E1A-432B891C637F}"/>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09A9D05C-A112-86F8-E0E5-B9068D5B2C68}"/>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89C4316D-B5C4-8AEA-BCFF-CCF6B0E41B36}"/>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1523C77F-ED10-9A99-AFAD-DD9966D4A7F5}"/>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A767A42F-673E-EAE9-4C32-0835965451BE}"/>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D3F21678-22A3-C141-BF17-D80736D91E63}"/>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9E2D9A81-002F-2543-9E7F-AD57755FC2F5}"/>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233202DD-3B59-2866-B712-3F95FB40A2E5}"/>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02D922C8-2892-9D27-B20A-1F652EBFD00E}"/>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17B31B7F-F632-0811-42EA-088EA45E1C60}"/>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1AA32D59-2C4A-DED2-AAC7-4624E95AE1FB}"/>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9AEC36C9-9317-6685-4C42-4AC406AA529C}"/>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1B14C966-A777-BAA0-1E7A-9CB75D61E2B8}"/>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CF98D9B1-D2FE-AAEF-D5F0-BDBF8D4354E3}"/>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A86890E1-12BB-C37A-75B0-755A29E4F5BC}"/>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2FD3A0ED-BBFD-7947-AE98-0EEADFCE1BFF}"/>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8B7DBE8F-DC4F-4E9E-6C85-1BDE285587F9}"/>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FE407602-08E7-5F49-BE4F-B7796A004BE8}"/>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53E55299-5EFF-C283-2C43-6444D7355909}"/>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7F3AA06D-EAD4-9C51-2B9E-F28325FAF0C9}"/>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7EBE7660-6583-7E62-D6AF-D6A3BFCCF056}"/>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56EE740E-EDFC-08E3-240E-2B038F34E1D1}"/>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7925BC64-1147-35D4-1DFC-957E190BB4A0}"/>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CDE2D716-D550-A20F-3C39-F1F19DB609DA}"/>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8031BE7D-D88D-07A4-5703-2F9C1F5C7996}"/>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47357157-D12B-16D5-8F39-032D05E604F1}"/>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36301CEF-F5FF-1F7B-BF78-DB45F6FC5464}"/>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1A32FE63-BB45-D20C-144C-AF247C6C41F1}"/>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61D4381F-A567-3235-4AD2-73D332B3DC1A}"/>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B21C158A-C57E-91FB-59F9-D972F54B1721}"/>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8244B46F-9BF7-C1C1-6FC7-AE72E2E9C937}"/>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0F65714E-6E9C-4825-8F68-2FED95588EB1}"/>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EE1DA8EE-A739-5A7C-663A-3AE4379B9A90}"/>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E1AEE6E6-8FEF-B80E-DB81-18D0CBAB6CD0}"/>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24556751-902A-8782-AA7B-75B5871F8BB9}"/>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4C176DBE-6C0F-7150-EC7B-1A37CBD6817D}"/>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A9AC7AF0-9DF5-1950-7F03-893E30417A96}"/>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9F7AC785-822F-4B2E-5D4D-05EF6854BD9B}"/>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8BE274C6-6748-8DAC-656F-813C39D1C670}"/>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76487648-C226-0BFF-0A26-4BFF7CA46955}"/>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5535A933-A406-5C73-C064-7FD3B89F4DED}"/>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D551412F-2A57-9435-7563-A3C8F4397B5F}"/>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A4876608-3FBA-0D88-4A37-97779D39719B}"/>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3586A934-8CA6-4A05-E3E6-E5308E77226E}"/>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24E1B028-C134-4E8F-11FC-02890A6CB88D}"/>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8960D5D3-A21F-A2FE-E277-3BB48BCC098E}"/>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AD16F03F-BF58-2A60-434E-B8100A0EC666}"/>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CA9A2370-E8E1-D825-2F3B-71392D89B1CA}"/>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E7E1E21F-5737-4751-0899-B8683C3FF80B}"/>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F69DCEBE-94D7-E5C9-E22E-E74CE445CC20}"/>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33D92943-BAA1-030B-2CEA-151B20C3F256}"/>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75F79958-5509-A9E3-5659-60C56611A6D1}"/>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847B1C5F-A11A-40B0-2915-E58A5F81E283}"/>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369F4DC8-EE2F-C121-1590-C82533D65274}"/>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C63B733C-A06D-1C26-D2E8-0FFC619698F1}"/>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904E8203-C57C-B9B7-17C1-6B36C8ADC77D}"/>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7943542E-E222-9CE0-BEB9-DC655423A451}"/>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E0E05D96-E784-B931-6CB5-A8CCC81FD53F}"/>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EF50B15B-C2BA-9E09-1F0D-CAA610D4870D}"/>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4F886445-F064-ECE4-B0F7-E4BD939D2899}"/>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DA726006-AC08-BB66-183E-AED258C3A585}"/>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C2433C7F-D560-3AAE-5755-9B53304DED7E}"/>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94707BBC-06E3-F2D5-54C1-3934C2AE497A}"/>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C6386B8C-7251-8EF5-1558-F74DEC39D015}"/>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58DE2BEB-46F6-B22E-5838-7228D85EA265}"/>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0598E5C3-31B0-E625-7333-46DA2B8EED86}"/>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832F8324-CAD5-11B1-0F69-62E5B355EBA1}"/>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C39687BC-D0F7-D052-BE78-A771CF403992}"/>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9A9BE37F-C752-2A5C-2A77-07277AC8A098}"/>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FEE4B524-F418-93BF-8D1B-88EB4F9DD950}"/>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34857DC2-2D8E-9F05-7CA5-E349DF16DEDC}"/>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BD2C1226-3471-A0BF-C948-0E294F4497B6}"/>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6AB6872F-B6ED-705C-7CC1-9277DF68C5AB}"/>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4FA1F046-6AE5-61C7-8DAB-5DB29095D175}"/>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86506453-4F29-BD86-41B8-D53D9CED2FF9}"/>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F9BD2AAE-D8F7-11EC-C954-6DF17DADDDE8}"/>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74509E00-AB2E-1C41-F093-DAC810DAEF44}"/>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81D22915-16BC-520F-52C5-45FB79A96FE1}"/>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EF8C0ADC-506E-693D-9B6B-3DD4D4E9CF40}"/>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27468606-A5FA-BDBF-1EDF-D2EDAC4F751B}"/>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4AE01130-143F-2C66-EC1E-6FBC222B88DC}"/>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9AE2B795-B369-B49F-69A4-E1C418228A9B}"/>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A8111F1E-FC9A-BF57-13E3-AAA264D36CEC}"/>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54C281A2-DE54-A681-3502-95BE72E55567}"/>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88C83206-9874-909C-6D18-9E415B815471}"/>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3EFF36B3-A35D-69CB-32F8-3ABC129C91AE}"/>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2AE1083D-E642-4415-FAA7-70BB6F4CB3D1}"/>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FCC5A0B7-4867-8B4D-CC4A-83B609489736}"/>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24D8820D-C524-56E5-D307-992C27B8CEC5}"/>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AF152215-B279-F245-9DA9-AE7C33E615DA}"/>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C0738FF6-CABA-BE2D-E4E0-B9AA699D7964}"/>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FBCC2247-8F3B-BF6C-87CD-D45488D59379}"/>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863E2693-86A4-7C24-787C-1545E3091997}"/>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02FD5394-5501-B0C7-CEBC-C7F4B2163F26}"/>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C1E98C9D-E48C-4FEB-28F5-2F5F3EC298F3}"/>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3C85A4ED-F242-9068-C6F4-407EE869AD20}"/>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A0E5E443-014C-4CF5-69CB-2BEC6CF534F7}"/>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040AF334-B8AD-C5D6-7CE4-472AB3C20923}"/>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F9EA3127-DD09-BE02-9667-FAE65762E190}"/>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465EE990-4AF7-AD79-B58A-B6B171DBE31F}"/>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C208C3F1-6420-76D9-7AA3-899B8B312D3A}"/>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AC105371-855D-F581-3A73-ACE9386BEB75}"/>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DC412107-8DDF-6D94-6B49-BCF302864F95}"/>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584535CA-C5A6-5DAE-41BB-E0A85AE1AFF9}"/>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6E8D99B8-FFFD-67E8-39E1-7D842D557348}"/>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90169010-394D-46BB-399D-254CE3CB88D2}"/>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8DC3B172-6F4C-1021-B1AC-4BB21E100867}"/>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1A4F07EA-00C9-72A0-BE94-4CD9BC2F7C65}"/>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64D5D788-22E9-38EC-401D-E54D12A8F62E}"/>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2D5AECB8-A294-5C23-A214-5161658398FB}"/>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B8887A45-5289-88EC-872C-6CC71D438E1F}"/>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3D9D4E27-0956-DF30-1F5B-1A5BEA5774B3}"/>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87657FF9-80A3-793D-A378-28DEE25AFF1B}"/>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8B1F7C77-AF61-D915-EA09-B1BDC46BB1EF}"/>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D949AE74-A278-C196-C80A-12A88001B750}"/>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44D46EC3-6A84-ED9F-B9E5-1CBEB50CF991}"/>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E4B54C51-3A3C-9DB8-B4B9-9BA2F0FC52AC}"/>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5FE597BC-1A27-DD3F-D9D2-5CBA2532CAB7}"/>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0845429F-B923-ED67-0417-5346506EF17A}"/>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2C862FBC-E5F7-7951-EBD3-F195977F62A9}"/>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BB54A275-56E6-6A74-5808-56E304E06561}"/>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036AFA31-74E5-2B8D-FC1B-A00E326A87C0}"/>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F9D54970-28CE-E741-DF20-CE9DF38CB098}"/>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DA1568F6-13A1-84A7-6D9F-3F5C4C2DE960}"/>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993FF702-7CA5-BD71-A2CC-C95AEF98AE6E}"/>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A2FD94F2-C569-89A6-ECD1-D8953BD51917}"/>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BABA9BC4-9904-FC6E-D59D-1DDD899D5D18}"/>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B3D14225-4CDF-36BF-D584-C692D9CBB272}"/>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45984C60-D0B7-E529-7FD1-725C79E76236}"/>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74DD13A1-B42A-3ED5-BAF6-519C6EDFF331}"/>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310B691C-BFD4-49C9-7364-2524D470E2F0}"/>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80251FD1-DD81-B5D7-4E97-ABDC121BE1C7}"/>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98F88416-B696-C0D7-A708-BB3DCF9B4759}"/>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182ABA82-A78E-4C53-B9FA-280E41B603CD}"/>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18C4D248-8F44-A498-D545-48FF20832A74}"/>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6D64355D-6203-ED86-09B9-33BCF36A442E}"/>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2200E256-0E8E-C271-3DA1-515A07F0B1A8}"/>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1A54AC4A-7EB3-A6E1-CA34-EF7AAB201DCB}"/>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4749E662-FA4E-A3CB-0C42-25C773EF7F07}"/>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4062DF63-818F-002F-4E71-88779D9C2296}"/>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13565263-1989-3E8A-6559-409E1D704A67}"/>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F9FC0C17-FBEA-B64C-94D4-17C17D001226}"/>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27BEAA08-7A1E-CB4C-6B4F-FE46D6E8BA81}"/>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A35B167F-3E1E-3AF1-A5CD-040CB74AA476}"/>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7421EB91-71B8-9432-12F5-C7684BE3570B}"/>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D70F947F-6BB2-9BA6-EDED-85BCB2ED1458}"/>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70AAC76B-6D8A-4037-C9A4-1E9DFAF88913}"/>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04A50F58-624B-3987-9C8F-4DE6A1B358FE}"/>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428EA0B2-C8F4-FE40-598A-D3E7270A364B}"/>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C13E7A17-7C99-D540-C108-C9334A776791}"/>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F42256A7-A198-79B1-E14B-B5FD75BCADD2}"/>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9B7CFCD3-AD9A-13B3-1502-7B8B6F4EF356}"/>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E245C6FF-5DB5-39F8-8499-83241B9FC57A}"/>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2393A8DF-9546-742E-D9FD-C5C26F2638E2}"/>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EB489E24-F60F-4A15-D6E2-95DC3C8403AB}"/>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249413A1-4288-1997-E8FA-B4460D2CFF6F}"/>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CCBBB1E4-88C6-4F70-2433-DEC0C21D3B1F}"/>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C78CB44F-DF0B-9EA7-F2A9-4CD70AFA8428}"/>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494C92DB-6F74-D8E4-F96A-4274B2898F60}"/>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0569BCA5-1E36-8B98-32AF-6A55A1110004}"/>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EBB3341F-FE3C-6E5A-B0F8-C439658907DE}"/>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F4D09FCD-41E0-3B65-4790-411503E51A4E}"/>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564E5290-09D4-4758-15B1-EC9972AF9930}"/>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04130114-630C-D5C5-3B60-B62BD09C7116}"/>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A56D4C16-8D7C-6CFC-00E2-0D5FB4BC2EF5}"/>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35D0B5C0-836C-04AE-580E-7EF18B6C2674}"/>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9C1E7839-E2C2-8A85-B822-99E24B5330FF}"/>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4CA921EF-C59D-E8E8-8830-A63030D88197}"/>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76B3F178-24D3-FF5E-CEB1-498C240F6726}"/>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62368ED8-F42B-C320-A0BA-7F12A83535A4}"/>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4AA4725D-2AAD-DE07-B33F-EFD0B5A84418}"/>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5304D015-36E6-1D20-6E05-5CA5165EBE14}"/>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A0E67343-3746-3D35-A0EA-9018AAF564CF}"/>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E2A13BA7-7B7E-EE40-4135-CC8E7738D93D}"/>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838DA9DE-26C5-27C5-00CF-67BB21E1D60F}"/>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2E237791-E3E7-E82D-9117-07F80551EDB2}"/>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2B00A62B-7422-87CD-9FBE-13595E942D1D}"/>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A24E0B13-A634-23A4-5F54-276BF1D5F777}"/>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6319F341-9CA6-D4C3-9E05-EDB5B040F8F2}"/>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C2150DCC-8C01-8DAE-DBD9-5D40F223E2FE}"/>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439B20FC-F287-386A-9B3C-4F59212B5807}"/>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960BB1F7-9AFA-2A50-BBD0-2F227B5CCC1E}"/>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4B9AC404-F3AA-9F52-BE42-7EB14771B221}"/>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6B2002AE-6F27-B6DD-5F06-10157F8831DA}"/>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EBA1BE71-531C-0966-9491-BE760642F149}"/>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2C4EE45D-28C7-7D14-29FB-80FDE6CCFBFF}"/>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0A4D52A1-91BC-7C4A-15BE-704AE62FF35A}"/>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A8C34866-126E-0B07-A5BD-C14E7EC34ACD}"/>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69B36499-9F6F-DD99-65BF-C098B5256074}"/>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FCEB20EB-4899-508E-EBDF-BF7B93FDE9C9}"/>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FA698ED8-D1CE-A6DF-C313-D0E7C3450BB3}"/>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70E8CA77-3F04-AEEE-4492-E1671435330A}"/>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A51F6238-3A54-D0B7-EB49-750139DC3562}"/>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85D2EBA4-39ED-35CB-47C3-121597BD2043}"/>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29FC75B3-5ED2-26AE-64AE-E2DF64851AAC}"/>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AFC62364-716C-178D-65D6-533256B4314D}"/>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CB3A3E95-1E7F-D827-F5C7-1FC8AA72B8B4}"/>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025CCBF0-711F-F2FB-A4A9-0D68033C3DB4}"/>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F3EC8C7F-8788-F50C-B7EA-7B484FE3BDA6}"/>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4BEF5428-A8D5-7BF8-736E-EF4D9992200E}"/>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BCBA1A9F-4206-4226-F76B-DE4E4E954098}"/>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250AB8C6-0649-4F11-88DD-9401C83426FD}"/>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677E8124-6138-67B6-6F2F-454A83C540ED}"/>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6F1A3541-E254-2742-AF88-45EE1BAC3F04}"/>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3A93FCEE-8187-38C8-FBA6-0F2057E3706C}"/>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AB11F717-9E1C-0907-FF4E-8A77AF7D49B3}"/>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6748F192-D032-123B-3D00-2C1DFB3DFBD6}"/>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85177E80-F5B1-DC25-64B8-24DE113B3D18}"/>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C0A9BF2F-0CB5-AF71-8611-F151C10C21D5}"/>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2F46D716-0491-0387-7B81-9C26C0F4EDBB}"/>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03F1B230-AEF4-DC0A-917B-73FFAA92F8E3}"/>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14EEB77B-BBC3-8FC0-75E4-BCB4702E191E}"/>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798FBA1E-6506-B4AA-20A9-5C0DC1016E62}"/>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3F1A8153-413B-1BD4-1EC2-BF70CD1E2B9D}"/>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DF1ABD81-68AF-7473-BF1A-EE42F34D50BB}"/>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9B0C51C7-4F96-88BE-D671-727A24F0B305}"/>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EB95D18B-2772-2904-CCF2-5480F80BB628}"/>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F81708F7-50B8-FCB7-9BC1-3E9B8FF1AC97}"/>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4404112E-986A-4720-94E6-C1B8A8B3B016}"/>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8C45BDE6-662D-C628-5503-333F592FBD1A}"/>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8E068AF2-45A1-2CAB-3893-FE171212C3E1}"/>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7A57A61C-C673-D8A8-C03F-1E59F27445F0}"/>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48A01A98-56D8-ABF6-3002-60F4CBA25944}"/>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4881B85E-F1D7-0E84-0EF2-1AFA3A63D69F}"/>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A287FC00-EE3B-FEC5-2D43-BA4BD3C4BA26}"/>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62E893C9-7CF4-23EE-C7C7-56A8DF813D7A}"/>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F6B033F4-C540-706C-8EC2-FF36B77DD7B7}"/>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1C6A69F1-7EFB-A11F-4473-8FA38E9B3D3D}"/>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A35EEBF1-3A12-B3E4-61CF-19D07902A751}"/>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D11C4A2F-8755-44BB-19AA-B2AE24419A6B}"/>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FE41067A-499D-5D1A-BDD1-C27DF79C33C1}"/>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66F6E8AB-7D7E-369D-8369-AFA30CC323AC}"/>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D9A7B69E-266A-6ED8-04AE-BC1A988F5031}"/>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05A2A113-B7D5-79A8-B729-BEF7A8982757}"/>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9F50BE1E-371E-AAC8-234B-C19EFB8C8110}"/>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8856BD88-55E7-53FF-D654-336B66FFA1F1}"/>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9AC78400-2814-98A9-074E-92EDDB335701}"/>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ADF873FE-F8C0-57F1-DCAB-8224066BF2F1}"/>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EDBFB521-087B-0D1C-75FC-4E64FFB91A5D}"/>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6693CE1A-91EF-4790-56D5-57A47CC52A8A}"/>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EA6A45B2-33C2-F2BD-AD83-367022E0DF06}"/>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F51D3B3C-0569-01E7-7EBB-2AF518C37501}"/>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E8558A0E-3220-6FBF-1F7B-AD47D64FA23A}"/>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C22D21E5-83F0-6275-318D-909705E7A5EA}"/>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16DEF6E0-CDA0-8C4E-83FE-8B661449BD08}"/>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FBFDE8C5-7DAB-6CE7-7979-4EF72A24C4B4}"/>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4F250967-30A3-EFA7-82FC-2579B9B8327B}"/>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FAB66272-58AF-99FB-B524-BA408223B12A}"/>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830C5A76-2AA7-CEE3-35F9-E09EA955C8DF}"/>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3D371FD1-96D7-3CD5-1ED8-6D7686339DE9}"/>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A612D86F-2475-B7DF-E6D4-9E5B68E9B45E}"/>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AB47E696-E569-23A5-1CEE-BF607A022A64}"/>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1E599227-436C-EE2D-B09D-972102CF1EC9}"/>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F3AE0615-3433-E101-87C7-862C9F34B177}"/>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E0C12AD4-0E18-3743-5CE6-F9A427F9A907}"/>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83066BC3-2E6F-1796-C4BA-74B58D6F3749}"/>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ACF4D8BA-8BE0-C312-5F02-040832F7711A}"/>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AEFB7CEB-5042-9AD4-3762-3918E3E8EC27}"/>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9C4357A1-EA51-FC4F-3C8F-8B017257AA30}"/>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ED27259A-11B6-2C02-90D8-51070D784818}"/>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1AFF521B-BA2B-7098-852B-B9029D8124C9}"/>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46E0DD96-962A-5738-02D7-27F39707B136}"/>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1E7878E1-6594-67B1-26EA-700B83A2922E}"/>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37D2DA16-4518-0F37-EA93-B7A16A8773D7}"/>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156A2F15-035D-47EA-4EEB-EBCEBFB7D508}"/>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54A82ABA-42F1-C0A8-AB73-504079B7B4EB}"/>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20E6EC8A-2F8D-462B-9E35-EF56A5E01BCF}"/>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5CC236DC-86B2-13FD-3B79-FDA5FE316330}"/>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75FAF675-AC92-F9EC-3BBB-18388782E880}"/>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B9EDEC67-E265-83A8-D59C-3F2D00F3B753}"/>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051B9157-1EE7-BAB7-869F-F11C8198201C}"/>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BD29AE3C-D39C-8478-2793-435BC39547BB}"/>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EBE66F35-0B0E-ECF4-B99C-F74D5AA03427}"/>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54634973-C468-B6BD-ABD1-5E136C28993B}"/>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F115C5A9-F8E2-2481-C38E-D0AC7BCFFEE2}"/>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ECFE0FC0-9994-FED4-9F95-F8DEA266C7C7}"/>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9EF82437-96D4-47D6-95DD-020A257B31CB}"/>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B044ADE6-AED2-FCE0-32A8-50214EF15BB4}"/>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30986612-DADA-ABA2-8ADC-D80D797E56AA}"/>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EC6E1963-C98B-FD19-5269-1BDBE5086576}"/>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1FC211B0-0138-34B2-7075-266DB1FF1367}"/>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D6D4AA87-E8F9-1559-85BC-F48FD36B47B3}"/>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C2FD519E-F141-142F-EA2E-B6FF6C9C7F16}"/>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1C046433-94B6-2F09-3AA6-E12A00563FFF}"/>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CC3ADECC-C68A-89AD-17D5-36DFEF1329A9}"/>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2A666689-3E52-B774-EA2C-7E0DDB7EB3D4}"/>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EA3218E0-BBBC-3FA7-BCAF-12DF3A533998}"/>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5A8AC349-5F91-4E0E-358E-9550877F7D00}"/>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15EEAC0C-164B-C664-FCE8-7CB83A94C47D}"/>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15671CDE-B2C7-FD15-2720-77BA3834171B}"/>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407187BD-B703-8751-79D9-2E9DF305A5CF}"/>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EBAEA6A5-D469-76D1-DB00-1E9F3D38890C}"/>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45E1D79E-C896-721F-52BD-1FFE6F1BB0EC}"/>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51B2E46A-6172-9252-C3AA-4CF541563556}"/>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D6E6CFE4-8D08-68AE-D02C-0E26E701B287}"/>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37D3894A-7D87-47E5-C1B6-C09021656D6B}"/>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D848915D-288F-D934-EB93-42F174F4A69A}"/>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6460A177-FDDB-0D9D-9206-18657F582CB3}"/>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F4A7C63C-3985-18F9-2BCE-8C8B4BAFE208}"/>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27F65359-7CDE-2F41-7221-3E57D1152982}"/>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07B3ED03-C1DD-A88B-C0B4-7C754C7FED3A}"/>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3F38B906-603B-EAA0-4D62-E3A57700AAA1}"/>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A90C62D9-BA35-3B28-DD3F-F5DC88FAFACF}"/>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27BCB354-8345-6110-7D04-3609FA2F48D0}"/>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2A52EB82-A669-4AA3-4733-9A96CF1D7679}"/>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B03603CB-34E6-FE80-EEE4-170E7CB28737}"/>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7D0384B2-A96B-8D03-7FDD-506FBE933C09}"/>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1388AD49-4E2B-3705-635C-4BC4634722D4}"/>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01BA092C-5F8F-76F8-C5C1-632C7F0665FC}"/>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286595BE-C152-2709-4F27-BFC41092E532}"/>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947C6E96-CA24-7951-C30F-487BDDD62314}"/>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3C743F55-EB9F-35EA-A145-B966DA747A51}"/>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76C87CA8-A081-495B-BBEE-E87CFD633F7B}"/>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EB6FD915-59D0-B81A-68CC-0067B4B5A880}"/>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A6F19C01-9A0C-CBB7-37EE-3FF4BC3A41B8}"/>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C8E3ECBF-D72B-F499-C398-E2048D6EF8C3}"/>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AF3358B7-BA6C-2B04-E14A-F5A6B0147011}"/>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65EFC333-4AFE-CCA1-BA78-1066087E2135}"/>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BC241611-227C-1E2B-C9F6-A55B170518B6}"/>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E0904650-96C9-D9D9-9802-1A905D3FBC5E}"/>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4A39F176-9F4C-BEB9-39F3-A7D6B73A4FDF}"/>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DF184A2F-06CD-AC40-7BE3-ACA3B51CD3CD}"/>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803BE560-9BBE-8B6D-FA4B-8B51C924A512}"/>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7F3AAE56-C47C-7A93-A553-A33F018E2B9D}"/>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62404EA5-C9E3-B37B-9E64-6C37F2818098}"/>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33BD0A7F-97C6-C353-801E-5883C351C7AC}"/>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12EA2392-112B-73E5-F389-BBC439097667}"/>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492EE537-7730-C235-D3A7-AC7321AA2B46}"/>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C79C2E88-9647-8B42-82D7-7448B8824853}"/>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9A6795EE-062B-1959-F1D6-8B568B85E8EA}"/>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71861AE9-DB7B-04A6-C429-8C08DB3137F6}"/>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A6ECDC5D-AD57-588F-F9F5-B930D586138D}"/>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D1A04A43-50B6-F07D-032B-DA1B47A21150}"/>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1012127E-EE2D-8B32-6E68-7B6DC326DA62}"/>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69E1379B-2670-3794-08D5-826804411847}"/>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77BC455C-0248-EE9A-85B5-DC9F258AC092}"/>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8962BB63-8E3E-E48C-8055-C7912720041C}"/>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7CDE89F8-5A4A-716A-C27E-A86A2EF150BD}"/>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CEF34885-4CF4-49BA-EF0E-C7EC725672C0}"/>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6C331B6A-AB72-7C0A-F309-769EB879B0CD}"/>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13D6C8C2-5B55-A883-ED3C-2927402C4193}"/>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C19C05A7-786E-DE1B-9853-5773AE404082}"/>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93052294-6333-5036-6D9C-11EAB862997E}"/>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0AAEF284-0DF6-D41C-2549-A4BA75C8E0C9}"/>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07D62EF8-CEB9-20CF-FEF9-1CD92DCA6208}"/>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D7757C1D-C835-B393-1ACC-B92057D7F30A}"/>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64700106-0B8B-1A9C-9F3C-58B894C6D8F8}"/>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6FDA4807-43F0-52B8-B966-DC7E61D59DD8}"/>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A6ABCC0C-3520-6878-6FF3-B22ABC5950E8}"/>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7570A99E-4720-7728-9E1D-6437D1FFA6D4}"/>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5E2203FF-81CF-C6B7-0B80-30BCBEB84724}"/>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13D5644C-62B8-033E-931F-5307229D26F3}"/>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7391E778-CBB0-3A2A-F112-B2C444D19CEC}"/>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C750D9C5-62F0-2DB7-769B-67C02B5BF414}"/>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2418D608-4882-3C0F-0B2F-40386B4FB812}"/>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72C7CB32-8755-BE65-4508-3C61FB45B0B7}"/>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F49DC7BE-B6E1-CD24-BD2C-C56666301CD8}"/>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470EE37C-C718-F8FC-BEEA-C656A31BDC97}"/>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C5FE2D24-8604-AFB0-DF81-326057A3F014}"/>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7AA62B64-DCBB-E3F3-3EEA-D61360A73813}"/>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C4B3C4BC-3A82-88DA-DCDF-5A07EE114E8A}"/>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7EEA06D7-D185-30EB-1C6A-39C63F156351}"/>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EF214F76-A1AA-4F32-D39A-549CF7962771}"/>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69F1C104-6C82-2CE1-8E3D-A3723E00F8D2}"/>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7B9FA931-F37A-78D0-EE70-AE7337F827F1}"/>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0A71B4AA-EC34-F48F-0B39-32CC04E2E205}"/>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21B02622-9012-0382-B558-BE8DF8B86C24}"/>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302728D7-C3AF-A6B8-2DC1-5F431EF24CAA}"/>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B9A1B1DE-F6CB-D112-4376-B05AD56EB87D}"/>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F5CB6B0D-83FC-5F35-ECD5-D28479D0D7D7}"/>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912A1A39-9D53-7DAF-B48E-314D51BE80D3}"/>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338C4DD0-B713-E90D-B86E-0672CA7519E9}"/>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7E75023C-1199-A4E7-EE64-84CCE5188157}"/>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4D1EEE89-67DF-48D9-EC13-01E782B2F26A}"/>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13ACC11B-D190-DD15-AFC1-27B77CD0973F}"/>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4466611E-F4B2-FE82-E159-93F5678FC51F}"/>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1136B5B2-3E2C-F19D-8339-D92F7EB884C1}"/>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6B5F6F8C-8DB6-8E50-F5CE-37A5BBE61AD1}"/>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807BA9A5-FB77-DECA-6C8F-13016B506E5F}"/>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D04C0EC5-37C9-8F32-AD9D-BFD4EAA14035}"/>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2FF6FB73-AC0B-1AF1-C843-7C31AD94F9B8}"/>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608C2BCF-7F79-6E60-BE6D-5A6E05C2BEC7}"/>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DCEC8444-CD47-6660-0252-1A12A5346B8F}"/>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D6B8452D-EA07-0FA6-75D1-027732E80424}"/>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0688A202-16D4-9226-4E97-4302ED53D743}"/>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E312260B-3E55-FBFD-1B12-0B365C0AB59F}"/>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E49DDB13-C59C-4B19-8AB9-EB89E389130F}"/>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5ABA69F1-B667-C89E-77B2-42F75329FFF9}"/>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684411AB-F039-9169-49FB-9D7DBE5B4EC8}"/>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B09A7D07-CDB2-9208-1397-2F6A42265DBB}"/>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76299D7B-0799-BE59-2AA3-F6A9EF54677D}"/>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A99FE93D-DFB3-C18E-C6E3-1795B583E8F3}"/>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D365708A-87FF-600E-858F-8D3B9B173FDB}"/>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25122499-BC0B-8E3D-39E0-278E24213246}"/>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4F87AC21-AEA2-78E2-8C6E-047E1171865D}"/>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A1D25622-AF78-0A00-2963-DE9C533556CE}"/>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61380CF7-D2DA-1094-E998-7C9FFCE36DB3}"/>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E88FF1B0-2335-5597-E2D8-29CD36EEF88F}"/>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76FE571C-49A5-8F7B-52EE-026AB7C89FB9}"/>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A7E83C81-3444-C717-C023-34B0E95318D7}"/>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E91F119F-EB06-E952-8B75-C53C26E3BAF4}"/>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44555350-0094-C816-DD34-A14925B52B7A}"/>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2A09C1F6-9B38-5474-D360-36159747813D}"/>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BF79AC83-4379-62A2-1386-7ADE6764D145}"/>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73F7FC3B-1E05-0599-FFE3-191C5614BB7C}"/>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6509DDD5-D44A-CF48-7EAE-DF6CDF85A842}"/>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745F7C1F-FCB5-197F-6BC4-08E0F6CD7FA5}"/>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25C0D1BF-AC44-E8A2-FF50-637110812504}"/>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BEF97D86-623B-4315-5981-6D1F2AD31BE5}"/>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C50C29C2-7DEC-3CC3-A671-997FA8FF4777}"/>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CD588CDB-952F-0270-E6A3-DF29EEACAC12}"/>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4EE011F3-E8BF-CEE8-33A1-9E1E215FB54B}"/>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B23B3109-B548-DE66-7F4B-AA35FB8FBB07}"/>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DD7C8093-BA78-09EE-5E7B-EDEA5A5E2FB5}"/>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FF81EBE8-86A0-005F-6CEA-7E80F6DFDCC5}"/>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E5367B4F-8507-DE68-561B-A1C35A9A8FEC}"/>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B9F3ECE7-98DC-8349-A315-AB0642AA23C3}"/>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E9D6B9A1-C879-D22E-5168-F2E59AF6B590}"/>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B4E34F72-14EB-CB8B-E85A-8403AE23D4EA}"/>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162E9F80-7C59-BEB2-D266-730A9F2CA9B2}"/>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6DA39A69-6307-275B-7044-46936335DE4F}"/>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83491314-753F-44D2-C5DA-E803F493B4B3}"/>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EB608541-5A79-AF1A-B419-D1C8E7D16A63}"/>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BFCDC1BD-D947-902A-2F5A-669B0A910953}"/>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AC6E296E-E7E2-C552-5222-3EB79B7668BC}"/>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96992C27-651C-74EF-A248-D1E72039CC2D}"/>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C6B390DE-B380-7D05-15A6-FB603C2D1A4C}"/>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A490DF09-C498-B275-CA2E-0EFCE29A7783}"/>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5B3FFAAF-2F93-16B8-32AF-AAE569E868B1}"/>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DABD7EFD-970A-DDBA-F819-FB2901E05C4D}"/>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3F9092C9-2895-ADF3-DD1B-04E43F9D7107}"/>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DA02D5D1-6C1D-D732-0050-9470D9C337E9}"/>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71BA78F5-219C-0602-9753-A16BEE167E42}"/>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E38AF714-EEB6-6B98-E47F-80F88B98A641}"/>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0E4029CC-39FB-8CBF-63A1-098014119723}"/>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FAE5EF81-03E4-079D-1CED-1FA73F5B04BE}"/>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9A238101-179D-1D97-2469-5767780D1331}"/>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8448D13D-A24A-EC22-8AB0-2A07B23A0605}"/>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AA220569-A037-222D-0FB6-87670B49B38E}"/>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E3E1429E-4918-0E04-AF07-5ED63E19628E}"/>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90557C97-C101-A9AB-1134-F4493ED0A1BE}"/>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6B0FAAE8-A560-8942-DA39-79ED32C54CA2}"/>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38EE2AC8-7B3C-6278-C0BD-4DE68AF224D3}"/>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7B942FC0-02C6-6BAD-ECA4-E3B9A6A4BCCA}"/>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D7B82E98-B293-523A-6772-179F26C1EE12}"/>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F1385650-53CB-60BC-8F63-21ED977F59D6}"/>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1984E361-2D04-41AE-26FD-3EB9900C8B84}"/>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89F55133-88A0-86CA-7355-4D9CE3D6F098}"/>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83CC87DC-EB7C-A2B8-8673-A5AB51452D4B}"/>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DA4DF4B7-974F-E41C-4597-2497AE2526D4}"/>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DA37B6E6-04B0-7E99-9B13-712547680CD0}"/>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FFA174C7-6138-4EF3-0DE3-2C3C99170CBD}"/>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6B79F90A-7C5F-7379-982A-AE1E4F93A90E}"/>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B1B4CB14-9C20-69DE-866F-BBDF4F9E954B}"/>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08F537C3-39D3-8923-75E8-54C5BC6F228C}"/>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7AB4299F-C45F-F150-C468-BB357091D576}"/>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DC0B2966-47A7-F79D-B807-235BF0D5A5CB}"/>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4E666A2A-08DA-0899-5B0C-6FD3485E9C18}"/>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9E28899E-73EF-06C1-2C44-D6FC023AF678}"/>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8DBA0152-98B1-6385-8B78-7D263D5E6177}"/>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9D552D56-E46C-2282-0BC3-3D09C52F6D0E}"/>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2F8A26C6-EB16-F144-2EEB-B8988DC97174}"/>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78E2E801-7167-1060-36AD-DD225FA64AB2}"/>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A60A7B34-AFC2-C3A9-214E-8C2BAE7D506D}"/>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00E16DA8-C6AB-80EC-6BCE-551A903E6C26}"/>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E5555640-4A0B-1398-A093-A003C300C309}"/>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1816C347-B630-A52A-CE08-7E99F6C55F25}"/>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9477AFC5-1F3C-12AE-D271-22431FD58C6A}"/>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1D81653C-6D1F-40AF-B645-97E4D18EC16B}"/>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9297D70F-8BDF-646C-19C5-AF12215405BC}"/>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23C0765D-49AC-306A-42AA-1BD0E9A264DB}"/>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72D404EC-BF2A-9ED9-E5F2-629FEC9BA209}"/>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19BB755F-6F3F-E0E8-703F-854F473314EC}"/>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8B624AD7-41B4-ECB4-BC9F-DE12D5F9A9FE}"/>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EDB9DE4D-8678-165A-DD56-6A1E3E5759DB}"/>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FCD145A8-AA8A-0AE3-59A4-A95F2DC7E300}"/>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A3855965-99CE-F24E-B7B4-541441CF559F}"/>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F5FF99FE-77C9-8D46-244E-F56CBB46E097}"/>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66EC59EA-EF4E-F4AD-A6C2-9344337CE30D}"/>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1BB84714-0E5E-CD68-D691-BB393BAC1347}"/>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2040C5A3-8429-2B19-3D86-EF865AED7179}"/>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ACBA8926-F4FE-10AF-68F9-4424E9838030}"/>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7858EA33-7D49-7EBA-8695-9922C70E7D44}"/>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711FD3F5-BFAD-8161-FB35-57CF14929B3E}"/>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1BD5677D-D611-AA3A-6E53-8ADBFD416D65}"/>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672908C1-CE9C-5D78-C233-09AAC308341B}"/>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EAE31C5C-ED9F-8303-9C3B-D961FFFC1A4B}"/>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8896BC10-0761-69CC-7711-9B44FA8B1617}"/>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EB15620A-8A7A-06E1-A678-DDD08812D3D7}"/>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185627E8-DC59-E401-FACA-836FC87E68B4}"/>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30E8E157-D4B4-D042-CAFF-320E25268764}"/>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8923336C-7F3E-A02A-D54D-5B46D428BC2A}"/>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4CEFDFE9-F0E3-3087-EE54-B81BD91D24AF}"/>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9FEC4045-AB4B-1507-62C0-642F40FDDEF6}"/>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B6E8E755-FB7A-CD91-7E59-F2F88E602BCC}"/>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658B3380-3A7C-4359-0A22-5EC149E3CB99}"/>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46BAF052-58C6-8E18-B390-F44AE8B6C215}"/>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E4EB186C-3C85-E143-D0EF-7143CC8BB038}"/>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DEC7FCC4-0753-2369-2752-8F42E89E4158}"/>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F9AE2FF5-846F-76D2-8A14-7BDD0BCF0A95}"/>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9A59D5F5-79CA-1092-EF80-2A478CF56E43}"/>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48BEDE42-7CA8-82BA-2BA9-82F04D13F08B}"/>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7986309A-5D51-BF27-4DDE-E46D918FA4EE}"/>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0AF9C184-9B75-D1CC-AAE0-21FA3AED1D33}"/>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20A17A9B-932E-3826-EC55-E622BBBD194C}"/>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EB508AD7-9292-A7CE-6BE0-BA8FB0AA55E2}"/>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0FC68517-08BA-0304-BB7B-3B00FC020A4B}"/>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88BDC548-AB5A-5B55-A241-AF602F849FF0}"/>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EE4C562C-9DD5-1E71-8431-5D0EF0623CB3}"/>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78388449-8E21-8E05-1731-70560F555A7B}"/>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F4B2B2A1-4547-3B9D-E56A-7686637F449C}"/>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502DEB32-BF0B-449C-CA1F-D6F7107E0534}"/>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9DE967ED-8DF1-7B6C-0B04-25DF8D68DE7A}"/>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F5C20CC2-C32D-4A15-E5E1-28B81F6E05D9}"/>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AD813ED0-83E8-2D41-9A78-9AF16EAFC9CE}"/>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0AFB967E-9C6E-BB86-2404-06AB6A101C53}"/>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420E3A52-00C1-C089-8F3E-C73E40EF0F82}"/>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5F80FC40-AC43-4E61-2EBE-4FB8C9E7051F}"/>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EA1CA584-90FC-8953-026E-3327FD2680C6}"/>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67F11DBE-61B3-3CA3-C489-32D1CA32B38A}"/>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3000">
        <p159:morph option="byObject"/>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4"/>
          <p:cNvSpPr/>
          <p:nvPr/>
        </p:nvSpPr>
        <p:spPr>
          <a:xfrm>
            <a:off x="548640" y="1188720"/>
            <a:ext cx="3017520" cy="5074920"/>
          </a:xfrm>
          <a:prstGeom prst="roundRect">
            <a:avLst>
              <a:gd name="adj" fmla="val 6000"/>
            </a:avLst>
          </a:prstGeom>
          <a:solidFill>
            <a:srgbClr val="16113A"/>
          </a:solidFill>
          <a:ln w="12700">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square" lIns="73152" tIns="36576" rIns="73152" bIns="36576" rtlCol="0" anchor="ctr"/>
          <a:lstStyle/>
          <a:p>
            <a:pPr algn="ctr"/>
            <a:endParaRPr lang="en-IN"/>
          </a:p>
        </p:txBody>
      </p:sp>
      <p:grpSp>
        <p:nvGrpSpPr>
          <p:cNvPr id="29" name="Graphic 2">
            <a:extLst>
              <a:ext uri="{FF2B5EF4-FFF2-40B4-BE49-F238E27FC236}">
                <a16:creationId xmlns:a16="http://schemas.microsoft.com/office/drawing/2014/main" id="{D3268506-9239-B844-028C-6C1998562444}"/>
              </a:ext>
            </a:extLst>
          </p:cNvPr>
          <p:cNvGrpSpPr/>
          <p:nvPr/>
        </p:nvGrpSpPr>
        <p:grpSpPr>
          <a:xfrm>
            <a:off x="-4826901" y="5651501"/>
            <a:ext cx="22278322" cy="1206501"/>
            <a:chOff x="-1701658" y="3997633"/>
            <a:chExt cx="14003150" cy="3533927"/>
          </a:xfrm>
          <a:noFill/>
          <a:effectLst>
            <a:outerShdw blurRad="635000" algn="ctr" rotWithShape="0">
              <a:schemeClr val="bg1"/>
            </a:outerShdw>
          </a:effectLst>
        </p:grpSpPr>
        <p:grpSp>
          <p:nvGrpSpPr>
            <p:cNvPr id="30" name="Graphic 2">
              <a:extLst>
                <a:ext uri="{FF2B5EF4-FFF2-40B4-BE49-F238E27FC236}">
                  <a16:creationId xmlns:a16="http://schemas.microsoft.com/office/drawing/2014/main" id="{078A1BE0-2E7F-B209-5567-8611435C9880}"/>
                </a:ext>
              </a:extLst>
            </p:cNvPr>
            <p:cNvGrpSpPr/>
            <p:nvPr/>
          </p:nvGrpSpPr>
          <p:grpSpPr>
            <a:xfrm>
              <a:off x="-1701658" y="3997633"/>
              <a:ext cx="14003150" cy="3531261"/>
              <a:chOff x="-1701658" y="3997633"/>
              <a:chExt cx="14003150" cy="3531261"/>
            </a:xfrm>
            <a:grpFill/>
          </p:grpSpPr>
          <p:sp>
            <p:nvSpPr>
              <p:cNvPr id="944" name="Freeform: Shape 943">
                <a:extLst>
                  <a:ext uri="{FF2B5EF4-FFF2-40B4-BE49-F238E27FC236}">
                    <a16:creationId xmlns:a16="http://schemas.microsoft.com/office/drawing/2014/main" id="{62EA3F03-9850-4972-2946-9F46517E1182}"/>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1A92E540-00E5-6584-60A7-CB293F667AC1}"/>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4883EB8E-2D9C-9B7C-27BA-91AC3DD92250}"/>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C141C484-0D20-AF8A-9948-6A99FF58DFC1}"/>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FC217FE2-D95E-A4B0-F538-54F084823E20}"/>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1418C8EA-C568-DD4E-E875-2C01A77F505E}"/>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803FB383-D571-75B8-505A-B60D203C47C3}"/>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3F64F69D-18E9-ECA7-77FE-0D117292145D}"/>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21DABE25-524D-FBE8-3391-81C5CF64C0E5}"/>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7B346B4F-86F4-251F-6076-F67FCA505A4F}"/>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C3567888-686C-706A-5906-4942147A8F53}"/>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60787B64-D936-D831-E3DB-A58A38543AC7}"/>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4A7622AC-3AFD-D60F-3DE4-4C036558E897}"/>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0BB2482C-4747-644B-D3AB-3E0943E61A44}"/>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E1D50532-6E22-0695-69D0-8EE7E606F1FE}"/>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5EA811D6-7EFA-03B4-798E-DE265CC799DA}"/>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D4462D52-04E7-310A-B1F8-994447EDC04A}"/>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34DC1ECE-D7DD-BF46-AA88-0C4C6BEB90F2}"/>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63A058F4-F7DB-110B-168F-DBB1E2476947}"/>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31B9FE48-779D-6201-E112-0BB75E842642}"/>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DEF1EAD8-416F-06AE-5F85-E6ACE15422C8}"/>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79BA4D10-43C2-2D0A-DCC4-8EE8FF234487}"/>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6D90D50C-3492-533F-E5A2-A4EB43B40CF0}"/>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EF19309B-9F24-BA77-2EED-240DFBF12450}"/>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202A3B4D-FD0A-A424-E82C-7961A479EED0}"/>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68C10039-6B89-9178-85D4-CDC2CEE9442C}"/>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3DFAE49B-1CED-4778-C023-C19357B263BC}"/>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A108314E-8D99-E5EF-F933-28C3FD93B415}"/>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6AF7CC9D-ACEF-F61C-ADEE-5080409D5A53}"/>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31CD3DF0-AD27-51D6-6ADA-2A22E66A40F3}"/>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F532EE3A-B037-BBAB-ECA8-F0AB03A24D76}"/>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77A52D74-E478-DA84-C787-A983E38512E1}"/>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4A60DDC0-E8A1-247C-F7B0-6E61F759384E}"/>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42D4BE9B-BA6A-63DD-DA98-4CEBA17DF0B6}"/>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469C1E7B-6A3A-E31F-10B8-0DA4D3DD25E0}"/>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0200F88C-CF60-B2D3-2ED7-10C9C173C79C}"/>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B8059B54-7D00-9428-8471-D0C8F8713801}"/>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F79A37B8-CE51-6E34-553B-AA4681CA56A3}"/>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EA8EC752-B47E-ADC2-3640-532453463F24}"/>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A32D6B08-F9DE-91EB-6169-8358248791DB}"/>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55C2DAC2-F3DD-DF51-3234-FD7A3724FDF9}"/>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48F99E0A-8FCD-D026-B24D-32C63F2C5050}"/>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FF327F39-3948-3A0F-63CE-4FAD842C8B14}"/>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312A7D91-D354-BBDB-E1E3-97505F6294CA}"/>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CC549CCA-4F5C-DD86-A863-86FDCF1532B1}"/>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D95BFC10-5EDF-31CE-9E88-E4B7DB644317}"/>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81020669-7794-E743-FA04-DB7D5B57364C}"/>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78BAF7FA-F323-D90B-5F4A-44FC2A88FED1}"/>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68455E98-2418-BF02-984A-3DC00B8B4364}"/>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2FD0FFB6-6B74-189E-A6DE-8220C856B789}"/>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42ABA506-48E5-C793-B054-AAF3E8955B5E}"/>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383692E7-17DE-8274-7D7D-00233F29A72E}"/>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B9188C30-0ACD-69F3-D25C-1A575811E330}"/>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A0286CFB-44F0-74EC-D279-224B9E97FE88}"/>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1CE4AEAB-6776-E8A4-8C7A-22FF668F0333}"/>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1CB7D7FE-5331-F813-E09E-B73F108A0C53}"/>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F6BD6E4A-38AC-0DCD-FA90-37C26C1761AC}"/>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12AFAFEF-CBAC-F218-BAF8-194EF1B8C55C}"/>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7C78829B-9640-2B4E-1156-D861A2B13621}"/>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AEB90670-6C27-5711-7452-E9D69B28DC3A}"/>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19844402-088A-F76F-D709-F7A6B535E644}"/>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31" name="Graphic 2">
              <a:extLst>
                <a:ext uri="{FF2B5EF4-FFF2-40B4-BE49-F238E27FC236}">
                  <a16:creationId xmlns:a16="http://schemas.microsoft.com/office/drawing/2014/main" id="{68C8DF06-A6D5-3820-6419-92531F166D73}"/>
                </a:ext>
              </a:extLst>
            </p:cNvPr>
            <p:cNvGrpSpPr/>
            <p:nvPr/>
          </p:nvGrpSpPr>
          <p:grpSpPr>
            <a:xfrm>
              <a:off x="-1350054" y="4031449"/>
              <a:ext cx="13299963" cy="3500111"/>
              <a:chOff x="-1350054" y="4031449"/>
              <a:chExt cx="13299963" cy="3500111"/>
            </a:xfrm>
            <a:grpFill/>
          </p:grpSpPr>
          <p:sp>
            <p:nvSpPr>
              <p:cNvPr id="32" name="Freeform: Shape 31">
                <a:extLst>
                  <a:ext uri="{FF2B5EF4-FFF2-40B4-BE49-F238E27FC236}">
                    <a16:creationId xmlns:a16="http://schemas.microsoft.com/office/drawing/2014/main" id="{B507C7D4-7C43-8926-71F5-5062BFA1F245}"/>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583C55E6-58E3-0A73-B628-7AB0D5A4F977}"/>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5AECF8CE-95D4-7A0C-EB7B-DD9F2D6BC811}"/>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98CD2431-437E-A707-5AD7-550E5944CDC4}"/>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C17AAEB1-D06A-6C72-7BFE-94D35CA00BE4}"/>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C5D5320F-16BA-E033-8419-528E160AAA81}"/>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2948260F-8186-CED3-10D9-6ADEE9B112B3}"/>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D6B7332E-A7BF-39DB-9506-B5806599FF2D}"/>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A851299E-1068-1DE1-C0F8-81300C541320}"/>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34C21DB7-84BE-F46B-E24A-C6122505939B}"/>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8C511B1C-8E79-204D-144A-E6A98E3C6F02}"/>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459575FA-E423-A4FF-55FB-A46305133101}"/>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E7ABE966-D9BD-A741-30A6-50E0493B45A8}"/>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2F3B4909-5868-BDEF-A7C6-B6D97CD751F9}"/>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4F5E3DC5-6D8D-165E-208F-CC6A5EF27F01}"/>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5619B184-4288-E543-2569-916F786F2F58}"/>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FB7E0CF6-84C9-C0B9-3F95-577D8D539F08}"/>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DE8C0939-5B2C-1AD2-64EE-9D58CA2CFE40}"/>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9FD61804-4830-1042-5171-56C847D392CC}"/>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616F45CB-0BE4-E3E2-3217-EF3DD4284D26}"/>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46FAEB22-8E53-9B09-EA5E-7D009D92CB85}"/>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8559BA13-32F9-7902-5F7C-8223832BD30B}"/>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82B261BD-ED12-A80C-ADD6-EC63C040F2AE}"/>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A77FD2F2-4D53-E19B-159A-836CBBA8937F}"/>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281A9CB2-4CE0-59E9-B9B4-BA36D024881A}"/>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BEF24F77-1E3C-9889-D83E-02BC406AC52A}"/>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2370F864-B93C-1772-BE9D-1E79028145F6}"/>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87168AFD-56D2-9078-2CFE-F5F8E51733FF}"/>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B428C3BF-2976-1212-7EAF-50315FCB2DF9}"/>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06EA1C11-DBAE-1966-DDB3-57E07BBA8768}"/>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521CB9B0-F3FE-7386-362B-E4F22CE28FD1}"/>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6740F37F-6B49-DE1C-5B79-EC67AC6A7B99}"/>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97FDA92F-1A94-5D3A-A88F-A947FE46536A}"/>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0AFD3D17-FD9E-0F24-1574-7FE5A0E72F4A}"/>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C570997B-0780-E17F-71EE-561B353B9164}"/>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A8E95927-E642-D619-0E70-C3AA8B405FE2}"/>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CCAEC291-E190-5F3F-A92C-6425E0BF7C72}"/>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58C09B1E-3FAC-76D3-ED49-EC3C38C7A749}"/>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51D4A3BE-700E-0F7A-D4F3-60AB695141E4}"/>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BF01363B-C774-BE4D-71F9-F07FD6C229F6}"/>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BBB34139-AD80-6FE4-A729-63418F8F6455}"/>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885DAF3F-EFB3-E28D-5F09-F072BDC66C08}"/>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9E7BCCC8-645B-37AB-86DC-CD06B4B4A058}"/>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F72E279B-9BA3-8EEF-B864-EEA3BD37971C}"/>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D52F766C-39E6-B57F-1A93-7D4166D03E00}"/>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75C529D0-C416-0DEC-2E80-9D523D72B1E5}"/>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8FA811B7-CE0A-D1F4-810C-AD9B2BC32E4A}"/>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DF1839A9-EA97-3132-7543-8561B86BB161}"/>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52C9D639-F02D-0F63-6EE6-8E49858EE704}"/>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BED272FD-A60A-D1B2-5AB9-70B44994A7B5}"/>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0570277C-42B1-0257-5DB7-7C83BDFE79AE}"/>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BDD13BCA-EF34-E348-E848-A72E05C87666}"/>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B32EA25B-2971-8A58-DBE6-B162FBB11F3F}"/>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3534A57D-A20D-65E8-3734-5B63C6E6CBD9}"/>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3F083899-9561-0077-68BB-4F4814793CB1}"/>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AEE8E059-DED0-2B5A-2878-56D306E9C3F1}"/>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BBCFC57C-178D-57CE-D602-E3E2CC18D71D}"/>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A7CE86DF-5015-4FF9-69DE-8CBCCE62B373}"/>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60455D6B-0E20-030F-75B3-FF0D1ABFF66D}"/>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7F974C25-2D68-973F-626D-C02975B9D881}"/>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7B9A0BEC-B5E3-B333-D36E-9DBD6AB39135}"/>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2451E946-FC60-5277-FC21-6D3FE68043B6}"/>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627F6BBA-D8D5-A392-D4CF-D402A87E5872}"/>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A64C4D25-B8DF-4508-7F19-408CA2F6FD70}"/>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AA07E456-0C87-04EB-7BA1-84A60A5E97F1}"/>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6516EF8A-0504-A127-637D-FEE964C06618}"/>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DD64343D-DEFF-4CC4-9626-42A1EC44BCCD}"/>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0158B5DA-C501-C058-979D-DB7B59D020F7}"/>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9CDC5A00-AD92-2ADD-8183-BDE2EC3E75A5}"/>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2127E9B5-7D23-7CBA-8535-90738884C30E}"/>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7BB4BED0-5ECE-ACBD-7B3B-6A9C3D0DEEAF}"/>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D36DBE93-3A97-9F04-E4A7-C393C67B0A65}"/>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65A23EC3-E00F-7D3E-FDDA-77833AB41096}"/>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8F49FE95-074C-855D-C604-6FFE9886D727}"/>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9DBCCA09-64D9-5A7E-B5B2-7588112763F3}"/>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EA50A983-3F9F-FADA-9054-519F1B04F246}"/>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01A29CBD-0D56-86A7-FAE1-2327147DE6AB}"/>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021B08D7-ED62-3A6B-DD8A-084C5980B200}"/>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3972B645-C88B-5BF5-E3EF-4C12D45E1245}"/>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544EDFDE-4062-E095-17F9-B08C70266A0A}"/>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83DC3E70-88CF-0287-C254-AC2339AEED8B}"/>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03E08F7E-00F1-752C-392C-FC64C4D9BD87}"/>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CFD2E2AE-6D27-34C3-D612-4FFE0617BCCF}"/>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DC9238B5-CB21-1EF4-3E3D-3678B6E10AF9}"/>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B37DB4BA-7270-854E-571E-850CA02A8F29}"/>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389690AD-2F3B-3F0D-F07C-2844B8EA5381}"/>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7BB83CE0-E682-B947-3870-CE47A9BA8C60}"/>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61BFEAA0-C07F-6349-7AE0-9B13572C370F}"/>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B2DD4C86-21AB-AA9B-9344-6C0C19F6FD84}"/>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CDEDACCD-B84D-A82F-DED7-BD7E92456596}"/>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6A2F446F-A2E3-B81B-7A3E-8D4A3DA13912}"/>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7117BBF3-7662-B3E8-C18D-205AA2BD22F8}"/>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F189B39C-0C64-F77D-138E-B1C6EA56E92D}"/>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B98AB5BA-462A-9392-7359-6DB36FBA99A3}"/>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72D28811-EFF0-8D70-E5AB-2A8FBE28022B}"/>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EDA75827-C4D9-59E9-39A9-B0B80A631AFA}"/>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8CD87D64-DE8B-55F4-4F79-467D32C22B50}"/>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BFDC59D8-5E2F-F3C5-0D5F-4D64C0C2356C}"/>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FD55E77E-5E88-938F-2A9F-7A3767C6369F}"/>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B2BC303F-BB26-A7E1-077F-65610823F8A3}"/>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5DF70158-0215-0A82-3A2E-7727F5D2DDE8}"/>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1AD7A82D-BE14-9431-9114-A41B6F2ABA33}"/>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81232251-F317-332F-84E0-5EE6B1840B82}"/>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CEC7DAE4-DA01-8DB5-8B1E-AAF829BC2BA0}"/>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8B7880FF-39C3-3615-6A74-830E8C2A03B2}"/>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6BAF3E24-8A4D-810C-5B59-D78D1CFD18AB}"/>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E653E119-9139-D4DF-0BC7-EF74D316EAB8}"/>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D46015B6-9586-2DED-BC7F-9C563D3A6A4D}"/>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1F84AA60-ED20-918F-E4C3-CF63746A6F96}"/>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2A3A46B0-869C-268C-AA52-EEF0C788B32D}"/>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958B5576-A9BD-ACA8-E87F-BC2663C53033}"/>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3DFBD2D6-DB40-6328-FDDB-47C90587D7DF}"/>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D84ACC77-BD0F-C52E-A30A-FB1BDFF3CF6E}"/>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2D8E083A-0257-43B4-98E0-18ECCFC970E7}"/>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A31A75F6-D579-CCDF-DD8B-49FD543ADAD0}"/>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C091F6AE-1B35-52DB-660B-C969B9EE4B76}"/>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04F43F57-D8FC-7365-76D8-A9BF6835682E}"/>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0F493EC9-2F6A-C451-273A-519CAFC921D8}"/>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903DE66E-811D-D032-0F85-882AFDD7B7CB}"/>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77B5A608-D82A-B298-8ACA-B8DC32E9D4D5}"/>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0B0D2C2A-24BE-97C1-04C2-E1F253C82FDB}"/>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7F9D62A7-9469-9441-EC38-55CBA56F4CDF}"/>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B410CBA8-3F1E-6DC8-7E23-3D5FE44844C6}"/>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3FAAC085-2266-83C0-5C2B-2A15D50737CF}"/>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45DE1A01-F8B0-BEA3-7C58-25417EB7659F}"/>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F30B01BB-FE60-9010-0E07-5382801C777E}"/>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CEC7D48E-EE29-D3AE-8D77-29DA08DC910F}"/>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9F759191-37E7-260F-DE44-55C8F4F3FF43}"/>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A05F5394-BFFD-BDEF-FCBF-EB5ED3D51E7F}"/>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1CA2E0BB-49DB-E9EA-6A1F-9408D25C41F1}"/>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7005B4FF-0141-F76D-077F-65014B541137}"/>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ACA0F3D7-EE57-DAEE-7BDC-4787B30DF055}"/>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D37A6072-9A73-63F9-8229-9651384A4074}"/>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1546C3C8-ECFF-654F-E63D-12A53E86E219}"/>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8ACF4B97-933F-D9BE-5C34-85751339B08E}"/>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14DB02AC-39AA-3E8E-26FE-4A992EC21C47}"/>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50D81503-7F46-50D2-132D-58C4E6692AE3}"/>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C224F75B-0223-17FB-B9DD-C5D91EF8696A}"/>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6C69FC3A-2DB1-C8B8-82A6-50D5D4E941A9}"/>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77863577-55C9-DF1E-A0E2-2D1E6EA583FD}"/>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226E06E0-DD8C-45F1-2E2E-CE01B129E8B6}"/>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71BCE0A8-7139-6991-7297-83221451CC1E}"/>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780B2F06-3ECF-F369-049B-8603E5A5D4B1}"/>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E2F46A18-B66A-F20C-0C62-68207F17AFF1}"/>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EBA857FD-4281-0418-C779-8F573FD77CCD}"/>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782501E8-90A7-FB29-1CE3-E970D79CEC4F}"/>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AC1BF4A9-7952-3C00-3154-F49B2B97B9B8}"/>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4B93C7C9-33C7-DB7B-4037-D219C2CA9533}"/>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7E0B91EA-FE43-7964-7656-501B358CF3D6}"/>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C71E833C-2097-73F3-6474-C8E8FA603FBB}"/>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3770492D-AAD1-3BDD-7CAD-60420DDEADB4}"/>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8046ADC0-41C3-AE35-443B-4313E8F917AE}"/>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0C663E47-7D43-72DD-3696-075FD4CD7B9E}"/>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CB79B4BF-455A-FB55-4D71-0D56217FD61B}"/>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EECDE6B1-4FA6-204D-657A-D8A8E6E542CA}"/>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8E4DDF2A-1FEC-9FC7-443E-B7CC50884974}"/>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B3E3BAB7-06D2-3572-6E25-68AF8AF57C12}"/>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DE40AE57-8FA3-B851-BAD8-A63D9D7247E4}"/>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7D13B329-F296-63A7-E6D6-BA2A8FCA51D0}"/>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353108B9-7197-8D8F-70E7-EACA803941C8}"/>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64B0C1B4-3354-1209-5E65-609C86574759}"/>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B952F16A-D4C0-5BB7-DF8F-99A793DF6E21}"/>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706EC370-8AFA-8EB1-5B41-C25C52218B9A}"/>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A94C555D-A579-759B-4159-FC2559474471}"/>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1E02C85A-8592-1C9D-CF27-1EB4F50FC082}"/>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1BA3166E-C369-8A32-6C67-900C97AFB1DF}"/>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67A21221-13EB-74BE-1514-D98FDC53B70F}"/>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BAF0AC47-26ED-8DE8-06E6-E3B713802D9A}"/>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67338D50-FBCA-6BBE-B38F-4EEDCCDEB885}"/>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F840CE1A-7F4F-8A0A-C5B8-7E7B80274C08}"/>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A4D1013C-E89D-8D25-CC18-6761C876385D}"/>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FAD3A04E-94E4-5FD3-3475-4539555A841D}"/>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655D632F-EDB0-5942-CBB5-77793BDBE6FB}"/>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FF8D8225-DFC0-FF5B-6DE2-C73EF93295FE}"/>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BC4F6935-6810-A29B-857B-ED295D482DC4}"/>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BE6343C9-59BD-27D4-EA77-CE7A51ACEB65}"/>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F2E10CC7-84A5-EA49-A1AA-8405AE02138E}"/>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B7C42A3E-6B05-EBEB-A9CB-18CAA4D2D573}"/>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24084576-A3A4-EFBF-28CF-7FB5DB876409}"/>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5B7666D6-CBC3-1D79-40C2-242C51708CF3}"/>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362CE0FE-686E-58B6-D097-34C79166F670}"/>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FFBF8E41-9190-306A-AC68-84B131E868FA}"/>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C325A1F5-0CCA-A132-0DB7-0C0FD9126172}"/>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94571630-0BBD-C5E4-CC6A-EA448B20C69E}"/>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6932B253-79F8-B475-93B6-BD8E6822C53F}"/>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ED227012-5633-C264-0C45-1A972DF91309}"/>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7C099976-EEFF-7B25-3813-46D04BA38AB9}"/>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B33551B5-EE14-42CE-C31E-6BE3BA95A560}"/>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99864335-FFF7-0950-AFEA-46DF4A7B1020}"/>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6E716F30-B0C2-C25C-BED4-BA832C9992D1}"/>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F8989E62-6877-9744-46A3-4040901FC591}"/>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041C6013-82AE-D413-1181-38A75F483009}"/>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7700AF72-2BF9-659F-F146-0656CDED87EE}"/>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56914BB9-0193-66DA-EEF7-803169170A7A}"/>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00F7FCB5-DC0F-7460-25A2-57F6A74292B8}"/>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F2F6D7AC-AD34-D03E-CE48-012C16FA8F3E}"/>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E02D7B68-CAEE-AEBC-D8FB-194A118BBE89}"/>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851E95F4-5854-6856-DF7C-1AB8E1275BEC}"/>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BCC7A8DE-AE8F-DB52-CF07-9532611F303B}"/>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A0ECD2D6-4875-1872-7C46-5347DD5D8D49}"/>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7A13C514-13FE-0130-BA85-66C6E6F1C171}"/>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7F19A39F-5E37-B774-C9ED-D654366073EB}"/>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541D24FA-C6EB-0D50-A7C8-EF556399A849}"/>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E3427393-5D54-BADD-FF59-339548B44227}"/>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D3BA081A-94FF-6F38-9006-BFF9D86B5EDC}"/>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4A3D4709-F4F7-3DBD-F3EF-B9E5B85C1C38}"/>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D1028884-966E-C7A0-40FA-B8964F705FC7}"/>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30909E08-C4AA-C956-CD2A-38BA1FBD758B}"/>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C71E5D38-581B-D032-C9BF-97F51B559D48}"/>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3CA490DB-5B89-AD25-EF7E-99737429D5A1}"/>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B80DCA7F-5515-76F3-FDF4-D082336B29ED}"/>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F517B72B-A75E-70A9-9728-95D5821B6146}"/>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DD577C49-0EF3-A3C6-205E-DD47D84B4C28}"/>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695BC9D8-FAC2-A41E-94B8-CF367797F3B4}"/>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C53B2739-60C3-B1F0-C131-5CFA60269722}"/>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E026F95D-0AF0-D33C-A192-53C89283E37E}"/>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8A532547-067E-4A9A-D10D-FB6DA9642361}"/>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FD464268-BEFA-CF64-4C92-40509EBC8F02}"/>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36EDD2A8-3E9B-88B9-E8B8-ECC25705E07C}"/>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55315723-8264-C865-5749-34B458053126}"/>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234AEB33-7509-BA63-4FB7-84C588BE4E9F}"/>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287620B8-7C17-BDF5-2745-BE258EB68BB0}"/>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18C0BE9C-0B63-79A9-CA91-196CEA7C4053}"/>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9E454F0F-8BC5-5D19-5767-3C44870CAB3C}"/>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08114413-7674-7E06-E10F-6DF4063E01F0}"/>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C48A066B-68F8-D1F8-FCEA-6EB8A655547C}"/>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E5F10C84-1E55-8066-DA81-CA4C6B0C201E}"/>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0E31B212-4E38-748B-7E55-F4858A658104}"/>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07BDA682-EAF0-87E9-F6CA-B4698967CBC7}"/>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C8121DA6-FFF6-E0E7-62AF-BA116583BAD3}"/>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FE82AD3F-C7A4-103C-9650-B83089F9A707}"/>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0FE16E86-E386-FED9-5630-0DA172A9D8B4}"/>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0467683C-7267-79F0-AD54-D180D40D20F6}"/>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987EDCB9-A8CF-A3A4-810D-AAE883A2C34F}"/>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B90272CD-B5B9-B5B8-D204-C2C30F96703E}"/>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559120FF-ACF6-82EF-E762-47D9F810D6D9}"/>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9043A94F-8D35-04B4-AE9D-23DF0AA283B9}"/>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685D3B66-503B-42DB-8CF4-A6F32E9DD670}"/>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16B9912D-C317-B55D-93B1-01F0C60A6BDA}"/>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E6EFC2D7-31A1-0987-3889-D5F68FE5AA74}"/>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8ED0F609-4E64-102D-21CE-0B22AE6F5160}"/>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AC50997A-4FA9-D044-41D5-17E260ED34C1}"/>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308FFBA5-DE1A-8AAE-4124-EF604ABB76E0}"/>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BA3DF5ED-4A0E-ED10-5A84-008F34A94C27}"/>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9A16C255-DC0A-218A-72F1-75BB265E21AF}"/>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39282DB4-3D4B-D842-4228-0701E388C757}"/>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75E5CDB2-C4B3-B206-ECBF-9E6324638CA7}"/>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00A57781-CAF5-6960-0009-32A761B5FA5E}"/>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17D04CB9-3FD5-823E-E166-24B1C6494615}"/>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EC9D802E-92A9-BC8D-E160-70FCFE87EBE3}"/>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02936C34-1192-76EB-B9AF-863BA8F456D3}"/>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4A9AE764-B354-DC77-5CA8-BFA15DD418BD}"/>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381D1BA2-F5D0-D6B2-FC3E-5791BF34B8C8}"/>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420FAC6B-7ECA-5A60-3586-963D8A72975F}"/>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227809A5-A278-083B-1396-0C942F9DBA07}"/>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24E5B432-68C1-BE7B-994D-9047ED0E81F5}"/>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53965BBA-ACF1-0479-3B12-482619BA3044}"/>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A97D59FA-A449-8193-2AA5-589BE60442C8}"/>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0DE61EC0-7740-8137-074B-DB0B37D5B123}"/>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FBC14B14-F9D1-06F0-0AE9-06FCA5BE6B3D}"/>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B97064D2-9AE0-7BE6-39E6-636226C409D5}"/>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E642DA7C-4EB4-EE2E-F1AD-C61FA5C01F0E}"/>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9FABBD4F-B9A3-2424-4E7B-813C054A9E40}"/>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50894E1E-1439-5A84-6F00-15EB6E719B43}"/>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F77E032B-A37D-7297-BB85-6DE50CC8BD82}"/>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0DF36616-FB63-07A0-91B9-FC272A68E963}"/>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B4A6C62C-295D-6592-339D-409E1FB91F8E}"/>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6B128D8A-5B82-0623-B1BE-43315FE0DD36}"/>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1D6D45F7-936F-C019-A79C-F3D526581348}"/>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AD1E1172-837D-FF6A-90A4-30AEA6AAC013}"/>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84E43EAC-0369-1218-535F-37D1F61FA6ED}"/>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ECC39ACF-9466-3CB1-2C6F-9E6EE64A8C6D}"/>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277A8C67-4DE2-293B-81BA-2605635F13AD}"/>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E7463FB5-7B88-8056-BA24-073FCE3DF4FB}"/>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3827922F-FC95-1E1B-992E-103ECB980F16}"/>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3C15C5BC-AC8C-845D-C5BA-7556B79C2EAC}"/>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B7869496-077D-673D-C9EA-6C49223EA53B}"/>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EBB2EEDE-73C0-90F6-A99B-81BB514DA392}"/>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03AAE96A-1887-56A7-07FF-27F043151D65}"/>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11AD3A9D-C27A-94FF-EA40-B01622FEA06E}"/>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DA74C738-26FD-A32E-A4FA-14831DCDB904}"/>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4347341B-3D5D-2146-1E26-C1DEFD2C83BF}"/>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AB388C0C-3553-A8DF-32E5-4A447A9DEA6B}"/>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2CEF0C2C-3840-01B8-183B-D0F618A17F1C}"/>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2A157F5A-2FFE-E6CE-C830-CF195574A204}"/>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9D4979B3-A9FA-9BEE-8343-9A690458B2A6}"/>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E8EE9B53-0F0C-883B-3FD7-F10070BF34F5}"/>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2FE01167-5F7C-038C-2C01-B8099262D455}"/>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08EBB7DB-3172-646E-E063-0BFE380E8271}"/>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34B9A7A5-4B64-5D78-7177-2CE7CFC8CA85}"/>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AB488E5F-1180-B13F-E7C2-AC64F32A47B1}"/>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31D32E76-A6FD-F0B5-84AA-A28994C8DA3D}"/>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4C5B7439-EE33-25C5-A469-7BA0A5B9F2E5}"/>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C9F99C09-9387-76BA-C500-5261A9FD3D0F}"/>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53DE4BC5-CBD7-970A-6DC9-6EB800C68838}"/>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A1FFA039-2CDF-BF3A-E8BE-23C9F31A4922}"/>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90101B95-EBFF-4A0D-0A50-418ED08A177F}"/>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96633E12-2211-E530-D3A8-175C91CADA3B}"/>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696DE968-3343-B574-34BF-94C3C6E519D2}"/>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0D3A0332-A9B6-BD8B-0F89-B7AFCC349FBD}"/>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DBC06A36-9231-4CEB-CB3D-3B4DBBCF967B}"/>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92FCCD83-9950-1694-869B-26F55F27CE66}"/>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CD7ABF76-DEE4-71E5-5717-04828298FAE9}"/>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CDDDA7EE-32D7-A1A7-4D8A-455D29EE41B7}"/>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4D54DCA3-0BAB-3939-CD7A-9BC2EC64E442}"/>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6839663F-1AEA-1B21-74DD-77BDA8EAAB2C}"/>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61CEB741-BF98-8265-1DC8-37846A4062A9}"/>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6D341B87-AEFD-7E68-A337-851338E55B56}"/>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06844BF5-CD48-2C15-E59C-2F8BB0E8F6B9}"/>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291B9430-599C-AE2C-7187-DE07E7200374}"/>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67BA830B-1D13-CB63-E1D1-7754727DF094}"/>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3BCDE1CF-EE79-D7EF-539F-509CCA61B625}"/>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145AD396-4B9C-4689-0B9A-50DFA560A740}"/>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6F009ED0-D14D-29C0-7513-0EC341896DD1}"/>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1C03A1B6-65BE-6EA2-9721-6B4B7A83D751}"/>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81A3F279-9263-FC70-C9AE-059ECB64036E}"/>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E3BFB428-FD49-598B-D97B-DCACBE7AFBDA}"/>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68A69A91-48DE-57CC-F520-DA93288EB425}"/>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2665F817-A3A3-F8D2-41B7-EEB2D78CFBD0}"/>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B230A427-B5C5-2FB8-67DD-B6F01C5D2BA7}"/>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7F94A730-7FCD-2477-A6EB-B2F02306F1E9}"/>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C6FD1B4B-1B20-DC6E-70BD-A2450E204583}"/>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06C8852C-D7C8-B5F3-EB61-4862D063587B}"/>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A8B9441A-817F-6FA3-287A-045BE484F707}"/>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B19E3016-35D1-525B-CBEC-F3D12E920488}"/>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2611D6DB-6448-71B2-3B27-4B035E9CB0CC}"/>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A95C6C31-CEF4-31C4-5C69-C2FE667FD237}"/>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C73AE884-D142-FD03-1F8F-4F631C0066F9}"/>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1B930088-7B3A-009A-2846-03D3D777FEEF}"/>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1C454264-2D6D-F415-D628-088D51FA4F2B}"/>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BBE21676-0707-D2DF-1FC8-002AEEFBD54A}"/>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38B38284-FAD6-85E6-9058-A854B8D8CFE3}"/>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97F1EA3A-E922-8515-E449-CB992283ED9C}"/>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A74B2B07-3BE4-B86D-5F03-D06F7741C735}"/>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606B76D3-5687-C67F-15F5-977B0291D4F5}"/>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E6CD7E3A-2CAB-31B1-844C-73AF65E660A7}"/>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B28FF2C5-C2EA-9FAD-68FB-F1DEA1A778E2}"/>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3FE58C39-9783-3D57-B1CC-F548CE6EEDDB}"/>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4F8138F9-0124-0038-B054-83D12D79C4B0}"/>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8E6E29DD-80F3-146D-7745-A28A63C850F3}"/>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17F63336-4BF4-FEBF-DB59-EB86D9BDFC4A}"/>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1A4E296D-9A81-9D92-7B60-BDACE8D41D61}"/>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CBB2812F-AC82-4EF5-EE4F-DA8C20FFE94A}"/>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38C09119-7B47-8BBF-BCD2-35A72477A5BF}"/>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9004AD5B-D01B-A9BA-08AC-111510A298AB}"/>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8AA3F0E9-E61E-9963-CBE9-289945F57864}"/>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D9FDC344-86DC-F359-1EC0-B2923384F299}"/>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892EDF8D-0985-BEFF-A989-B0FB55B4ED6A}"/>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EFA7A6C6-B26B-8D84-ECAF-60E26735C6AA}"/>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B672DC49-7943-16EB-4B97-7BD890B23C56}"/>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7493E6CB-5636-FD62-0DC7-98D8EE5CFF03}"/>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E1D445F7-ED27-FB2C-79B5-3053B8AD13F9}"/>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728BCEA6-D1E6-AE1E-3942-E88CFB5A9C92}"/>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9323FA69-061D-4523-6C62-AD54B7009876}"/>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E3452756-12BC-61E8-E1D3-6C12108FCB0C}"/>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AC6892A9-05AE-22FD-9F41-5BFE00B30D22}"/>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35C9E730-88A7-DA9B-61C2-FD32A448343B}"/>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CE850F66-60DC-78BE-2140-437E2F2652DC}"/>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81E0B4E6-68AA-AA6C-97AF-B19B0B49FB31}"/>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5703BC55-A017-4F7F-7D0E-B28284A11396}"/>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E54C970E-8F67-51C9-C495-6077E7D8080B}"/>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A9C63987-5EF1-F9C7-550B-A39345379043}"/>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17D48ED6-6AAD-CEAF-4DA3-E22B1D792160}"/>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449A6B89-2428-C5DD-1F77-1E926E056D48}"/>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16C6B661-7C52-8A65-1BD1-5D5C013CA93C}"/>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C6C54F6D-6509-C535-9E19-86A6174886BF}"/>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F5F6C3AC-4723-DF90-2941-94A876D64F28}"/>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C1DC280A-C8AB-DE3C-F072-A814D3800D2D}"/>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8ABF7BC8-F03B-81AC-703C-01F005A477D5}"/>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C4BE7EAD-6181-9E8A-3DC0-EC33C8AF44BD}"/>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AB7AA0B4-A5C3-7B7F-30E8-F8D78F7D43D5}"/>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F299FF57-1ADD-6147-EB44-BBD30A66A1D1}"/>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F49A275E-6516-7427-98BE-48AD387B4ABE}"/>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A0184B4F-9813-51E0-6726-B19B657DBAAC}"/>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61534734-73E2-122C-3E81-32B6E4F70722}"/>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B9DF5F5E-0F62-0793-F84A-0B80DE4587B7}"/>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13E519D2-25F8-3337-601E-D216794C382B}"/>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701130F1-C25A-BAA1-B89E-17E741A06962}"/>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FADBE8ED-85E7-874D-1932-4E22EB12390F}"/>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AAECD4BD-436A-1645-3FCE-5A43D87EB414}"/>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9678E8E6-C4CC-DCC6-A180-F2EB5CACEEA0}"/>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3E005DF6-31DD-3DE6-6D8B-93EE81204925}"/>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44D6CE37-CBE0-BDBC-39D5-CFB75A54B2BC}"/>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F64D9317-A50F-B16D-3135-FB2AD4A543B2}"/>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E51B4FA8-17C2-84BF-F387-0858AE10DA2B}"/>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BEE2AEFC-718C-44E0-951C-709916E609A7}"/>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275C5220-55E8-28BF-B29A-8401ACE12636}"/>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B8D76615-5401-534F-BCEC-8D18840A0462}"/>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B82D84F6-9509-F387-B1E3-53EB6C6A3C46}"/>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10B2324F-0D3E-269A-2BA1-DD11071241C4}"/>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F367D719-DE80-25C0-7F6A-7CD7E0A26393}"/>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7105F994-CC85-338C-5C0F-88306BCC43B6}"/>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C15C130F-E16E-297D-75C9-F577DD7F9263}"/>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1111E3AE-955A-5EFF-6C59-3F903112B4CA}"/>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B0919E8D-FB3D-EE8C-DA7B-91ED0DC99305}"/>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4267A869-C166-FA19-FBD2-455A504BA389}"/>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DF4147AB-39F2-8F83-FE5D-202B1A3076BE}"/>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FF23D648-AEB7-61A2-4B04-6763DB92C296}"/>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F5DEF662-1A33-9304-B590-C3BF22835042}"/>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C7F38E67-12BA-CA6D-FFE9-5A0491382F60}"/>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E03EF48E-20D2-382A-A59B-C6C91B26E9DE}"/>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1006CF3C-73CD-7DF4-C7F4-427502AB05BE}"/>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B553AD03-FBE3-C1E7-B916-17219794C303}"/>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DC3FD3D1-9447-AC96-9E74-1B4250DEEB46}"/>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F8FF050F-8461-89A2-9787-A2A4B6CCE93E}"/>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FBE04F41-719B-B7ED-94B2-DA95C91EBCB2}"/>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C89C8009-C375-F1CF-7500-D2AAF52E2192}"/>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9FA31F07-8A7B-0E60-30AB-39B5BF8547C0}"/>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0692F1D2-24AF-3C1A-57D6-5ECDE5C47EA2}"/>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E3EBD346-3042-CDCA-2F46-2602CFE79CD1}"/>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238B1079-D3D6-5FCD-608F-6C52A8E6DF3A}"/>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7030B07B-DA46-66AB-A278-4C91A1F6C62A}"/>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79A1F5F5-E33A-2A00-130D-C0399F74075C}"/>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BC072692-EFA2-607B-4A46-EB07F231B1F3}"/>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3BCA9147-ED6F-7476-C211-23599FF254B8}"/>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4E0D2204-522E-46F2-6C87-5DF32F95D100}"/>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8FF6A214-747F-17FD-43F1-D43A8E868553}"/>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D26D25B5-237B-797A-5D08-C85B0A99A7A1}"/>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0E8B471F-59CA-0230-096E-C36785F76583}"/>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9B00F95E-C68B-0C2D-2DB6-F6EC7C920479}"/>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33C3048D-5C24-DD7C-B6A0-103E0B204CAA}"/>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0E338931-1497-90F6-5D3A-328A8EBEAC31}"/>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E5387306-B6DD-ED83-9830-D8D90FFDD950}"/>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C9DFE293-E11E-8622-9FD1-7E2F12102D5B}"/>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95E4C76E-169E-DA6F-EE13-BCF671465BBA}"/>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954AF6C2-101B-7084-3126-49B2D882A1E4}"/>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B5A438D6-77AB-5AB8-2B1C-37C37E137791}"/>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133E273D-541C-B377-1AC1-444BE3112057}"/>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687D640D-703B-AFBB-1E80-721F7AD791F3}"/>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98736846-ED9F-E5CE-1F34-59E2EAF0B667}"/>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22FC3AED-D589-7392-E7CB-11FE7AE2E2C1}"/>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1CA9423E-A25E-17B3-67A6-6905C2782DB8}"/>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C82C3BF1-24D5-24EC-67F7-BE2FCFD58EFE}"/>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A7CB2EE7-7B32-68F4-FD7B-2CC98F2DE73C}"/>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B950592B-9F6E-E48E-9BCE-E34AC111AB85}"/>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A078C913-0728-A957-4442-0743DDD0370F}"/>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55C66A76-B48E-B91F-5961-7DA7363B50BF}"/>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84D9BB2B-E008-860E-E49B-BB619E94A9D0}"/>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36C7D1EE-733F-A8AA-1B46-DC2E8294DE17}"/>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95CA6935-ED05-6E0F-B9C4-C86519EBE1AA}"/>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C63E6509-08D4-9BB4-B112-16F7FB3F87DD}"/>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56DF19D5-830D-D065-957B-132FA22CE4C2}"/>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1EE6FC44-FA1E-5122-3901-430AEFF1265C}"/>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055F56F5-2267-0824-C168-F37DA04E4799}"/>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27F461A2-B5F9-6FC1-9087-7C2EE63DEAD8}"/>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D6C32003-D1CB-3864-35AE-1F95A4334D5E}"/>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B90A705A-8E02-0FFD-ACD7-FEC16C7401A7}"/>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FC39B202-E840-49A6-E6AF-F843CC358142}"/>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8CDA9C59-9552-D581-3691-15BD2662AFA9}"/>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214623B3-2A17-1D25-F109-B6E76C57DE32}"/>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651E7DF9-ECB8-07E0-D4E0-849FD9E4A633}"/>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B1B7526A-7120-BC5C-6BFF-60F6255BBAE8}"/>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A89859E6-F186-A8D2-07D7-A4E88AC27E14}"/>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0DE2C01D-DD5F-7809-896C-48783579189B}"/>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4ACD16CA-4F2E-95EA-8B88-313BD71B6BA5}"/>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9E4D39AB-B2B0-B7AD-EF3B-981CD08D3B2E}"/>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479B5114-EEB9-D088-7A29-443946753A44}"/>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E4F0846B-F827-B314-B506-2055B16F20AB}"/>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1F725AD5-F070-70A3-7CDC-4FE0A3AD6519}"/>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0CDFA5F6-B4B2-059B-A342-6F0F7B133281}"/>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05C11762-B260-B4D8-001F-70E8AE84ACFD}"/>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EDFF43A3-661B-02A4-1854-8FCD40FB94DD}"/>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F8538FD0-39DE-082E-CD27-934EAA2C8243}"/>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D98C25CB-6EDC-CA05-5FCE-A88B3EB45F5C}"/>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DDE446C8-260A-1D9F-7EBE-E1A20136E84F}"/>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D28A6BAF-2A50-2C7B-4BFD-68CD9129C624}"/>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3CC8A70D-52F5-3C0E-4A49-E8E40E22DC78}"/>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0F8D237A-0B18-B511-9E9E-46A9DB86E229}"/>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628DE1DA-2C96-16F8-34D3-4D3A39B7ECB7}"/>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946E403C-E131-17E5-AD9C-5A60B3748219}"/>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87313032-F061-C3CF-6A81-51435C110CF9}"/>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1005D607-00E4-803F-1EF8-3F6D1CE2AD6B}"/>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91C07849-9E9C-4337-838D-44031A4487B0}"/>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866761C2-F43E-E766-A791-EDA8FA2D589F}"/>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B89333C5-5FA1-D181-4754-A4E4446921AE}"/>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17E0B3F9-B745-3922-C614-D3E72B89867E}"/>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CCF38E8E-3DD8-9DEA-3DC7-130D9EBB6F97}"/>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5F1A9BA7-01BD-159E-F355-BB619D94F608}"/>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4FC9D57A-58D8-D72E-034E-AF0218E18A16}"/>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E5C21349-A6D3-78C0-0872-A136D95AB597}"/>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749F9E45-4C88-BCB1-6794-8858474A54B3}"/>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CB3ADC2D-6F4B-CAAB-3BAD-EF02FA677A97}"/>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19D8062C-669D-6078-C703-3CC6C151DCEC}"/>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95953D4B-2577-EE1A-22D5-56D663D580C9}"/>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4EFD9DA7-6851-1E16-FF95-E75C4E539475}"/>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C2E4D658-4B79-5F7E-7728-59D0E389C1DF}"/>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9FEC8568-A252-D6B4-D94A-2F8C1264953A}"/>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AA71D6A8-036C-4A2A-C043-224CD26D8C1D}"/>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FA9B7474-6FF1-BF6F-60D6-50A7621D1822}"/>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14141844-058D-5099-B1CF-651D23DA191C}"/>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1E18FF6A-B0F6-0487-F7DC-8A4E1B72E651}"/>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395E561E-F0D3-0E5E-3343-CABB3E0EFE5C}"/>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70C495F6-8AF0-5C56-430F-6A2B20362CCC}"/>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7EBEEF6A-2BF3-9A11-9AA5-F60EA685C652}"/>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A62E2465-C485-3DC2-9AF2-841D136403F5}"/>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6F56B335-1EFB-CF1E-9FA6-F2AF93C3E297}"/>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EDC9AF8F-7B5C-BEE0-4CA3-64E64C89DED6}"/>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91E5C81E-E8FC-2945-3061-BF7145239463}"/>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08C1744C-87FA-43BE-B9C8-57E4AED2E677}"/>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77136CB3-E88F-4B61-7BC2-2785EC4BEC54}"/>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C9FA762E-DBD3-2183-1667-6611BFE1FB4A}"/>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79C4D1C9-C893-DA1F-3DA9-D58A0278B98D}"/>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CDD5BF4E-D4A6-6A44-96F4-51AFD4A7C9AB}"/>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BA710EFE-95C7-CC4E-0CB9-8000ECAA7BFE}"/>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53FA7115-461F-AF4F-E308-06BB96DC7B40}"/>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4CF7A5C4-B9AC-FD4C-2E5B-E9A75FA0FE59}"/>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7EC3C38E-700A-867B-03B5-F26546FCA8D2}"/>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BABDAE46-4823-EC4F-F844-4B34AB06F822}"/>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BA45B497-F0BA-856F-A0DD-9402F9990FBF}"/>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B84FEF4F-ED98-A375-5ED2-C8C3C05DD31D}"/>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24FE326F-1694-A7D0-AB81-6E86A906404F}"/>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23DC46A7-FD3A-01FA-B137-0B65730F0A7E}"/>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0348F092-4B6A-6B10-93A1-3DC644F8FF94}"/>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79937CD0-CB64-FA5B-D276-5744DF05060F}"/>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F45323E6-2D68-3A0E-9BFF-101984A73788}"/>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2C0A6E69-192D-12FC-2918-9E20278E5182}"/>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37B4FFDD-3BF6-0918-3679-40B7EBAFE65B}"/>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1E411302-E1AE-0215-B5C5-238ECFFD92F9}"/>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E57EC171-EE44-4266-EA59-8140B41F95F1}"/>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FDF7A77A-2990-335D-6610-6245DF1DB911}"/>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C1B78442-7435-711D-CE16-2370575A12F8}"/>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F7179154-B621-33F5-A2A5-EA3F9316E132}"/>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01113400-4DED-E70B-0278-4BD4ABA4466C}"/>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AF572B5B-DFEF-4137-0D55-9F1A79561BFB}"/>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D5AF3A88-6691-D5C4-C476-A09871B06E88}"/>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E860F8C2-E2C4-394F-1EA5-20ADBD037DE4}"/>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68A013E0-5E09-07D0-F7C2-BDA66A5F3EBE}"/>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09EBB6ED-43BE-DB2F-E647-2C6BEDFAE8DF}"/>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ECE275F3-BB9D-3EFB-B305-A34828D95E36}"/>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9DC24514-A30D-484E-A538-A0C3F7FEE912}"/>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200301F1-91B9-C651-2845-E6D39313187D}"/>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3FCCA1F3-4CB5-61B0-4EEC-DB30E377CD5C}"/>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8DC50662-3DE9-705D-50C3-4DEF6A6D42DE}"/>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C97811C8-1D8D-D07A-A405-8B8A36C536B5}"/>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B7632E1C-EE24-791A-E766-627318AA2FC2}"/>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C6071FA4-450E-8E59-1BC3-E0218E041863}"/>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29DFD624-027C-77CD-091F-3BBE0C70CED8}"/>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8EFAA0C3-A62A-6195-D530-938021B91C78}"/>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28A98E38-D93D-480F-A48A-69BAD78D0B02}"/>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2162D90F-3F73-FB1B-4C34-C32EA03AAF5B}"/>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088442CB-DFE1-62AC-D392-A1E84685CBC6}"/>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D177EA2D-A064-1915-4B1E-C1AA97222321}"/>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EDFD5FBD-4E3E-38AE-299E-A11A58F92C8D}"/>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FEDAF85A-EDCF-CD30-5FDE-598143050F37}"/>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70330EF9-A9E0-C907-A417-82D15D380A0E}"/>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610D4128-71B5-3ECE-1E55-93CFDD08888A}"/>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99452970-ACFF-1698-B097-BBCB487D45F7}"/>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F185CC3D-C369-062C-FBC5-EDDB5D807857}"/>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7C3E3A7E-ED1D-DACB-28ED-688DFB3990A1}"/>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60935792-4C29-DBB4-5E71-38A4554C0C5F}"/>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123DC5BE-A38B-F458-5E7F-8FD8875A1049}"/>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9B84309D-9356-1032-6815-8F40DE827AF4}"/>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B350D0BE-A182-8A8D-BD75-5A305F6950CA}"/>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B34D6E2D-B534-136C-0D2A-05CEC29BE4AC}"/>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F45BE2FA-24C9-0F50-74BB-1CA84006568C}"/>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B3B3F40D-076F-ABA0-0F31-3CF16C3D34AF}"/>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16694246-B222-0AAC-20F8-4DB983E1FCFD}"/>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88499E59-A45B-B050-BF67-B02798709054}"/>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74155828-0908-9F49-7A30-E17499DB941A}"/>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2CB74B11-AB3C-EB4F-8C32-7EFA66683D55}"/>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E3E4A4C7-1C5E-FBE5-DFB6-71BC7E788349}"/>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16F36CB0-83BB-D1DF-F949-3B5D82CEF611}"/>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00FA0885-02C4-B29A-621C-C32CBA0E0F13}"/>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513561A6-0CBC-939A-5B04-D50E2E9E6308}"/>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9E4AAC35-1233-E58F-4208-95259955E334}"/>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A3A811E0-DEC7-F991-DA3A-280C85C35F29}"/>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34F7B269-1365-4110-CE5E-1739FBA4D3DB}"/>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120F9E79-C6FF-4092-077C-4369A4C4E265}"/>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3A21DFE0-7933-80F6-35D1-EF930DE5E7E7}"/>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3F161161-E5A7-267E-C57F-A8CC9346C766}"/>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4FB26CE6-3910-B5ED-DAE5-297339EC1EF5}"/>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EE3FDE54-87C7-B080-1EBF-4C9B1302BB07}"/>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D91565D1-8BC2-B938-806D-221ACF9DCEA4}"/>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1C18605A-877A-B5D4-B654-895EE37989F4}"/>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F36F67AD-C76B-B7AA-E4A4-6D036AA196A4}"/>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06892C50-2283-E49E-336E-4E7A31FBBF64}"/>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C21B7DBD-0D1F-3BF3-09F8-DB4F1F86DB70}"/>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83B07E28-8EBB-5065-BA8E-257C6BD5B3B5}"/>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178096AD-681F-4064-C09D-B21CD909EE50}"/>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47864B6B-C488-3DAE-5648-F06E6AF07C62}"/>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1444305E-23C7-C008-DECB-AECAB12E79B3}"/>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D6C8C808-6C0C-1DB3-696C-9CB364059FA5}"/>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309A9755-6CD2-3BB1-4EEB-2C879ACC513F}"/>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8414DC40-A2A4-7CA6-554F-432E34707D79}"/>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92681EBF-B34B-ADE3-8041-9F69A26E8AC1}"/>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4343A41F-FF46-A99C-84DA-8F6C05F83681}"/>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9990F840-31A0-C5D6-124B-41D3ACC7DFA3}"/>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5B88F65B-D9A8-A559-DBD9-F0A57C415A34}"/>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D31B7F1C-B96D-86EF-9D3F-207A1767CEBD}"/>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45277B49-ACDC-5D98-8A04-CB8661C5C8BD}"/>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CEAC0DA8-495A-09BB-1341-C49FE243E6D5}"/>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130B562F-329E-F586-0C52-C5536E612C54}"/>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ED127519-7B06-CC4B-19C9-E53FF9FE2F08}"/>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48CF0763-2645-1DF0-25C8-B5B4E2E7E2C7}"/>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28D9A70D-AA45-13AB-6AFB-DC58CD9AAAE0}"/>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A213CB0B-295C-D49E-222B-9800B4683312}"/>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E78249F0-7F4C-3032-4AB1-D041126D6047}"/>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1B51B58C-B5DD-F829-CFFE-7123BB17A74C}"/>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3FDC4158-4693-D20E-D81B-A843B1C73BB3}"/>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3EE1CAE1-2514-CB45-C9BA-D821AEC1E150}"/>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8DB54596-3AD6-EF88-13F9-BF69C95832E5}"/>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7F44E5F3-2850-EE71-3526-94F5A726EC5C}"/>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97D9BE69-EA80-7C2E-C6EE-E6401AB33BEA}"/>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F4F73300-329F-E546-E989-039DD9903E46}"/>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E8EEFC82-8979-95FD-BD43-560C528A1E17}"/>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DEFCF3D2-B1FE-D35C-D7FC-A5490341DE2C}"/>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4749B204-4190-A48C-FFEE-6208EE458244}"/>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7BC70A42-D3AD-F0A7-E72F-F7D2FA0DC9D4}"/>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DF8DF495-0954-5182-86A6-CF687B6404D8}"/>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BC810139-23FC-DABE-279A-67DE3436AD83}"/>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B0BAE511-AD84-9FDD-8CD5-96E4A5A90A54}"/>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46E63CFD-788A-A04F-E99C-6463C66FC30D}"/>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EB173F0E-CB2E-4EC5-482A-8309CE36FFD7}"/>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66E0638C-2A30-D3EC-E15C-F85A3EEC438E}"/>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36F57169-AEB5-74E6-6161-9FF38DCA9901}"/>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55419C83-ED59-947A-F278-AEF7F4B805E6}"/>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48A181C1-9029-8C6F-B82A-1CC539357A66}"/>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044AEE88-DC70-22F6-34F1-6544E860F43F}"/>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99139CAA-5A46-9E4B-8C55-0A6889B61CF1}"/>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28234527-9EDA-75E5-1581-0EB886CBE364}"/>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89C40A7E-9B27-8B54-91A4-757B26311485}"/>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5749CC29-A4C6-DA94-2EE6-C2C064B440B0}"/>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4B285E6F-0CDB-B3C0-A994-CEC2D1422953}"/>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716461DD-E363-037D-8D44-ECF7565B5194}"/>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559B030D-CD49-FD5D-017C-AD90B920EC6A}"/>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64C13BD3-F201-E72A-1EEA-9CA65F61FAE4}"/>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C48CD558-BD4F-6C17-AAB1-878F921F5456}"/>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325C53F1-2DDE-DA30-009A-CB8B6286A4A2}"/>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24E38ADE-BEDD-4A8F-45D7-70D57FEB2B3F}"/>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A6A2BE72-BAB4-0255-B396-42702B37A967}"/>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B2873FE2-1D36-A2B2-DCC3-0CE796B75E99}"/>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249E7FE5-CA7F-AC3A-E14E-1AC378320D50}"/>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17EDA1D1-694E-B3FD-83C8-99823F792ED3}"/>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2700AC90-A83E-81E7-EE31-10713443DC7E}"/>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5C129E3A-411B-A494-0ADA-639CE1E5C2D5}"/>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94325ED1-CA63-EEC5-8CA0-C8356B52A994}"/>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737DBEA3-F9F0-5D40-BA8F-C6470B6B8D02}"/>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EFB5EAFC-AF24-76BA-756B-49DEF35B4156}"/>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4241321F-5DE9-F53F-C27E-09BAB1835449}"/>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951252F3-5B0A-5882-28BB-F9526C6C6A7E}"/>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B7D619C3-D0A4-6DF9-D5C7-2DDC57316580}"/>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819BE010-157A-8D33-ACE6-97F6A9283556}"/>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4E7DA78B-EA3F-CA72-D613-3C7DF56669E0}"/>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01EA3E5E-6750-002A-6416-7CA13562C450}"/>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177843C5-4C78-AF58-B27A-6ACAF0736499}"/>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09F8A35D-AEA7-DCE5-4E3B-E3DED257DF6A}"/>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D836CFDC-490C-1104-FB2D-08FB45A65261}"/>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834E28A6-8E54-8081-68E0-81B6EACF92A6}"/>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B38A3E84-DB03-8234-BEEA-307C03D21432}"/>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4ADC4AF0-33C3-81B8-F423-84EE954FD0F8}"/>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9366FE74-3791-8E75-2E84-36C63C6DA6EB}"/>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C79BB47B-8669-5497-813B-E1692A50314A}"/>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D3604388-8546-F373-E647-37746F6AE91C}"/>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5B295CEE-A641-4772-17FF-EF8416F704C0}"/>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09AB2EA4-90B8-9CBF-1996-7643159BAA31}"/>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025D46C5-E981-A9E2-E20C-AAEE52C9F59C}"/>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9ADBEF67-CD20-1116-22FF-F0C73A0E0142}"/>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9EF02153-6809-FDF2-9265-900763121383}"/>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A8037024-E35D-7A95-3F67-3E8328EBB076}"/>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60588371-AC18-8DE9-ECCC-6BD99578D197}"/>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0BF31A11-F3B3-D3C6-D005-DB28E1BF9936}"/>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AAA6CE0C-552E-9753-B987-9697DF526644}"/>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EC50F9EA-8F51-3F1E-CE31-4A556388ACB1}"/>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E096DAAA-2C1D-DBA1-062D-F130324A7701}"/>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3955A695-C329-CF5F-ED98-000F6DF8E521}"/>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0174CD1D-1623-6B80-B254-72FE33EABB23}"/>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4AB364D2-EC4F-6C3B-CC2F-D1EBA7DED2EF}"/>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FB852859-9ECF-A465-5911-64475381E10A}"/>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22DD436A-4001-BE54-1C82-42E79B932AA1}"/>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72BB4992-3477-69FD-701B-430D54749FD5}"/>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FBFB1BBB-27BD-790F-3E9F-01F67A67FB87}"/>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5DA14FD5-EC8D-F91B-F215-510354FE150B}"/>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E79233BA-DB33-79CA-6DA3-F97F5C5387A0}"/>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D574A7A2-E1EE-E619-1784-69B0C8F02E90}"/>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61C49F6B-5D87-8E12-E6DE-EF83520A5D66}"/>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1706580A-4501-9D04-C421-7490275F8101}"/>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AE2F4982-EEE3-2599-FBD2-854328EFFBF0}"/>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ABAB6B8C-8AAD-665B-23EA-762580467E55}"/>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CD6894A5-D547-776E-B0DA-5779BACBACB1}"/>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513113F4-D2AD-4D2C-7A31-EC88E66FD697}"/>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F160EA40-0302-97BA-0DD8-EBB9CEC6DD08}"/>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1840DD21-9D7D-DC0E-C056-49B87380B627}"/>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E4013AFB-C589-9497-680B-4483C657AAF2}"/>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4743E4A1-3EAD-7CD6-02CD-69949A0E8617}"/>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5231F299-FD55-9E87-1A0E-9C192874C955}"/>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50033FC6-38F5-87FC-7397-D3744A1E56BB}"/>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A91D1535-ECF9-7A94-A342-43A9BE227B9C}"/>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BC758DB2-5F91-E199-91BD-95C4EDD1BF99}"/>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61893344-3304-0736-B82D-38C00B77654C}"/>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42752AB4-66EE-1FC1-BF13-8F442CE3FF5F}"/>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342AAAC3-CD6F-9D44-D1A2-BE0FA671465E}"/>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E24087DA-D7E3-A0A5-F57C-9A43CF51D7FD}"/>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FA5D9CDA-9B95-CD28-CAF7-6328E87A9A77}"/>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B0627F54-16C0-AFC1-1141-99DC720514CF}"/>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FD1D34F1-25BC-7D12-968A-6084F6ABCDF8}"/>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20782648-15B4-DC47-FAF0-271E4256B2C8}"/>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32597B72-F003-7BE2-40BB-FFAA00B550CC}"/>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D8D042D6-6DD6-5377-D612-C09B5ADBE5F3}"/>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409E307C-A369-4696-22EE-9EC61CDD8122}"/>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A4995EE6-CEE1-D31D-86D4-3CA89A853C3A}"/>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05E2417E-D04A-AEFC-E30A-CCDF88C0102D}"/>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95BAE3B0-351E-702D-B190-35AD99E807E3}"/>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6DAAD162-8139-7086-5F55-57742BA4F397}"/>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1D44EDF9-133D-7B7A-91B0-3483411D48BA}"/>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36EA9923-835C-E93A-1B40-5AE0E731C831}"/>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BB225321-1327-0BF9-058D-E6C84368A952}"/>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5278CC64-AB83-3B7E-9EED-73E13DC29E0C}"/>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0B1323E6-4D25-AFD2-10CA-8F32A28A2FE7}"/>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E6F68F9E-1008-D3EF-A513-A70B6D85393C}"/>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8A0CD7E4-7B54-8228-423B-46299180489A}"/>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E8B53F57-5209-E915-F7BD-F699767C2E92}"/>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7DF094FE-6432-339F-BDD9-492D73B8CFFB}"/>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BC890E3B-B1A1-5DE2-FBC6-703021E38441}"/>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8465294D-670E-C36D-0AD0-8E65342D9DA2}"/>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799A3379-E312-4AF6-5BB1-10977B559463}"/>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36C04931-E2FC-A68B-B66D-32C9D2A4ED89}"/>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FA1182A5-A29A-DC3D-23E4-5A9E5215A203}"/>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B28C7239-A2DD-FC5F-4AFF-0C9A6201FA14}"/>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85F31FF8-04C0-03B5-21FC-DD7A84CEB7FF}"/>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026D42B8-0D69-4D72-EBDE-9281A21B202E}"/>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8FBAB219-4786-7CA3-E5E6-C1CA2BA30678}"/>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77E37426-3B23-406F-788A-03AAED1E55CD}"/>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4F46BF2A-37A9-14FC-D902-50801DD7042C}"/>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9E3CF54D-616B-54AA-3C9A-3E779D5D9FDB}"/>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567A9ED3-E7E2-2AA2-9E65-9E43EFBA6B4D}"/>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A38C4801-9A95-1E71-9DC3-62BC6004561C}"/>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A7E0F939-2CEE-B70E-3DD9-2F27BA9288ED}"/>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DF573B9A-99C2-3784-CDD1-1AE505D8F05A}"/>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282903D6-146D-83B2-A70B-5CB5EE7B3C31}"/>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83F567AB-F1C0-8E44-507B-014AE2ABE42C}"/>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96D3CFD9-8109-F052-C5AC-FF42E17CFA9F}"/>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C688A722-0C91-CF1F-FD35-C0401888FDCB}"/>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68446A66-2F1C-E7CD-68A6-CE89DA1365BD}"/>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EF9C9DF5-5D28-9504-226E-9D7B3BDCC231}"/>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D0C03C01-DBE5-6AE0-7541-1ECF38B86D60}"/>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DB4076B1-DF18-1DC0-9739-CF8B0005A55A}"/>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3B08C191-2420-10EC-0551-AD379DD5FDEC}"/>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7D2D6971-E7F8-6DE6-62C5-5AAEB90926AB}"/>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ED6AC8EA-B799-5C70-158C-481F85B2430D}"/>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C4E806D9-A125-ADAB-27FE-A5BB5F825017}"/>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6D0B5CA3-7705-6B55-72C5-7072B83BB79E}"/>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31B3AF9D-9FF8-A987-E4B9-75EFF4AF9F49}"/>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C919527F-F710-AABA-E819-D2B915CCD512}"/>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45C303C6-775C-EE3B-58AC-0D384166DFA2}"/>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398548BE-4B3C-29D4-FE5A-C2F15E11CA4E}"/>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70B00E1D-D035-24FE-1642-B5395E94942F}"/>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912E96F4-D9AE-8D3D-A3C0-4509D7B55DAA}"/>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99F9E308-D9E3-0FBD-B3A3-2045E4E6717A}"/>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EFC14059-E9B4-95C0-5C16-E488169B2AB9}"/>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7B4749D3-CE7E-348D-D856-634127A86949}"/>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02CC863A-1F98-BC11-881A-EF5FFEA7DB08}"/>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F26F56C1-EAA8-FED7-F8BF-BE654C67478F}"/>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76EF539D-0709-3DF0-D498-DCFB7C1571BB}"/>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B23B2363-3DD0-48B7-3244-F0D7E8FF017D}"/>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7F4CB447-C93B-5D4F-AF04-9392ADC78DF9}"/>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2B926F35-B7F5-D0EC-2167-D72E28ABE496}"/>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542A4753-E36D-AFF1-54F4-6CAA6CD4EB4B}"/>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6C9A7151-9F4E-E8B6-2422-CA71073D78DD}"/>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EBFBCA6D-3B56-2AC7-DD8A-E048011B63CA}"/>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5EC4ADE5-543C-F51B-A3F7-606ECE731FB6}"/>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4654177B-D39B-E7AE-F247-E3EF55341768}"/>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0DE0BCDD-FF64-E623-5F22-17DAEB8B225F}"/>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B6C7E3D7-49BD-27FD-1C7E-D01A351252AD}"/>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97EC9CD7-267D-1326-7537-3440A4CA1782}"/>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FE5D5BAA-515E-B82F-3B20-4C1557698A95}"/>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68D88DEB-DF74-1600-EC4E-C54E2F045CDE}"/>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2E474E81-63B7-EAF8-69C8-18D2E0637F8B}"/>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0E815D0C-3A97-F1B3-F1BE-EF462A468CED}"/>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E66438ED-85D9-CB4A-6CD1-CBF8DA59A2B5}"/>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1D2DD86B-C1AF-2A36-9B90-ED113CA9F843}"/>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C312767F-096C-3E3E-A53D-01AC64C68764}"/>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09AEEA7A-A344-6E25-304A-95141C65B246}"/>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43A596E3-D1E6-CE02-F457-B0332CE9FF8E}"/>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48597DB2-8C3D-535E-A3CB-59AD34BFE022}"/>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8EA2951E-03CC-AF3E-70B6-629DAA7B8262}"/>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7B7109B3-B754-6F15-1627-54172C9E597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A7B912CE-64E4-707B-0B09-1602242DA821}"/>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057F7C23-2480-C461-8290-E9783094CE75}"/>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65D51CA0-7585-0DA5-02FD-BD05E7D56263}"/>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6F02D15E-8994-FAA7-80E2-18D4058C1F57}"/>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D77F2B51-6755-B0EF-48A9-C9247B50C022}"/>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FE164205-007A-ACE6-62EF-906CEC7B4D23}"/>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4A988ACC-E57F-9C72-F4D0-F0D0A283B929}"/>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2B638121-BD2A-C158-A011-5D902BA9701B}"/>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F9726B1B-68DA-CFC3-6E5B-902B09F7F3AA}"/>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17FD72AC-B006-C248-6057-438C129E0443}"/>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5C09369C-AEEE-5E9C-0F4F-D7B4898A98DB}"/>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376B8A58-AD89-7ED3-98FB-CA8197516A40}"/>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92D0B795-49A1-6331-6899-9C9B0489DBAF}"/>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00A197FA-F414-6DE5-B7CD-55F395E55B69}"/>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37873FE5-5DC4-FEB7-74F3-D28C60AEF014}"/>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C65414F0-6D76-D09C-96D6-4BA169744E7D}"/>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07499C97-F947-D84B-F1D4-45843FA9217E}"/>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F8B3940A-E9E7-AA1C-A83D-5C7FAEFEBD6B}"/>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C31274FA-2313-BB61-8C8E-33D67A7C8C92}"/>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BD26DE80-E7D4-FC1A-41F3-8B9D97CCFC0B}"/>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9E39A912-5CC9-7AD2-BB60-6D28BE9ED652}"/>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209C1F6F-8795-EFB5-DC58-DB7C2EC51704}"/>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97344228-4FBB-1F08-2B8B-52F68478D277}"/>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01B3CD77-059E-4416-1A72-B3EC595E96BB}"/>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1F6CBCAE-8F08-CB58-CE3A-EA6A452EA607}"/>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E5D95B49-71AD-46FC-4B4F-BF23B0D4102E}"/>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3C148287-CB6F-651A-69A7-123F9F9AA609}"/>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D4E75E70-3228-F365-5745-E53FED3342AB}"/>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5CC2D214-B694-9F24-B400-00303DA81A22}"/>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AC4D062D-67BE-8736-BD81-8554AB89DFD4}"/>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DF0209D7-00E4-D98F-7A3B-060E39D32BDB}"/>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1249B588-63F6-6EFE-4F06-AF076109801C}"/>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4F436F2C-C923-ED95-E234-EE91F4873BDA}"/>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76B5ACA1-5B48-57B6-E7F0-D72818F48803}"/>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2C0970F8-87A5-3718-A8EA-A14C7A44ECD4}"/>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36BC2CF3-6B34-C975-BAAE-D325FFAA5DDD}"/>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A409A59D-FEC0-065D-6DC4-618D756B515E}"/>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A86E91F8-0003-AE00-B65F-85D08E1E3C5F}"/>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8BFD1852-5C3A-9EE4-DAFA-277489A7D401}"/>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428AB93C-2002-28AA-5123-65E47C626440}"/>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9A5AE05F-3030-A79B-8A81-DA36E377737C}"/>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12A6B491-E576-E40A-D39B-E6C5A626F376}"/>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A59230F0-489B-D82C-BB88-45EE11CF3002}"/>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2F2B3052-15D2-0B38-7EA1-E1E2E2AD829A}"/>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EF8495B0-7058-6D85-320C-8038CA65DD78}"/>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334EFC35-6714-27F8-0620-E2AF5AC28040}"/>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D7A9259D-FE62-8CA2-14CD-45817C8DCF1F}"/>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014BDC65-280B-4720-2F7A-EDED63B03375}"/>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178EC163-0590-B488-F94C-5381578B5D74}"/>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10A2491D-EC12-9C24-7993-DB0C942AA2A8}"/>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A808FECA-5194-EBF1-7B65-E75D903268F5}"/>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A062C23A-EA67-CA31-01CB-FAE1E508BB08}"/>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68503E6C-6B62-4DF8-8B81-9F83446A8995}"/>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F9D5D0D6-A68A-34AA-1D03-2EE64FAC50E3}"/>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B2DA89FE-99EB-CA91-A080-10D63283F54A}"/>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81C6E60A-2A76-0BC1-718A-5B5E9701A2F9}"/>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B5A49EF5-269A-CC4B-6FE7-8899583608A9}"/>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D663C22E-9B7C-B6F3-520A-F7CE15739ED2}"/>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B0852630-AD11-6D4F-746F-A1A9FDA2CAA9}"/>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A93E79A4-1D13-365D-F774-73753AD803A3}"/>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601CECAC-AB8C-A9C9-44C6-2B606CF33595}"/>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F4E6D632-B62C-09E8-9D9D-0D1B9C172AB4}"/>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1B6209C2-F3E6-C08D-DB04-3A6FCF3C8AFA}"/>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63EBDCC8-8D06-FC8F-1A2B-7E0CED0F857E}"/>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F1BBE5D8-2D57-48E7-121A-2F93791ECCEC}"/>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407FD11D-4B29-9D6A-45CC-CAE98718A4BE}"/>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3643D72E-5A20-4B2B-7EEA-32C1737CFC25}"/>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E70304CC-FD2C-9B62-B0C1-9356EFF673B0}"/>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73C21D62-7ABF-3DB2-C7BA-D78E0C941841}"/>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5A2A25A8-BE8D-AD2D-642F-83F2F781F34A}"/>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1506F507-BFC4-6809-9948-72C20F88A27C}"/>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F30E348B-81A7-F6BF-A104-E45E1C8E1067}"/>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F69820BA-453E-DBC1-34A5-880496E15E5D}"/>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4F0E12BC-025B-A9D4-EF1E-377357CC6653}"/>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27B8B86A-E84B-CD4B-D7FF-F331C489CE41}"/>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CC066BD7-A834-4889-48B4-96D94A00E27E}"/>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F2D007B5-2159-5B8E-730F-62DFC18FB495}"/>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118A9B14-CF60-2008-F930-FE77F43E2DC6}"/>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E6210129-AE71-EC0C-1ACB-7455A37E5F08}"/>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AAB9A12A-E393-46FC-E492-8CAB4DA9FAB0}"/>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A4898339-04FB-60BC-C017-3C4EA0828112}"/>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92852179-C870-F859-BAF1-6575CEC174FA}"/>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694FADB2-EC8F-8096-AD4D-F2A6F4B474D4}"/>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0AC97315-D011-8BA7-B6AC-5A549C82667E}"/>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742BA39E-CB32-4EF5-B4B0-3D41FC440BC0}"/>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04970841-F88A-88AD-0501-6CFAE3C941E0}"/>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2C2E5C9A-8595-1090-2A9B-16B54D7BC31F}"/>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893D30DE-2EAB-5255-B3F9-9A295318CE95}"/>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42CB19F4-AAEC-E4CF-62CA-EB63FC0D7B14}"/>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45C72237-EB36-AE0E-AAF4-7453D3D6A112}"/>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C92822C8-6522-B8DE-E460-76209A1DB80E}"/>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47BB6429-C36F-CEBB-B128-5AF6E49E896C}"/>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829F6146-1DD5-E851-864C-E8CEC258B038}"/>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9550EF43-128F-C4EC-3F41-1A2B54253B3A}"/>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E01D6207-ACD1-AFA6-F472-0E5AFD59824C}"/>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F52F27DF-CCD6-3935-10C5-E2B6A247F620}"/>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0CCCC1A4-D09D-8C59-6F68-38EB4081387A}"/>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46400373-EB69-C810-0056-CDB949485EBE}"/>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C650CBCA-9174-A251-4979-5A79008FEE8F}"/>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71E79E47-3C8C-ACA2-14D8-95CEDDAE26CE}"/>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44F617D3-8684-8989-E789-9377251536A2}"/>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794DF7AD-D6AA-EEA1-554A-8C32DBE0B2C1}"/>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122AD235-EBFF-9444-31A8-9F88C0A0E15C}"/>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F90CC83F-9AB4-CDA1-B284-D3722477DAAC}"/>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D23A0A53-24AF-872B-BB65-1988F69196BB}"/>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68B7BEDB-6E8C-3FD8-6FBC-FF992B409BBE}"/>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4A3F87BD-65E3-5C8E-A8F7-B63C84FBB8EF}"/>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144A1836-1591-4322-D6F2-E47FB5B135B0}"/>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4F80AC1D-0505-9A20-0191-74EA760F71A2}"/>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7033EF9C-7819-D6E8-1934-8194C54B2D97}"/>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44588DCB-55C2-6559-8226-5CBD8BCD3004}"/>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BFD9486C-BF25-8F20-122E-A488A4267A65}"/>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C6ED9E90-D59E-3C93-0A37-508012EDE2A7}"/>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082BEB5C-83E3-0B41-F2D2-70CD55A02F2A}"/>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CE383DFE-3385-50DF-9F01-A056F03D7DFD}"/>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EC0F256F-0CD7-A1C9-B1B9-DE3627B66358}"/>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3E0BF38F-0E50-9DEA-10C8-9FA441CF8B75}"/>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EB845970-93E1-6D46-0052-D6F541ADC22B}"/>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96DBBC16-B9E4-B15B-41FB-B32600A630DA}"/>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B4C70875-84C8-22A5-D291-10902734276A}"/>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B697912E-0769-EA73-D4C7-D266672E819D}"/>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DF0434B7-4DB0-400E-98C5-839034E12CC3}"/>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3B896C71-A26E-B92D-70D8-A1032DC5A1DF}"/>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739E14B4-5B25-4C52-1237-92D99CD7A320}"/>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8C415914-7C66-A998-064E-5517169E23E5}"/>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E83B881C-6595-C7E2-7C9C-EF2C1205347A}"/>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82937E23-FB1E-0FA6-03D8-E18656FDA8EA}"/>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E95545CF-9165-CBDC-EEC2-AFA0F92B71C7}"/>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9309574D-3B8F-E2C6-0B1E-2D64A67AE775}"/>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3E5B6961-0772-6DA0-D70F-4EBB72D02679}"/>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082BF927-789B-E7B6-3631-11EC3DC38B52}"/>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F52AD684-C2EA-9579-2530-714E4C37154E}"/>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50FDB6C4-95E8-A45A-EC3F-6E3F4BABEC61}"/>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40E88B0B-E55E-9806-00C2-53482092DD58}"/>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35966B38-3C15-8872-EE7A-9B0766DFAD59}"/>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915BC4AC-D06D-E628-3BCA-0FB87A71EDC9}"/>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pic>
        <p:nvPicPr>
          <p:cNvPr id="2" name="!!icon 2" descr="FaGlobe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Role of Digital Technology in Financial Inclusion</a:t>
            </a:r>
          </a:p>
        </p:txBody>
      </p:sp>
      <p:sp>
        <p:nvSpPr>
          <p:cNvPr id="5" name="Oval 5"/>
          <p:cNvSpPr/>
          <p:nvPr/>
        </p:nvSpPr>
        <p:spPr>
          <a:xfrm>
            <a:off x="1463040" y="1600200"/>
            <a:ext cx="1188720" cy="11887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6" name="Picture 6" descr="FaNetworkWired icon"/>
          <p:cNvPicPr>
            <a:picLocks noChangeAspect="1"/>
          </p:cNvPicPr>
          <p:nvPr/>
        </p:nvPicPr>
        <p:blipFill>
          <a:blip r:embed="rId4"/>
          <a:stretch>
            <a:fillRect/>
          </a:stretch>
        </p:blipFill>
        <p:spPr>
          <a:xfrm>
            <a:off x="1748332" y="1885492"/>
            <a:ext cx="618134" cy="618134"/>
          </a:xfrm>
          <a:prstGeom prst="rect">
            <a:avLst/>
          </a:prstGeom>
        </p:spPr>
      </p:pic>
      <p:sp>
        <p:nvSpPr>
          <p:cNvPr id="7" name="TextBox 7"/>
          <p:cNvSpPr txBox="1"/>
          <p:nvPr/>
        </p:nvSpPr>
        <p:spPr>
          <a:xfrm>
            <a:off x="640080" y="3017520"/>
            <a:ext cx="2834640" cy="900000"/>
          </a:xfrm>
          <a:prstGeom prst="rect">
            <a:avLst/>
          </a:prstGeom>
          <a:noFill/>
        </p:spPr>
        <p:txBody>
          <a:bodyPr wrap="square" lIns="45720" tIns="27432" rIns="45720" bIns="27432" anchor="ctr">
            <a:noAutofit/>
          </a:bodyPr>
          <a:lstStyle/>
          <a:p>
            <a:pPr algn="ctr">
              <a:spcAft>
                <a:spcPts val="0"/>
              </a:spcAft>
              <a:buNone/>
            </a:pPr>
            <a:r>
              <a:rPr lang="en-IN" sz="2200" b="1" i="0" dirty="0">
                <a:solidFill>
                  <a:srgbClr val="FFFFFF"/>
                </a:solidFill>
                <a:latin typeface="Times New Roman"/>
                <a:cs typeface="Times New Roman"/>
              </a:rPr>
              <a:t>Digital technology</a:t>
            </a:r>
          </a:p>
        </p:txBody>
      </p:sp>
      <p:sp>
        <p:nvSpPr>
          <p:cNvPr id="8" name="TextBox 8"/>
          <p:cNvSpPr txBox="1"/>
          <p:nvPr/>
        </p:nvSpPr>
        <p:spPr>
          <a:xfrm>
            <a:off x="731520" y="3931920"/>
            <a:ext cx="2651760" cy="1700000"/>
          </a:xfrm>
          <a:prstGeom prst="rect">
            <a:avLst/>
          </a:prstGeom>
          <a:noFill/>
        </p:spPr>
        <p:txBody>
          <a:bodyPr wrap="square" lIns="45720" tIns="27432" rIns="45720" bIns="27432" anchor="t">
            <a:noAutofit/>
          </a:bodyPr>
          <a:lstStyle/>
          <a:p>
            <a:pPr algn="ctr">
              <a:spcAft>
                <a:spcPts val="0"/>
              </a:spcAft>
              <a:buNone/>
            </a:pPr>
            <a:r>
              <a:rPr lang="en-IN" sz="1600" b="0" i="0" dirty="0">
                <a:solidFill>
                  <a:srgbClr val="B9A5FF"/>
                </a:solidFill>
                <a:latin typeface="Times New Roman"/>
                <a:cs typeface="Times New Roman"/>
              </a:rPr>
              <a:t>Extends financial services to individuals, businesses and remote areas, and builds awareness.</a:t>
            </a:r>
          </a:p>
        </p:txBody>
      </p:sp>
      <p:sp>
        <p:nvSpPr>
          <p:cNvPr id="9" name="Rounded Rectangle 9"/>
          <p:cNvSpPr/>
          <p:nvPr/>
        </p:nvSpPr>
        <p:spPr>
          <a:xfrm>
            <a:off x="3794760" y="1188720"/>
            <a:ext cx="784555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0" name="Oval 10"/>
          <p:cNvSpPr/>
          <p:nvPr/>
        </p:nvSpPr>
        <p:spPr>
          <a:xfrm>
            <a:off x="3931920" y="133368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1" name="Picture 11" descr="FaMobileAlt icon"/>
          <p:cNvPicPr>
            <a:picLocks noChangeAspect="1"/>
          </p:cNvPicPr>
          <p:nvPr/>
        </p:nvPicPr>
        <p:blipFill>
          <a:blip r:embed="rId5"/>
          <a:stretch>
            <a:fillRect/>
          </a:stretch>
        </p:blipFill>
        <p:spPr>
          <a:xfrm>
            <a:off x="4085539" y="1487299"/>
            <a:ext cx="332841" cy="332841"/>
          </a:xfrm>
          <a:prstGeom prst="rect">
            <a:avLst/>
          </a:prstGeom>
        </p:spPr>
      </p:pic>
      <p:sp>
        <p:nvSpPr>
          <p:cNvPr id="12" name="TextBox 12"/>
          <p:cNvSpPr txBox="1"/>
          <p:nvPr/>
        </p:nvSpPr>
        <p:spPr>
          <a:xfrm>
            <a:off x="4709160" y="1188720"/>
            <a:ext cx="6845552" cy="930000"/>
          </a:xfrm>
          <a:prstGeom prst="rect">
            <a:avLst/>
          </a:prstGeom>
          <a:noFill/>
        </p:spPr>
        <p:txBody>
          <a:bodyPr wrap="square" lIns="45720" tIns="27432" rIns="45720" bIns="27432" anchor="ctr">
            <a:noAutofit/>
          </a:bodyPr>
          <a:lstStyle/>
          <a:p>
            <a:pPr algn="l">
              <a:spcAft>
                <a:spcPts val="200"/>
              </a:spcAft>
              <a:buNone/>
            </a:pPr>
            <a:r>
              <a:rPr lang="en-IN" sz="2000" b="1" i="0" dirty="0">
                <a:solidFill>
                  <a:srgbClr val="B9A5FF"/>
                </a:solidFill>
                <a:latin typeface="Times New Roman"/>
                <a:cs typeface="Times New Roman"/>
              </a:rPr>
              <a:t>Mobile banking</a:t>
            </a:r>
          </a:p>
          <a:p>
            <a:pPr algn="l">
              <a:spcAft>
                <a:spcPts val="0"/>
              </a:spcAft>
              <a:buNone/>
            </a:pPr>
            <a:r>
              <a:rPr lang="en-IN" sz="1700" b="0" i="0" dirty="0">
                <a:solidFill>
                  <a:srgbClr val="FFFFFF"/>
                </a:solidFill>
                <a:latin typeface="Times New Roman"/>
                <a:cs typeface="Times New Roman"/>
              </a:rPr>
              <a:t>Provides financial services in remote areas.</a:t>
            </a:r>
          </a:p>
        </p:txBody>
      </p:sp>
      <p:sp>
        <p:nvSpPr>
          <p:cNvPr id="13" name="Rounded Rectangle 13"/>
          <p:cNvSpPr/>
          <p:nvPr/>
        </p:nvSpPr>
        <p:spPr>
          <a:xfrm>
            <a:off x="3794760" y="2224950"/>
            <a:ext cx="784555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4" name="Oval 14"/>
          <p:cNvSpPr/>
          <p:nvPr/>
        </p:nvSpPr>
        <p:spPr>
          <a:xfrm>
            <a:off x="3931920" y="236991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5" name="Picture 15" descr="FaQrcode icon"/>
          <p:cNvPicPr>
            <a:picLocks noChangeAspect="1"/>
          </p:cNvPicPr>
          <p:nvPr/>
        </p:nvPicPr>
        <p:blipFill>
          <a:blip r:embed="rId6"/>
          <a:stretch>
            <a:fillRect/>
          </a:stretch>
        </p:blipFill>
        <p:spPr>
          <a:xfrm>
            <a:off x="4085539" y="2523529"/>
            <a:ext cx="332841" cy="332841"/>
          </a:xfrm>
          <a:prstGeom prst="rect">
            <a:avLst/>
          </a:prstGeom>
        </p:spPr>
      </p:pic>
      <p:sp>
        <p:nvSpPr>
          <p:cNvPr id="16" name="TextBox 16"/>
          <p:cNvSpPr txBox="1"/>
          <p:nvPr/>
        </p:nvSpPr>
        <p:spPr>
          <a:xfrm>
            <a:off x="4709160" y="2224950"/>
            <a:ext cx="6845552" cy="930000"/>
          </a:xfrm>
          <a:prstGeom prst="rect">
            <a:avLst/>
          </a:prstGeom>
          <a:noFill/>
        </p:spPr>
        <p:txBody>
          <a:bodyPr wrap="square" lIns="45720" tIns="27432" rIns="45720" bIns="27432" anchor="ctr">
            <a:noAutofit/>
          </a:bodyPr>
          <a:lstStyle/>
          <a:p>
            <a:pPr algn="l">
              <a:spcAft>
                <a:spcPts val="200"/>
              </a:spcAft>
              <a:buNone/>
            </a:pPr>
            <a:r>
              <a:rPr lang="en-IN" sz="2000" b="1" i="0" dirty="0">
                <a:solidFill>
                  <a:srgbClr val="B9A5FF"/>
                </a:solidFill>
                <a:latin typeface="Times New Roman"/>
                <a:cs typeface="Times New Roman"/>
              </a:rPr>
              <a:t>UPI</a:t>
            </a:r>
          </a:p>
          <a:p>
            <a:pPr algn="l">
              <a:spcAft>
                <a:spcPts val="0"/>
              </a:spcAft>
              <a:buNone/>
            </a:pPr>
            <a:r>
              <a:rPr lang="en-IN" sz="1700" b="0" i="0" dirty="0">
                <a:solidFill>
                  <a:srgbClr val="FFFFFF"/>
                </a:solidFill>
                <a:latin typeface="Times New Roman"/>
                <a:cs typeface="Times New Roman"/>
              </a:rPr>
              <a:t>Enables convenient digital payments for individuals and businesses.</a:t>
            </a:r>
          </a:p>
        </p:txBody>
      </p:sp>
      <p:sp>
        <p:nvSpPr>
          <p:cNvPr id="17" name="Rounded Rectangle 17"/>
          <p:cNvSpPr/>
          <p:nvPr/>
        </p:nvSpPr>
        <p:spPr>
          <a:xfrm>
            <a:off x="3794760" y="3261180"/>
            <a:ext cx="784555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8" name="Oval 18"/>
          <p:cNvSpPr/>
          <p:nvPr/>
        </p:nvSpPr>
        <p:spPr>
          <a:xfrm>
            <a:off x="3931920" y="340614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9" name="Picture 19" descr="FaFingerprint icon"/>
          <p:cNvPicPr>
            <a:picLocks noChangeAspect="1"/>
          </p:cNvPicPr>
          <p:nvPr/>
        </p:nvPicPr>
        <p:blipFill>
          <a:blip r:embed="rId7"/>
          <a:stretch>
            <a:fillRect/>
          </a:stretch>
        </p:blipFill>
        <p:spPr>
          <a:xfrm>
            <a:off x="4085539" y="3559759"/>
            <a:ext cx="332841" cy="332841"/>
          </a:xfrm>
          <a:prstGeom prst="rect">
            <a:avLst/>
          </a:prstGeom>
        </p:spPr>
      </p:pic>
      <p:sp>
        <p:nvSpPr>
          <p:cNvPr id="20" name="TextBox 20"/>
          <p:cNvSpPr txBox="1"/>
          <p:nvPr/>
        </p:nvSpPr>
        <p:spPr>
          <a:xfrm>
            <a:off x="4709160" y="3261180"/>
            <a:ext cx="6845552" cy="930000"/>
          </a:xfrm>
          <a:prstGeom prst="rect">
            <a:avLst/>
          </a:prstGeom>
          <a:noFill/>
        </p:spPr>
        <p:txBody>
          <a:bodyPr wrap="square" lIns="45720" tIns="27432" rIns="45720" bIns="27432" anchor="ctr">
            <a:noAutofit/>
          </a:bodyPr>
          <a:lstStyle/>
          <a:p>
            <a:pPr algn="l">
              <a:spcAft>
                <a:spcPts val="200"/>
              </a:spcAft>
              <a:buNone/>
            </a:pPr>
            <a:r>
              <a:rPr lang="en-IN" sz="2000" b="1" i="0" dirty="0">
                <a:solidFill>
                  <a:srgbClr val="B9A5FF"/>
                </a:solidFill>
                <a:latin typeface="Times New Roman"/>
                <a:cs typeface="Times New Roman"/>
              </a:rPr>
              <a:t>Aadhaar-based verification</a:t>
            </a:r>
          </a:p>
          <a:p>
            <a:pPr algn="l">
              <a:spcAft>
                <a:spcPts val="0"/>
              </a:spcAft>
              <a:buNone/>
            </a:pPr>
            <a:r>
              <a:rPr lang="en-IN" sz="1700" b="0" i="0" dirty="0">
                <a:solidFill>
                  <a:srgbClr val="FFFFFF"/>
                </a:solidFill>
                <a:latin typeface="Times New Roman"/>
                <a:cs typeface="Times New Roman"/>
              </a:rPr>
              <a:t>Can facilitate access to eligible financial services.</a:t>
            </a:r>
          </a:p>
        </p:txBody>
      </p:sp>
      <p:sp>
        <p:nvSpPr>
          <p:cNvPr id="21" name="Rounded Rectangle 21"/>
          <p:cNvSpPr/>
          <p:nvPr/>
        </p:nvSpPr>
        <p:spPr>
          <a:xfrm>
            <a:off x="3794760" y="4297410"/>
            <a:ext cx="784555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22" name="Oval 22"/>
          <p:cNvSpPr/>
          <p:nvPr/>
        </p:nvSpPr>
        <p:spPr>
          <a:xfrm>
            <a:off x="3931920" y="444237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3" name="Picture 23" descr="FaHandHoldingUsd icon"/>
          <p:cNvPicPr>
            <a:picLocks noChangeAspect="1"/>
          </p:cNvPicPr>
          <p:nvPr/>
        </p:nvPicPr>
        <p:blipFill>
          <a:blip r:embed="rId8"/>
          <a:stretch>
            <a:fillRect/>
          </a:stretch>
        </p:blipFill>
        <p:spPr>
          <a:xfrm>
            <a:off x="4085539" y="4595989"/>
            <a:ext cx="332841" cy="332841"/>
          </a:xfrm>
          <a:prstGeom prst="rect">
            <a:avLst/>
          </a:prstGeom>
        </p:spPr>
      </p:pic>
      <p:sp>
        <p:nvSpPr>
          <p:cNvPr id="24" name="TextBox 24"/>
          <p:cNvSpPr txBox="1"/>
          <p:nvPr/>
        </p:nvSpPr>
        <p:spPr>
          <a:xfrm>
            <a:off x="4709160" y="4297410"/>
            <a:ext cx="6845552" cy="930000"/>
          </a:xfrm>
          <a:prstGeom prst="rect">
            <a:avLst/>
          </a:prstGeom>
          <a:noFill/>
        </p:spPr>
        <p:txBody>
          <a:bodyPr wrap="square" lIns="45720" tIns="27432" rIns="45720" bIns="27432" anchor="ctr">
            <a:noAutofit/>
          </a:bodyPr>
          <a:lstStyle/>
          <a:p>
            <a:pPr algn="l">
              <a:spcAft>
                <a:spcPts val="200"/>
              </a:spcAft>
              <a:buNone/>
            </a:pPr>
            <a:r>
              <a:rPr lang="en-IN" sz="2000" b="1" i="0" dirty="0">
                <a:solidFill>
                  <a:srgbClr val="B9A5FF"/>
                </a:solidFill>
                <a:latin typeface="Times New Roman"/>
                <a:cs typeface="Times New Roman"/>
              </a:rPr>
              <a:t>Digital lending platforms</a:t>
            </a:r>
          </a:p>
          <a:p>
            <a:pPr algn="l">
              <a:spcAft>
                <a:spcPts val="0"/>
              </a:spcAft>
              <a:buNone/>
            </a:pPr>
            <a:r>
              <a:rPr lang="en-IN" sz="1700" b="0" i="0" dirty="0">
                <a:solidFill>
                  <a:srgbClr val="FFFFFF"/>
                </a:solidFill>
                <a:latin typeface="Times New Roman"/>
                <a:cs typeface="Times New Roman"/>
              </a:rPr>
              <a:t>Simplify loan applications for eligible borrowers.</a:t>
            </a:r>
          </a:p>
        </p:txBody>
      </p:sp>
      <p:sp>
        <p:nvSpPr>
          <p:cNvPr id="26" name="Oval 26"/>
          <p:cNvSpPr/>
          <p:nvPr/>
        </p:nvSpPr>
        <p:spPr>
          <a:xfrm>
            <a:off x="3931920" y="547860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sp>
        <p:nvSpPr>
          <p:cNvPr id="25" name="Rounded Rectangle 25"/>
          <p:cNvSpPr/>
          <p:nvPr/>
        </p:nvSpPr>
        <p:spPr>
          <a:xfrm>
            <a:off x="3794760" y="5333640"/>
            <a:ext cx="784555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pic>
        <p:nvPicPr>
          <p:cNvPr id="27" name="Picture 27" descr="FaGraduationCap icon"/>
          <p:cNvPicPr>
            <a:picLocks noChangeAspect="1"/>
          </p:cNvPicPr>
          <p:nvPr/>
        </p:nvPicPr>
        <p:blipFill>
          <a:blip r:embed="rId9"/>
          <a:stretch>
            <a:fillRect/>
          </a:stretch>
        </p:blipFill>
        <p:spPr>
          <a:xfrm>
            <a:off x="4085539" y="5632219"/>
            <a:ext cx="332841" cy="332841"/>
          </a:xfrm>
          <a:prstGeom prst="rect">
            <a:avLst/>
          </a:prstGeom>
        </p:spPr>
      </p:pic>
      <p:sp>
        <p:nvSpPr>
          <p:cNvPr id="28" name="TextBox 28"/>
          <p:cNvSpPr txBox="1"/>
          <p:nvPr/>
        </p:nvSpPr>
        <p:spPr>
          <a:xfrm>
            <a:off x="4709160" y="5333640"/>
            <a:ext cx="6845552" cy="930000"/>
          </a:xfrm>
          <a:prstGeom prst="rect">
            <a:avLst/>
          </a:prstGeom>
          <a:noFill/>
        </p:spPr>
        <p:txBody>
          <a:bodyPr wrap="square" lIns="45720" tIns="27432" rIns="45720" bIns="27432" anchor="ctr">
            <a:noAutofit/>
          </a:bodyPr>
          <a:lstStyle/>
          <a:p>
            <a:pPr algn="l">
              <a:spcAft>
                <a:spcPts val="200"/>
              </a:spcAft>
              <a:buNone/>
            </a:pPr>
            <a:r>
              <a:rPr lang="en-IN" sz="2000" b="1" i="0" dirty="0">
                <a:solidFill>
                  <a:srgbClr val="B9A5FF"/>
                </a:solidFill>
                <a:latin typeface="Times New Roman"/>
                <a:cs typeface="Times New Roman"/>
              </a:rPr>
              <a:t>Online financial education</a:t>
            </a:r>
          </a:p>
          <a:p>
            <a:pPr algn="l">
              <a:spcAft>
                <a:spcPts val="0"/>
              </a:spcAft>
              <a:buNone/>
            </a:pPr>
            <a:r>
              <a:rPr lang="en-IN" sz="1700" b="0" i="0" dirty="0">
                <a:solidFill>
                  <a:srgbClr val="FFFFFF"/>
                </a:solidFill>
                <a:latin typeface="Times New Roman"/>
                <a:cs typeface="Times New Roman"/>
              </a:rPr>
              <a:t>Improves awareness of savings and financial security.</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bg>
      <p:bgPr>
        <a:gradFill rotWithShape="1">
          <a:gsLst>
            <a:gs pos="0">
              <a:srgbClr val="E6F3FF"/>
            </a:gs>
            <a:gs pos="50000">
              <a:srgbClr val="FFFFFF"/>
            </a:gs>
            <a:gs pos="100000">
              <a:srgbClr val="E2F1FF"/>
            </a:gs>
          </a:gsLst>
          <a:lin ang="5400000" scaled="0"/>
        </a:gradFill>
        <a:effectLst/>
      </p:bgPr>
    </p:bg>
    <p:spTree>
      <p:nvGrpSpPr>
        <p:cNvPr id="1" name=""/>
        <p:cNvGrpSpPr/>
        <p:nvPr/>
      </p:nvGrpSpPr>
      <p:grpSpPr>
        <a:xfrm>
          <a:off x="0" y="0"/>
          <a:ext cx="0" cy="0"/>
          <a:chOff x="0" y="0"/>
          <a:chExt cx="0" cy="0"/>
        </a:xfrm>
      </p:grpSpPr>
      <p:sp>
        <p:nvSpPr>
          <p:cNvPr id="2" name="Soft accent top-left"/>
          <p:cNvSpPr/>
          <p:nvPr/>
        </p:nvSpPr>
        <p:spPr>
          <a:xfrm>
            <a:off x="0" y="0"/>
            <a:ext cx="2468880" cy="1737360"/>
          </a:xfrm>
          <a:custGeom>
            <a:avLst/>
            <a:gdLst/>
            <a:ahLst/>
            <a:cxnLst/>
            <a:rect l="l" t="t" r="r" b="b"/>
            <a:pathLst>
              <a:path w="2468880" h="1737360">
                <a:moveTo>
                  <a:pt x="0" y="0"/>
                </a:moveTo>
                <a:lnTo>
                  <a:pt x="2468880" y="0"/>
                </a:lnTo>
                <a:lnTo>
                  <a:pt x="2465496" y="90926"/>
                </a:lnTo>
                <a:lnTo>
                  <a:pt x="2455355" y="181604"/>
                </a:lnTo>
                <a:lnTo>
                  <a:pt x="2438484" y="271783"/>
                </a:lnTo>
                <a:lnTo>
                  <a:pt x="2414929" y="361217"/>
                </a:lnTo>
                <a:lnTo>
                  <a:pt x="2384755" y="449662"/>
                </a:lnTo>
                <a:lnTo>
                  <a:pt x="2348044" y="536874"/>
                </a:lnTo>
                <a:lnTo>
                  <a:pt x="2304898" y="622614"/>
                </a:lnTo>
                <a:lnTo>
                  <a:pt x="2255434" y="706648"/>
                </a:lnTo>
                <a:lnTo>
                  <a:pt x="2199788" y="788745"/>
                </a:lnTo>
                <a:lnTo>
                  <a:pt x="2138113" y="868680"/>
                </a:lnTo>
                <a:lnTo>
                  <a:pt x="2070577" y="946234"/>
                </a:lnTo>
                <a:lnTo>
                  <a:pt x="1997366" y="1021195"/>
                </a:lnTo>
                <a:lnTo>
                  <a:pt x="1918680" y="1093356"/>
                </a:lnTo>
                <a:lnTo>
                  <a:pt x="1834735" y="1162521"/>
                </a:lnTo>
                <a:lnTo>
                  <a:pt x="1745762" y="1228499"/>
                </a:lnTo>
                <a:lnTo>
                  <a:pt x="1652003" y="1291110"/>
                </a:lnTo>
                <a:lnTo>
                  <a:pt x="1553717" y="1350182"/>
                </a:lnTo>
                <a:lnTo>
                  <a:pt x="1451171" y="1405554"/>
                </a:lnTo>
                <a:lnTo>
                  <a:pt x="1344648" y="1457073"/>
                </a:lnTo>
                <a:lnTo>
                  <a:pt x="1234440" y="1504598"/>
                </a:lnTo>
                <a:lnTo>
                  <a:pt x="1120848" y="1547999"/>
                </a:lnTo>
                <a:lnTo>
                  <a:pt x="1004184" y="1587157"/>
                </a:lnTo>
                <a:lnTo>
                  <a:pt x="884767" y="1621965"/>
                </a:lnTo>
                <a:lnTo>
                  <a:pt x="762926" y="1652328"/>
                </a:lnTo>
                <a:lnTo>
                  <a:pt x="638993" y="1678161"/>
                </a:lnTo>
                <a:lnTo>
                  <a:pt x="513309" y="1699395"/>
                </a:lnTo>
                <a:lnTo>
                  <a:pt x="386218" y="1715970"/>
                </a:lnTo>
                <a:lnTo>
                  <a:pt x="258068" y="1727843"/>
                </a:lnTo>
                <a:lnTo>
                  <a:pt x="129211" y="1734979"/>
                </a:lnTo>
                <a:lnTo>
                  <a:pt x="0" y="1737360"/>
                </a:lnTo>
                <a:close/>
              </a:path>
            </a:pathLst>
          </a:custGeom>
          <a:solidFill>
            <a:srgbClr val="D9F0FF">
              <a:alpha val="55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 name="Soft accent top-right"/>
          <p:cNvSpPr/>
          <p:nvPr/>
        </p:nvSpPr>
        <p:spPr>
          <a:xfrm>
            <a:off x="8899855" y="0"/>
            <a:ext cx="3291840" cy="2377440"/>
          </a:xfrm>
          <a:custGeom>
            <a:avLst/>
            <a:gdLst/>
            <a:ahLst/>
            <a:cxnLst/>
            <a:rect l="l" t="t" r="r" b="b"/>
            <a:pathLst>
              <a:path w="3291840" h="2377440">
                <a:moveTo>
                  <a:pt x="3291840" y="0"/>
                </a:moveTo>
                <a:lnTo>
                  <a:pt x="0" y="0"/>
                </a:lnTo>
                <a:lnTo>
                  <a:pt x="4512" y="124426"/>
                </a:lnTo>
                <a:lnTo>
                  <a:pt x="18033" y="248510"/>
                </a:lnTo>
                <a:lnTo>
                  <a:pt x="40528" y="371914"/>
                </a:lnTo>
                <a:lnTo>
                  <a:pt x="71935" y="494298"/>
                </a:lnTo>
                <a:lnTo>
                  <a:pt x="112167" y="615327"/>
                </a:lnTo>
                <a:lnTo>
                  <a:pt x="161114" y="734669"/>
                </a:lnTo>
                <a:lnTo>
                  <a:pt x="218643" y="851998"/>
                </a:lnTo>
                <a:lnTo>
                  <a:pt x="284595" y="966992"/>
                </a:lnTo>
                <a:lnTo>
                  <a:pt x="358789" y="1079335"/>
                </a:lnTo>
                <a:lnTo>
                  <a:pt x="441023" y="1188720"/>
                </a:lnTo>
                <a:lnTo>
                  <a:pt x="531071" y="1294847"/>
                </a:lnTo>
                <a:lnTo>
                  <a:pt x="628686" y="1397424"/>
                </a:lnTo>
                <a:lnTo>
                  <a:pt x="733600" y="1496171"/>
                </a:lnTo>
                <a:lnTo>
                  <a:pt x="845526" y="1590818"/>
                </a:lnTo>
                <a:lnTo>
                  <a:pt x="964158" y="1681104"/>
                </a:lnTo>
                <a:lnTo>
                  <a:pt x="1089169" y="1766782"/>
                </a:lnTo>
                <a:lnTo>
                  <a:pt x="1220218" y="1847618"/>
                </a:lnTo>
                <a:lnTo>
                  <a:pt x="1356945" y="1923389"/>
                </a:lnTo>
                <a:lnTo>
                  <a:pt x="1498976" y="1993889"/>
                </a:lnTo>
                <a:lnTo>
                  <a:pt x="1645920" y="2058923"/>
                </a:lnTo>
                <a:lnTo>
                  <a:pt x="1797376" y="2118315"/>
                </a:lnTo>
                <a:lnTo>
                  <a:pt x="1952928" y="2171900"/>
                </a:lnTo>
                <a:lnTo>
                  <a:pt x="2112150" y="2219531"/>
                </a:lnTo>
                <a:lnTo>
                  <a:pt x="2274606" y="2261080"/>
                </a:lnTo>
                <a:lnTo>
                  <a:pt x="2439849" y="2296431"/>
                </a:lnTo>
                <a:lnTo>
                  <a:pt x="2607428" y="2325487"/>
                </a:lnTo>
                <a:lnTo>
                  <a:pt x="2776883" y="2348170"/>
                </a:lnTo>
                <a:lnTo>
                  <a:pt x="2947749" y="2364416"/>
                </a:lnTo>
                <a:lnTo>
                  <a:pt x="3119559" y="2374182"/>
                </a:lnTo>
                <a:lnTo>
                  <a:pt x="3291840" y="2377440"/>
                </a:lnTo>
                <a:close/>
              </a:path>
            </a:pathLst>
          </a:custGeom>
          <a:solidFill>
            <a:srgbClr val="BFE3FF">
              <a:alpha val="4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4" name="Top-right navy curve"/>
          <p:cNvSpPr/>
          <p:nvPr/>
        </p:nvSpPr>
        <p:spPr>
          <a:xfrm>
            <a:off x="10058400" y="0"/>
            <a:ext cx="2133295" cy="1188720"/>
          </a:xfrm>
          <a:custGeom>
            <a:avLst/>
            <a:gdLst/>
            <a:ahLst/>
            <a:cxnLst/>
            <a:rect l="l" t="t" r="r" b="b"/>
            <a:pathLst>
              <a:path w="2133295" h="1188720">
                <a:moveTo>
                  <a:pt x="0" y="0"/>
                </a:moveTo>
                <a:lnTo>
                  <a:pt x="56913" y="0"/>
                </a:lnTo>
                <a:lnTo>
                  <a:pt x="113354" y="0"/>
                </a:lnTo>
                <a:lnTo>
                  <a:pt x="169329" y="0"/>
                </a:lnTo>
                <a:lnTo>
                  <a:pt x="224843" y="0"/>
                </a:lnTo>
                <a:lnTo>
                  <a:pt x="279900" y="135"/>
                </a:lnTo>
                <a:lnTo>
                  <a:pt x="334506" y="19824"/>
                </a:lnTo>
                <a:lnTo>
                  <a:pt x="388665" y="39960"/>
                </a:lnTo>
                <a:lnTo>
                  <a:pt x="442383" y="60537"/>
                </a:lnTo>
                <a:lnTo>
                  <a:pt x="495665" y="81550"/>
                </a:lnTo>
                <a:lnTo>
                  <a:pt x="548514" y="102996"/>
                </a:lnTo>
                <a:lnTo>
                  <a:pt x="600937" y="124868"/>
                </a:lnTo>
                <a:lnTo>
                  <a:pt x="652939" y="147161"/>
                </a:lnTo>
                <a:lnTo>
                  <a:pt x="704523" y="169872"/>
                </a:lnTo>
                <a:lnTo>
                  <a:pt x="755696" y="192994"/>
                </a:lnTo>
                <a:lnTo>
                  <a:pt x="806462" y="216523"/>
                </a:lnTo>
                <a:lnTo>
                  <a:pt x="856827" y="240453"/>
                </a:lnTo>
                <a:lnTo>
                  <a:pt x="906794" y="264781"/>
                </a:lnTo>
                <a:lnTo>
                  <a:pt x="956370" y="289500"/>
                </a:lnTo>
                <a:lnTo>
                  <a:pt x="1005558" y="314607"/>
                </a:lnTo>
                <a:lnTo>
                  <a:pt x="1054365" y="340095"/>
                </a:lnTo>
                <a:lnTo>
                  <a:pt x="1102794" y="365961"/>
                </a:lnTo>
                <a:lnTo>
                  <a:pt x="1150852" y="392198"/>
                </a:lnTo>
                <a:lnTo>
                  <a:pt x="1198542" y="418803"/>
                </a:lnTo>
                <a:lnTo>
                  <a:pt x="1245870" y="445770"/>
                </a:lnTo>
                <a:lnTo>
                  <a:pt x="1292841" y="473094"/>
                </a:lnTo>
                <a:lnTo>
                  <a:pt x="1339460" y="500770"/>
                </a:lnTo>
                <a:lnTo>
                  <a:pt x="1385731" y="528794"/>
                </a:lnTo>
                <a:lnTo>
                  <a:pt x="1431660" y="557160"/>
                </a:lnTo>
                <a:lnTo>
                  <a:pt x="1477252" y="585863"/>
                </a:lnTo>
                <a:lnTo>
                  <a:pt x="1522512" y="614898"/>
                </a:lnTo>
                <a:lnTo>
                  <a:pt x="1567444" y="644261"/>
                </a:lnTo>
                <a:lnTo>
                  <a:pt x="1612053" y="673947"/>
                </a:lnTo>
                <a:lnTo>
                  <a:pt x="1656345" y="703950"/>
                </a:lnTo>
                <a:lnTo>
                  <a:pt x="1700325" y="734265"/>
                </a:lnTo>
                <a:lnTo>
                  <a:pt x="1743997" y="764888"/>
                </a:lnTo>
                <a:lnTo>
                  <a:pt x="1787366" y="795814"/>
                </a:lnTo>
                <a:lnTo>
                  <a:pt x="1830438" y="827037"/>
                </a:lnTo>
                <a:lnTo>
                  <a:pt x="1873217" y="858553"/>
                </a:lnTo>
                <a:lnTo>
                  <a:pt x="1915708" y="890357"/>
                </a:lnTo>
                <a:lnTo>
                  <a:pt x="1957917" y="922443"/>
                </a:lnTo>
                <a:lnTo>
                  <a:pt x="1999847" y="954808"/>
                </a:lnTo>
                <a:lnTo>
                  <a:pt x="2041505" y="987445"/>
                </a:lnTo>
                <a:lnTo>
                  <a:pt x="2082895" y="1020350"/>
                </a:lnTo>
                <a:lnTo>
                  <a:pt x="2124022" y="1053518"/>
                </a:lnTo>
                <a:lnTo>
                  <a:pt x="2133295" y="1086944"/>
                </a:lnTo>
                <a:lnTo>
                  <a:pt x="2133295" y="1120623"/>
                </a:lnTo>
                <a:lnTo>
                  <a:pt x="2133295" y="1154550"/>
                </a:lnTo>
                <a:lnTo>
                  <a:pt x="2133295" y="1188720"/>
                </a:lnTo>
                <a:lnTo>
                  <a:pt x="2133295" y="0"/>
                </a:lnTo>
                <a:close/>
              </a:path>
            </a:pathLst>
          </a:custGeom>
          <a:gradFill rotWithShape="1">
            <a:gsLst>
              <a:gs pos="0">
                <a:srgbClr val="031B3D"/>
              </a:gs>
              <a:gs pos="60000">
                <a:srgbClr val="062653"/>
              </a:gs>
              <a:gs pos="100000">
                <a:srgbClr val="0878E8"/>
              </a:gs>
            </a:gsLst>
            <a:lin ang="2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5" name="Top-right gold ribbon"/>
          <p:cNvSpPr/>
          <p:nvPr/>
        </p:nvSpPr>
        <p:spPr>
          <a:xfrm>
            <a:off x="10058400" y="0"/>
            <a:ext cx="2133295" cy="1294973"/>
          </a:xfrm>
          <a:custGeom>
            <a:avLst/>
            <a:gdLst/>
            <a:ahLst/>
            <a:cxnLst/>
            <a:rect l="l" t="t" r="r" b="b"/>
            <a:pathLst>
              <a:path w="2133295" h="1294973">
                <a:moveTo>
                  <a:pt x="0" y="0"/>
                </a:moveTo>
                <a:lnTo>
                  <a:pt x="51831" y="0"/>
                </a:lnTo>
                <a:lnTo>
                  <a:pt x="106168" y="0"/>
                </a:lnTo>
                <a:lnTo>
                  <a:pt x="160528" y="0"/>
                </a:lnTo>
                <a:lnTo>
                  <a:pt x="214680" y="0"/>
                </a:lnTo>
                <a:lnTo>
                  <a:pt x="268538" y="17281"/>
                </a:lnTo>
                <a:lnTo>
                  <a:pt x="322059" y="38607"/>
                </a:lnTo>
                <a:lnTo>
                  <a:pt x="375222" y="60248"/>
                </a:lnTo>
                <a:lnTo>
                  <a:pt x="428011" y="82226"/>
                </a:lnTo>
                <a:lnTo>
                  <a:pt x="480421" y="104555"/>
                </a:lnTo>
                <a:lnTo>
                  <a:pt x="532446" y="127245"/>
                </a:lnTo>
                <a:lnTo>
                  <a:pt x="584085" y="150300"/>
                </a:lnTo>
                <a:lnTo>
                  <a:pt x="635337" y="173725"/>
                </a:lnTo>
                <a:lnTo>
                  <a:pt x="686202" y="197520"/>
                </a:lnTo>
                <a:lnTo>
                  <a:pt x="736684" y="221685"/>
                </a:lnTo>
                <a:lnTo>
                  <a:pt x="786783" y="246221"/>
                </a:lnTo>
                <a:lnTo>
                  <a:pt x="836501" y="271126"/>
                </a:lnTo>
                <a:lnTo>
                  <a:pt x="885843" y="296398"/>
                </a:lnTo>
                <a:lnTo>
                  <a:pt x="934811" y="322034"/>
                </a:lnTo>
                <a:lnTo>
                  <a:pt x="983409" y="348032"/>
                </a:lnTo>
                <a:lnTo>
                  <a:pt x="1031640" y="374389"/>
                </a:lnTo>
                <a:lnTo>
                  <a:pt x="1079509" y="401101"/>
                </a:lnTo>
                <a:lnTo>
                  <a:pt x="1127018" y="428165"/>
                </a:lnTo>
                <a:lnTo>
                  <a:pt x="1174173" y="455578"/>
                </a:lnTo>
                <a:lnTo>
                  <a:pt x="1220977" y="483336"/>
                </a:lnTo>
                <a:lnTo>
                  <a:pt x="1267434" y="511435"/>
                </a:lnTo>
                <a:lnTo>
                  <a:pt x="1313550" y="539870"/>
                </a:lnTo>
                <a:lnTo>
                  <a:pt x="1359328" y="568639"/>
                </a:lnTo>
                <a:lnTo>
                  <a:pt x="1404773" y="597736"/>
                </a:lnTo>
                <a:lnTo>
                  <a:pt x="1449889" y="627157"/>
                </a:lnTo>
                <a:lnTo>
                  <a:pt x="1494680" y="656899"/>
                </a:lnTo>
                <a:lnTo>
                  <a:pt x="1539152" y="686956"/>
                </a:lnTo>
                <a:lnTo>
                  <a:pt x="1583309" y="717324"/>
                </a:lnTo>
                <a:lnTo>
                  <a:pt x="1627155" y="748000"/>
                </a:lnTo>
                <a:lnTo>
                  <a:pt x="1670696" y="778978"/>
                </a:lnTo>
                <a:lnTo>
                  <a:pt x="1713935" y="810254"/>
                </a:lnTo>
                <a:lnTo>
                  <a:pt x="1756878" y="841823"/>
                </a:lnTo>
                <a:lnTo>
                  <a:pt x="1799529" y="873681"/>
                </a:lnTo>
                <a:lnTo>
                  <a:pt x="1841894" y="905823"/>
                </a:lnTo>
                <a:lnTo>
                  <a:pt x="1883975" y="938245"/>
                </a:lnTo>
                <a:lnTo>
                  <a:pt x="1925780" y="970941"/>
                </a:lnTo>
                <a:lnTo>
                  <a:pt x="1967311" y="1003908"/>
                </a:lnTo>
                <a:lnTo>
                  <a:pt x="2008574" y="1037140"/>
                </a:lnTo>
                <a:lnTo>
                  <a:pt x="2049575" y="1070633"/>
                </a:lnTo>
                <a:lnTo>
                  <a:pt x="2090316" y="1104383"/>
                </a:lnTo>
                <a:lnTo>
                  <a:pt x="2130805" y="1138384"/>
                </a:lnTo>
                <a:lnTo>
                  <a:pt x="2133295" y="1172631"/>
                </a:lnTo>
                <a:lnTo>
                  <a:pt x="2133295" y="1207120"/>
                </a:lnTo>
                <a:lnTo>
                  <a:pt x="2133295" y="1241847"/>
                </a:lnTo>
                <a:lnTo>
                  <a:pt x="2133295" y="1294973"/>
                </a:lnTo>
                <a:lnTo>
                  <a:pt x="2133295" y="1259691"/>
                </a:lnTo>
                <a:lnTo>
                  <a:pt x="2133295" y="1224639"/>
                </a:lnTo>
                <a:lnTo>
                  <a:pt x="2096718" y="1189823"/>
                </a:lnTo>
                <a:lnTo>
                  <a:pt x="2056611" y="1155248"/>
                </a:lnTo>
                <a:lnTo>
                  <a:pt x="2016254" y="1120917"/>
                </a:lnTo>
                <a:lnTo>
                  <a:pt x="1975644" y="1086836"/>
                </a:lnTo>
                <a:lnTo>
                  <a:pt x="1934775" y="1053008"/>
                </a:lnTo>
                <a:lnTo>
                  <a:pt x="1893643" y="1019439"/>
                </a:lnTo>
                <a:lnTo>
                  <a:pt x="1852243" y="986132"/>
                </a:lnTo>
                <a:lnTo>
                  <a:pt x="1810570" y="953093"/>
                </a:lnTo>
                <a:lnTo>
                  <a:pt x="1768621" y="920324"/>
                </a:lnTo>
                <a:lnTo>
                  <a:pt x="1726390" y="887832"/>
                </a:lnTo>
                <a:lnTo>
                  <a:pt x="1683874" y="855619"/>
                </a:lnTo>
                <a:lnTo>
                  <a:pt x="1641067" y="823691"/>
                </a:lnTo>
                <a:lnTo>
                  <a:pt x="1597966" y="792050"/>
                </a:lnTo>
                <a:lnTo>
                  <a:pt x="1554565" y="760702"/>
                </a:lnTo>
                <a:lnTo>
                  <a:pt x="1510861" y="729650"/>
                </a:lnTo>
                <a:lnTo>
                  <a:pt x="1466849" y="698899"/>
                </a:lnTo>
                <a:lnTo>
                  <a:pt x="1422525" y="668451"/>
                </a:lnTo>
                <a:lnTo>
                  <a:pt x="1377885" y="638312"/>
                </a:lnTo>
                <a:lnTo>
                  <a:pt x="1332925" y="608484"/>
                </a:lnTo>
                <a:lnTo>
                  <a:pt x="1287640" y="578971"/>
                </a:lnTo>
                <a:lnTo>
                  <a:pt x="1242028" y="549776"/>
                </a:lnTo>
                <a:lnTo>
                  <a:pt x="1196083" y="520902"/>
                </a:lnTo>
                <a:lnTo>
                  <a:pt x="1149804" y="492354"/>
                </a:lnTo>
                <a:lnTo>
                  <a:pt x="1103185" y="464132"/>
                </a:lnTo>
                <a:lnTo>
                  <a:pt x="1056223" y="436241"/>
                </a:lnTo>
                <a:lnTo>
                  <a:pt x="1008916" y="408682"/>
                </a:lnTo>
                <a:lnTo>
                  <a:pt x="961260" y="381457"/>
                </a:lnTo>
                <a:lnTo>
                  <a:pt x="913253" y="354567"/>
                </a:lnTo>
                <a:lnTo>
                  <a:pt x="864892" y="328014"/>
                </a:lnTo>
                <a:lnTo>
                  <a:pt x="816176" y="301799"/>
                </a:lnTo>
                <a:lnTo>
                  <a:pt x="767103" y="275920"/>
                </a:lnTo>
                <a:lnTo>
                  <a:pt x="717671" y="250377"/>
                </a:lnTo>
                <a:lnTo>
                  <a:pt x="667882" y="225168"/>
                </a:lnTo>
                <a:lnTo>
                  <a:pt x="617734" y="200288"/>
                </a:lnTo>
                <a:lnTo>
                  <a:pt x="567232" y="175733"/>
                </a:lnTo>
                <a:lnTo>
                  <a:pt x="516377" y="151493"/>
                </a:lnTo>
                <a:lnTo>
                  <a:pt x="465177" y="127559"/>
                </a:lnTo>
                <a:lnTo>
                  <a:pt x="413639" y="103914"/>
                </a:lnTo>
                <a:lnTo>
                  <a:pt x="361778" y="80536"/>
                </a:lnTo>
                <a:lnTo>
                  <a:pt x="309613" y="57390"/>
                </a:lnTo>
                <a:lnTo>
                  <a:pt x="257176" y="34428"/>
                </a:lnTo>
                <a:lnTo>
                  <a:pt x="204518" y="11570"/>
                </a:lnTo>
                <a:lnTo>
                  <a:pt x="151727" y="0"/>
                </a:lnTo>
                <a:lnTo>
                  <a:pt x="98982" y="0"/>
                </a:lnTo>
                <a:lnTo>
                  <a:pt x="46750" y="0"/>
                </a:lnTo>
                <a:lnTo>
                  <a:pt x="0" y="0"/>
                </a:lnTo>
                <a:close/>
              </a:path>
            </a:pathLst>
          </a:custGeom>
          <a:solidFill>
            <a:srgbClr val="FFB21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6" name="Top-right cyan ribbon"/>
          <p:cNvSpPr/>
          <p:nvPr/>
        </p:nvSpPr>
        <p:spPr>
          <a:xfrm>
            <a:off x="10058400" y="0"/>
            <a:ext cx="2133295" cy="1363279"/>
          </a:xfrm>
          <a:custGeom>
            <a:avLst/>
            <a:gdLst/>
            <a:ahLst/>
            <a:cxnLst/>
            <a:rect l="l" t="t" r="r" b="b"/>
            <a:pathLst>
              <a:path w="2133295" h="1363279">
                <a:moveTo>
                  <a:pt x="0" y="0"/>
                </a:moveTo>
                <a:lnTo>
                  <a:pt x="42395" y="0"/>
                </a:lnTo>
                <a:lnTo>
                  <a:pt x="92822" y="0"/>
                </a:lnTo>
                <a:lnTo>
                  <a:pt x="144183" y="63"/>
                </a:lnTo>
                <a:lnTo>
                  <a:pt x="195807" y="24715"/>
                </a:lnTo>
                <a:lnTo>
                  <a:pt x="247437" y="49125"/>
                </a:lnTo>
                <a:lnTo>
                  <a:pt x="298944" y="73490"/>
                </a:lnTo>
                <a:lnTo>
                  <a:pt x="350254" y="97925"/>
                </a:lnTo>
                <a:lnTo>
                  <a:pt x="401320" y="122505"/>
                </a:lnTo>
                <a:lnTo>
                  <a:pt x="452110" y="147278"/>
                </a:lnTo>
                <a:lnTo>
                  <a:pt x="502604" y="172278"/>
                </a:lnTo>
                <a:lnTo>
                  <a:pt x="552786" y="197532"/>
                </a:lnTo>
                <a:lnTo>
                  <a:pt x="602647" y="223056"/>
                </a:lnTo>
                <a:lnTo>
                  <a:pt x="652178" y="248866"/>
                </a:lnTo>
                <a:lnTo>
                  <a:pt x="701375" y="274970"/>
                </a:lnTo>
                <a:lnTo>
                  <a:pt x="750234" y="301376"/>
                </a:lnTo>
                <a:lnTo>
                  <a:pt x="798754" y="328090"/>
                </a:lnTo>
                <a:lnTo>
                  <a:pt x="846935" y="355114"/>
                </a:lnTo>
                <a:lnTo>
                  <a:pt x="894775" y="382453"/>
                </a:lnTo>
                <a:lnTo>
                  <a:pt x="942275" y="410106"/>
                </a:lnTo>
                <a:lnTo>
                  <a:pt x="989438" y="438076"/>
                </a:lnTo>
                <a:lnTo>
                  <a:pt x="1036264" y="466361"/>
                </a:lnTo>
                <a:lnTo>
                  <a:pt x="1082756" y="494961"/>
                </a:lnTo>
                <a:lnTo>
                  <a:pt x="1128916" y="523875"/>
                </a:lnTo>
                <a:lnTo>
                  <a:pt x="1174746" y="553102"/>
                </a:lnTo>
                <a:lnTo>
                  <a:pt x="1220251" y="582639"/>
                </a:lnTo>
                <a:lnTo>
                  <a:pt x="1265432" y="612485"/>
                </a:lnTo>
                <a:lnTo>
                  <a:pt x="1310293" y="642637"/>
                </a:lnTo>
                <a:lnTo>
                  <a:pt x="1354838" y="673091"/>
                </a:lnTo>
                <a:lnTo>
                  <a:pt x="1399070" y="703847"/>
                </a:lnTo>
                <a:lnTo>
                  <a:pt x="1442993" y="734899"/>
                </a:lnTo>
                <a:lnTo>
                  <a:pt x="1486611" y="766246"/>
                </a:lnTo>
                <a:lnTo>
                  <a:pt x="1529927" y="797883"/>
                </a:lnTo>
                <a:lnTo>
                  <a:pt x="1572946" y="829808"/>
                </a:lnTo>
                <a:lnTo>
                  <a:pt x="1615671" y="862016"/>
                </a:lnTo>
                <a:lnTo>
                  <a:pt x="1658107" y="894504"/>
                </a:lnTo>
                <a:lnTo>
                  <a:pt x="1700258" y="927268"/>
                </a:lnTo>
                <a:lnTo>
                  <a:pt x="1742128" y="960305"/>
                </a:lnTo>
                <a:lnTo>
                  <a:pt x="1783722" y="993610"/>
                </a:lnTo>
                <a:lnTo>
                  <a:pt x="1825043" y="1027179"/>
                </a:lnTo>
                <a:lnTo>
                  <a:pt x="1866096" y="1061008"/>
                </a:lnTo>
                <a:lnTo>
                  <a:pt x="1906886" y="1095094"/>
                </a:lnTo>
                <a:lnTo>
                  <a:pt x="1947417" y="1129432"/>
                </a:lnTo>
                <a:lnTo>
                  <a:pt x="1987694" y="1164017"/>
                </a:lnTo>
                <a:lnTo>
                  <a:pt x="2027720" y="1198846"/>
                </a:lnTo>
                <a:lnTo>
                  <a:pt x="2067501" y="1233914"/>
                </a:lnTo>
                <a:lnTo>
                  <a:pt x="2107041" y="1269217"/>
                </a:lnTo>
                <a:lnTo>
                  <a:pt x="2133295" y="1304751"/>
                </a:lnTo>
                <a:lnTo>
                  <a:pt x="2133295" y="1340510"/>
                </a:lnTo>
                <a:lnTo>
                  <a:pt x="2133295" y="1363279"/>
                </a:lnTo>
                <a:lnTo>
                  <a:pt x="2131415" y="1327281"/>
                </a:lnTo>
                <a:lnTo>
                  <a:pt x="2092271" y="1291506"/>
                </a:lnTo>
                <a:lnTo>
                  <a:pt x="2052893" y="1255960"/>
                </a:lnTo>
                <a:lnTo>
                  <a:pt x="2013275" y="1220645"/>
                </a:lnTo>
                <a:lnTo>
                  <a:pt x="1973414" y="1185567"/>
                </a:lnTo>
                <a:lnTo>
                  <a:pt x="1933304" y="1150730"/>
                </a:lnTo>
                <a:lnTo>
                  <a:pt x="1892942" y="1116137"/>
                </a:lnTo>
                <a:lnTo>
                  <a:pt x="1852323" y="1081793"/>
                </a:lnTo>
                <a:lnTo>
                  <a:pt x="1811443" y="1047702"/>
                </a:lnTo>
                <a:lnTo>
                  <a:pt x="1770297" y="1013868"/>
                </a:lnTo>
                <a:lnTo>
                  <a:pt x="1728882" y="980295"/>
                </a:lnTo>
                <a:lnTo>
                  <a:pt x="1687192" y="946986"/>
                </a:lnTo>
                <a:lnTo>
                  <a:pt x="1645223" y="913946"/>
                </a:lnTo>
                <a:lnTo>
                  <a:pt x="1602973" y="881178"/>
                </a:lnTo>
                <a:lnTo>
                  <a:pt x="1560436" y="848686"/>
                </a:lnTo>
                <a:lnTo>
                  <a:pt x="1517608" y="816473"/>
                </a:lnTo>
                <a:lnTo>
                  <a:pt x="1474486" y="784543"/>
                </a:lnTo>
                <a:lnTo>
                  <a:pt x="1431065" y="752899"/>
                </a:lnTo>
                <a:lnTo>
                  <a:pt x="1387343" y="721544"/>
                </a:lnTo>
                <a:lnTo>
                  <a:pt x="1343315" y="690481"/>
                </a:lnTo>
                <a:lnTo>
                  <a:pt x="1298978" y="659713"/>
                </a:lnTo>
                <a:lnTo>
                  <a:pt x="1254328" y="629242"/>
                </a:lnTo>
                <a:lnTo>
                  <a:pt x="1209362" y="599071"/>
                </a:lnTo>
                <a:lnTo>
                  <a:pt x="1164078" y="569202"/>
                </a:lnTo>
                <a:lnTo>
                  <a:pt x="1118472" y="539636"/>
                </a:lnTo>
                <a:lnTo>
                  <a:pt x="1072541" y="510375"/>
                </a:lnTo>
                <a:lnTo>
                  <a:pt x="1026285" y="481421"/>
                </a:lnTo>
                <a:lnTo>
                  <a:pt x="979699" y="452773"/>
                </a:lnTo>
                <a:lnTo>
                  <a:pt x="932783" y="424431"/>
                </a:lnTo>
                <a:lnTo>
                  <a:pt x="885535" y="396396"/>
                </a:lnTo>
                <a:lnTo>
                  <a:pt x="837956" y="368664"/>
                </a:lnTo>
                <a:lnTo>
                  <a:pt x="790044" y="341235"/>
                </a:lnTo>
                <a:lnTo>
                  <a:pt x="741800" y="314104"/>
                </a:lnTo>
                <a:lnTo>
                  <a:pt x="693226" y="287266"/>
                </a:lnTo>
                <a:lnTo>
                  <a:pt x="644326" y="260715"/>
                </a:lnTo>
                <a:lnTo>
                  <a:pt x="595103" y="234441"/>
                </a:lnTo>
                <a:lnTo>
                  <a:pt x="545564" y="208431"/>
                </a:lnTo>
                <a:lnTo>
                  <a:pt x="495718" y="182671"/>
                </a:lnTo>
                <a:lnTo>
                  <a:pt x="445577" y="157137"/>
                </a:lnTo>
                <a:lnTo>
                  <a:pt x="395161" y="131800"/>
                </a:lnTo>
                <a:lnTo>
                  <a:pt x="344493" y="106620"/>
                </a:lnTo>
                <a:lnTo>
                  <a:pt x="293610" y="81540"/>
                </a:lnTo>
                <a:lnTo>
                  <a:pt x="242567" y="56473"/>
                </a:lnTo>
                <a:lnTo>
                  <a:pt x="191451" y="31288"/>
                </a:lnTo>
                <a:lnTo>
                  <a:pt x="140411" y="5756"/>
                </a:lnTo>
                <a:lnTo>
                  <a:pt x="89743" y="0"/>
                </a:lnTo>
                <a:lnTo>
                  <a:pt x="40217" y="0"/>
                </a:lnTo>
                <a:lnTo>
                  <a:pt x="0" y="0"/>
                </a:lnTo>
                <a:close/>
              </a:path>
            </a:pathLst>
          </a:custGeom>
          <a:solidFill>
            <a:srgbClr val="12B8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 name="Bottom-left navy wave"/>
          <p:cNvSpPr/>
          <p:nvPr/>
        </p:nvSpPr>
        <p:spPr>
          <a:xfrm>
            <a:off x="0" y="5852160"/>
            <a:ext cx="8046720" cy="1005840"/>
          </a:xfrm>
          <a:custGeom>
            <a:avLst/>
            <a:gdLst/>
            <a:ahLst/>
            <a:cxnLst/>
            <a:rect l="l" t="t" r="r" b="b"/>
            <a:pathLst>
              <a:path w="8046720" h="1005840">
                <a:moveTo>
                  <a:pt x="0" y="0"/>
                </a:moveTo>
                <a:lnTo>
                  <a:pt x="0" y="25716"/>
                </a:lnTo>
                <a:lnTo>
                  <a:pt x="0" y="51422"/>
                </a:lnTo>
                <a:lnTo>
                  <a:pt x="180782" y="77108"/>
                </a:lnTo>
                <a:lnTo>
                  <a:pt x="362056" y="102764"/>
                </a:lnTo>
                <a:lnTo>
                  <a:pt x="542894" y="128381"/>
                </a:lnTo>
                <a:lnTo>
                  <a:pt x="723305" y="153948"/>
                </a:lnTo>
                <a:lnTo>
                  <a:pt x="903299" y="179455"/>
                </a:lnTo>
                <a:lnTo>
                  <a:pt x="1082887" y="204893"/>
                </a:lnTo>
                <a:lnTo>
                  <a:pt x="1262077" y="230252"/>
                </a:lnTo>
                <a:lnTo>
                  <a:pt x="1440881" y="255521"/>
                </a:lnTo>
                <a:lnTo>
                  <a:pt x="1619308" y="280691"/>
                </a:lnTo>
                <a:lnTo>
                  <a:pt x="1797368" y="305752"/>
                </a:lnTo>
                <a:lnTo>
                  <a:pt x="1975070" y="330694"/>
                </a:lnTo>
                <a:lnTo>
                  <a:pt x="2152425" y="355507"/>
                </a:lnTo>
                <a:lnTo>
                  <a:pt x="2329443" y="380181"/>
                </a:lnTo>
                <a:lnTo>
                  <a:pt x="2506133" y="404707"/>
                </a:lnTo>
                <a:lnTo>
                  <a:pt x="2682506" y="429073"/>
                </a:lnTo>
                <a:lnTo>
                  <a:pt x="2858572" y="453271"/>
                </a:lnTo>
                <a:lnTo>
                  <a:pt x="3034339" y="477290"/>
                </a:lnTo>
                <a:lnTo>
                  <a:pt x="3209819" y="501121"/>
                </a:lnTo>
                <a:lnTo>
                  <a:pt x="3385021" y="524753"/>
                </a:lnTo>
                <a:lnTo>
                  <a:pt x="3559956" y="548177"/>
                </a:lnTo>
                <a:lnTo>
                  <a:pt x="3734632" y="571383"/>
                </a:lnTo>
                <a:lnTo>
                  <a:pt x="3909060" y="594360"/>
                </a:lnTo>
                <a:lnTo>
                  <a:pt x="4083250" y="617099"/>
                </a:lnTo>
                <a:lnTo>
                  <a:pt x="4257212" y="639591"/>
                </a:lnTo>
                <a:lnTo>
                  <a:pt x="4430956" y="661824"/>
                </a:lnTo>
                <a:lnTo>
                  <a:pt x="4604491" y="683789"/>
                </a:lnTo>
                <a:lnTo>
                  <a:pt x="4777828" y="705477"/>
                </a:lnTo>
                <a:lnTo>
                  <a:pt x="4950976" y="726877"/>
                </a:lnTo>
                <a:lnTo>
                  <a:pt x="5123946" y="747979"/>
                </a:lnTo>
                <a:lnTo>
                  <a:pt x="5296747" y="768773"/>
                </a:lnTo>
                <a:lnTo>
                  <a:pt x="5469389" y="789250"/>
                </a:lnTo>
                <a:lnTo>
                  <a:pt x="5641882" y="809400"/>
                </a:lnTo>
                <a:lnTo>
                  <a:pt x="5814237" y="829212"/>
                </a:lnTo>
                <a:lnTo>
                  <a:pt x="5986462" y="848678"/>
                </a:lnTo>
                <a:lnTo>
                  <a:pt x="6158569" y="867785"/>
                </a:lnTo>
                <a:lnTo>
                  <a:pt x="6330566" y="886526"/>
                </a:lnTo>
                <a:lnTo>
                  <a:pt x="6502464" y="904890"/>
                </a:lnTo>
                <a:lnTo>
                  <a:pt x="6674273" y="922867"/>
                </a:lnTo>
                <a:lnTo>
                  <a:pt x="6846003" y="940447"/>
                </a:lnTo>
                <a:lnTo>
                  <a:pt x="7017663" y="957620"/>
                </a:lnTo>
                <a:lnTo>
                  <a:pt x="7189263" y="974376"/>
                </a:lnTo>
                <a:lnTo>
                  <a:pt x="7360814" y="990706"/>
                </a:lnTo>
                <a:lnTo>
                  <a:pt x="7532325" y="1005840"/>
                </a:lnTo>
                <a:lnTo>
                  <a:pt x="7703807" y="1005840"/>
                </a:lnTo>
                <a:lnTo>
                  <a:pt x="7875268" y="1005840"/>
                </a:lnTo>
                <a:lnTo>
                  <a:pt x="8046720" y="1005840"/>
                </a:lnTo>
                <a:lnTo>
                  <a:pt x="0" y="1005840"/>
                </a:lnTo>
                <a:close/>
              </a:path>
            </a:pathLst>
          </a:custGeom>
          <a:gradFill rotWithShape="1">
            <a:gsLst>
              <a:gs pos="0">
                <a:srgbClr val="031B3D"/>
              </a:gs>
              <a:gs pos="100000">
                <a:srgbClr val="062653"/>
              </a:gs>
            </a:gsLst>
            <a:lin ang="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8" name="Bottom-left blue ribbon"/>
          <p:cNvSpPr/>
          <p:nvPr/>
        </p:nvSpPr>
        <p:spPr>
          <a:xfrm>
            <a:off x="0" y="5734477"/>
            <a:ext cx="8046720" cy="1123523"/>
          </a:xfrm>
          <a:custGeom>
            <a:avLst/>
            <a:gdLst/>
            <a:ahLst/>
            <a:cxnLst/>
            <a:rect l="l" t="t" r="r" b="b"/>
            <a:pathLst>
              <a:path w="8046720" h="1123523">
                <a:moveTo>
                  <a:pt x="0" y="99578"/>
                </a:moveTo>
                <a:lnTo>
                  <a:pt x="0" y="125374"/>
                </a:lnTo>
                <a:lnTo>
                  <a:pt x="1230" y="151211"/>
                </a:lnTo>
                <a:lnTo>
                  <a:pt x="182931" y="177059"/>
                </a:lnTo>
                <a:lnTo>
                  <a:pt x="364183" y="202900"/>
                </a:lnTo>
                <a:lnTo>
                  <a:pt x="544996" y="228722"/>
                </a:lnTo>
                <a:lnTo>
                  <a:pt x="725380" y="254511"/>
                </a:lnTo>
                <a:lnTo>
                  <a:pt x="905345" y="280256"/>
                </a:lnTo>
                <a:lnTo>
                  <a:pt x="1084903" y="305945"/>
                </a:lnTo>
                <a:lnTo>
                  <a:pt x="1264061" y="331568"/>
                </a:lnTo>
                <a:lnTo>
                  <a:pt x="1442832" y="357113"/>
                </a:lnTo>
                <a:lnTo>
                  <a:pt x="1621223" y="382571"/>
                </a:lnTo>
                <a:lnTo>
                  <a:pt x="1799247" y="407930"/>
                </a:lnTo>
                <a:lnTo>
                  <a:pt x="1976912" y="433180"/>
                </a:lnTo>
                <a:lnTo>
                  <a:pt x="2154229" y="458311"/>
                </a:lnTo>
                <a:lnTo>
                  <a:pt x="2331207" y="483312"/>
                </a:lnTo>
                <a:lnTo>
                  <a:pt x="2507857" y="508173"/>
                </a:lnTo>
                <a:lnTo>
                  <a:pt x="2684188" y="532884"/>
                </a:lnTo>
                <a:lnTo>
                  <a:pt x="2860210" y="557435"/>
                </a:lnTo>
                <a:lnTo>
                  <a:pt x="3035934" y="581815"/>
                </a:lnTo>
                <a:lnTo>
                  <a:pt x="3211369" y="606014"/>
                </a:lnTo>
                <a:lnTo>
                  <a:pt x="3386526" y="630022"/>
                </a:lnTo>
                <a:lnTo>
                  <a:pt x="3561414" y="653829"/>
                </a:lnTo>
                <a:lnTo>
                  <a:pt x="3736043" y="677424"/>
                </a:lnTo>
                <a:lnTo>
                  <a:pt x="3910423" y="700798"/>
                </a:lnTo>
                <a:lnTo>
                  <a:pt x="4084564" y="723941"/>
                </a:lnTo>
                <a:lnTo>
                  <a:pt x="4258476" y="746842"/>
                </a:lnTo>
                <a:lnTo>
                  <a:pt x="4432169" y="769492"/>
                </a:lnTo>
                <a:lnTo>
                  <a:pt x="4605654" y="791880"/>
                </a:lnTo>
                <a:lnTo>
                  <a:pt x="4778938" y="813996"/>
                </a:lnTo>
                <a:lnTo>
                  <a:pt x="4952034" y="835831"/>
                </a:lnTo>
                <a:lnTo>
                  <a:pt x="5124950" y="857373"/>
                </a:lnTo>
                <a:lnTo>
                  <a:pt x="5297697" y="878614"/>
                </a:lnTo>
                <a:lnTo>
                  <a:pt x="5470285" y="899543"/>
                </a:lnTo>
                <a:lnTo>
                  <a:pt x="5642723" y="920150"/>
                </a:lnTo>
                <a:lnTo>
                  <a:pt x="5815021" y="940425"/>
                </a:lnTo>
                <a:lnTo>
                  <a:pt x="5987190" y="960358"/>
                </a:lnTo>
                <a:lnTo>
                  <a:pt x="6159239" y="979939"/>
                </a:lnTo>
                <a:lnTo>
                  <a:pt x="6331179" y="999159"/>
                </a:lnTo>
                <a:lnTo>
                  <a:pt x="6503018" y="1018006"/>
                </a:lnTo>
                <a:lnTo>
                  <a:pt x="6674768" y="1036471"/>
                </a:lnTo>
                <a:lnTo>
                  <a:pt x="6846437" y="1054544"/>
                </a:lnTo>
                <a:lnTo>
                  <a:pt x="7018037" y="1072216"/>
                </a:lnTo>
                <a:lnTo>
                  <a:pt x="7189577" y="1089475"/>
                </a:lnTo>
                <a:lnTo>
                  <a:pt x="7361066" y="1106312"/>
                </a:lnTo>
                <a:lnTo>
                  <a:pt x="7532515" y="1122718"/>
                </a:lnTo>
                <a:lnTo>
                  <a:pt x="7703934" y="1123523"/>
                </a:lnTo>
                <a:lnTo>
                  <a:pt x="7875332" y="1123523"/>
                </a:lnTo>
                <a:lnTo>
                  <a:pt x="8046720" y="1123523"/>
                </a:lnTo>
                <a:lnTo>
                  <a:pt x="8046720" y="1123523"/>
                </a:lnTo>
                <a:lnTo>
                  <a:pt x="7875683" y="1123523"/>
                </a:lnTo>
                <a:lnTo>
                  <a:pt x="7704632" y="1123523"/>
                </a:lnTo>
                <a:lnTo>
                  <a:pt x="7533558" y="1114115"/>
                </a:lnTo>
                <a:lnTo>
                  <a:pt x="7362450" y="1094892"/>
                </a:lnTo>
                <a:lnTo>
                  <a:pt x="7191299" y="1075262"/>
                </a:lnTo>
                <a:lnTo>
                  <a:pt x="7020095" y="1055237"/>
                </a:lnTo>
                <a:lnTo>
                  <a:pt x="6848828" y="1034825"/>
                </a:lnTo>
                <a:lnTo>
                  <a:pt x="6677487" y="1014038"/>
                </a:lnTo>
                <a:lnTo>
                  <a:pt x="6506063" y="992887"/>
                </a:lnTo>
                <a:lnTo>
                  <a:pt x="6334546" y="971380"/>
                </a:lnTo>
                <a:lnTo>
                  <a:pt x="6162925" y="949530"/>
                </a:lnTo>
                <a:lnTo>
                  <a:pt x="5991192" y="927346"/>
                </a:lnTo>
                <a:lnTo>
                  <a:pt x="5819335" y="904838"/>
                </a:lnTo>
                <a:lnTo>
                  <a:pt x="5647345" y="882018"/>
                </a:lnTo>
                <a:lnTo>
                  <a:pt x="5475212" y="858896"/>
                </a:lnTo>
                <a:lnTo>
                  <a:pt x="5302925" y="835482"/>
                </a:lnTo>
                <a:lnTo>
                  <a:pt x="5130476" y="811788"/>
                </a:lnTo>
                <a:lnTo>
                  <a:pt x="4957853" y="787823"/>
                </a:lnTo>
                <a:lnTo>
                  <a:pt x="4785047" y="763598"/>
                </a:lnTo>
                <a:lnTo>
                  <a:pt x="4612048" y="739124"/>
                </a:lnTo>
                <a:lnTo>
                  <a:pt x="4438846" y="714411"/>
                </a:lnTo>
                <a:lnTo>
                  <a:pt x="4265430" y="689472"/>
                </a:lnTo>
                <a:lnTo>
                  <a:pt x="4091792" y="664315"/>
                </a:lnTo>
                <a:lnTo>
                  <a:pt x="3917919" y="638953"/>
                </a:lnTo>
                <a:lnTo>
                  <a:pt x="3743804" y="613397"/>
                </a:lnTo>
                <a:lnTo>
                  <a:pt x="3569435" y="587656"/>
                </a:lnTo>
                <a:lnTo>
                  <a:pt x="3394802" y="561743"/>
                </a:lnTo>
                <a:lnTo>
                  <a:pt x="3219896" y="535668"/>
                </a:lnTo>
                <a:lnTo>
                  <a:pt x="3044706" y="509444"/>
                </a:lnTo>
                <a:lnTo>
                  <a:pt x="2869223" y="483080"/>
                </a:lnTo>
                <a:lnTo>
                  <a:pt x="2693435" y="456590"/>
                </a:lnTo>
                <a:lnTo>
                  <a:pt x="2517334" y="429985"/>
                </a:lnTo>
                <a:lnTo>
                  <a:pt x="2340908" y="403275"/>
                </a:lnTo>
                <a:lnTo>
                  <a:pt x="2164148" y="376475"/>
                </a:lnTo>
                <a:lnTo>
                  <a:pt x="1987043" y="349596"/>
                </a:lnTo>
                <a:lnTo>
                  <a:pt x="1809584" y="322650"/>
                </a:lnTo>
                <a:lnTo>
                  <a:pt x="1631759" y="295651"/>
                </a:lnTo>
                <a:lnTo>
                  <a:pt x="1453559" y="268612"/>
                </a:lnTo>
                <a:lnTo>
                  <a:pt x="1274973" y="241548"/>
                </a:lnTo>
                <a:lnTo>
                  <a:pt x="1095990" y="214472"/>
                </a:lnTo>
                <a:lnTo>
                  <a:pt x="916601" y="187400"/>
                </a:lnTo>
                <a:lnTo>
                  <a:pt x="736793" y="160351"/>
                </a:lnTo>
                <a:lnTo>
                  <a:pt x="556557" y="133341"/>
                </a:lnTo>
                <a:lnTo>
                  <a:pt x="375881" y="106394"/>
                </a:lnTo>
                <a:lnTo>
                  <a:pt x="194752" y="79534"/>
                </a:lnTo>
                <a:lnTo>
                  <a:pt x="13159" y="52797"/>
                </a:lnTo>
                <a:lnTo>
                  <a:pt x="0" y="26237"/>
                </a:lnTo>
                <a:lnTo>
                  <a:pt x="0" y="0"/>
                </a:lnTo>
                <a:close/>
              </a:path>
            </a:pathLst>
          </a:custGeom>
          <a:gradFill rotWithShape="1">
            <a:gsLst>
              <a:gs pos="0">
                <a:srgbClr val="0878E8"/>
              </a:gs>
              <a:gs pos="100000">
                <a:srgbClr val="12B8F5"/>
              </a:gs>
            </a:gsLst>
            <a:lin ang="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9" name="Bottom-left gold ribbon"/>
          <p:cNvSpPr/>
          <p:nvPr/>
        </p:nvSpPr>
        <p:spPr>
          <a:xfrm>
            <a:off x="0" y="5653004"/>
            <a:ext cx="8046720" cy="1204996"/>
          </a:xfrm>
          <a:custGeom>
            <a:avLst/>
            <a:gdLst/>
            <a:ahLst/>
            <a:cxnLst/>
            <a:rect l="l" t="t" r="r" b="b"/>
            <a:pathLst>
              <a:path w="8046720" h="1204996">
                <a:moveTo>
                  <a:pt x="0" y="54315"/>
                </a:moveTo>
                <a:lnTo>
                  <a:pt x="0" y="80672"/>
                </a:lnTo>
                <a:lnTo>
                  <a:pt x="16412" y="107430"/>
                </a:lnTo>
                <a:lnTo>
                  <a:pt x="197976" y="134409"/>
                </a:lnTo>
                <a:lnTo>
                  <a:pt x="379071" y="161546"/>
                </a:lnTo>
                <a:lnTo>
                  <a:pt x="559710" y="188801"/>
                </a:lnTo>
                <a:lnTo>
                  <a:pt x="739906" y="216144"/>
                </a:lnTo>
                <a:lnTo>
                  <a:pt x="919670" y="243549"/>
                </a:lnTo>
                <a:lnTo>
                  <a:pt x="1099014" y="270997"/>
                </a:lnTo>
                <a:lnTo>
                  <a:pt x="1277949" y="298470"/>
                </a:lnTo>
                <a:lnTo>
                  <a:pt x="1456485" y="325949"/>
                </a:lnTo>
                <a:lnTo>
                  <a:pt x="1634633" y="353419"/>
                </a:lnTo>
                <a:lnTo>
                  <a:pt x="1812403" y="380865"/>
                </a:lnTo>
                <a:lnTo>
                  <a:pt x="1989807" y="408273"/>
                </a:lnTo>
                <a:lnTo>
                  <a:pt x="2166853" y="435629"/>
                </a:lnTo>
                <a:lnTo>
                  <a:pt x="2343554" y="462920"/>
                </a:lnTo>
                <a:lnTo>
                  <a:pt x="2519919" y="490133"/>
                </a:lnTo>
                <a:lnTo>
                  <a:pt x="2695958" y="517256"/>
                </a:lnTo>
                <a:lnTo>
                  <a:pt x="2871681" y="544275"/>
                </a:lnTo>
                <a:lnTo>
                  <a:pt x="3047099" y="571179"/>
                </a:lnTo>
                <a:lnTo>
                  <a:pt x="3222222" y="597956"/>
                </a:lnTo>
                <a:lnTo>
                  <a:pt x="3397059" y="624594"/>
                </a:lnTo>
                <a:lnTo>
                  <a:pt x="3571622" y="651082"/>
                </a:lnTo>
                <a:lnTo>
                  <a:pt x="3745920" y="677407"/>
                </a:lnTo>
                <a:lnTo>
                  <a:pt x="3919964" y="703560"/>
                </a:lnTo>
                <a:lnTo>
                  <a:pt x="4093763" y="729527"/>
                </a:lnTo>
                <a:lnTo>
                  <a:pt x="4267327" y="755298"/>
                </a:lnTo>
                <a:lnTo>
                  <a:pt x="4440667" y="780862"/>
                </a:lnTo>
                <a:lnTo>
                  <a:pt x="4613792" y="806209"/>
                </a:lnTo>
                <a:lnTo>
                  <a:pt x="4786713" y="831325"/>
                </a:lnTo>
                <a:lnTo>
                  <a:pt x="4959440" y="856202"/>
                </a:lnTo>
                <a:lnTo>
                  <a:pt x="5131983" y="880828"/>
                </a:lnTo>
                <a:lnTo>
                  <a:pt x="5304351" y="905192"/>
                </a:lnTo>
                <a:lnTo>
                  <a:pt x="5476555" y="929284"/>
                </a:lnTo>
                <a:lnTo>
                  <a:pt x="5648605" y="953092"/>
                </a:lnTo>
                <a:lnTo>
                  <a:pt x="5820511" y="976606"/>
                </a:lnTo>
                <a:lnTo>
                  <a:pt x="5992283" y="999815"/>
                </a:lnTo>
                <a:lnTo>
                  <a:pt x="6163930" y="1022709"/>
                </a:lnTo>
                <a:lnTo>
                  <a:pt x="6335464" y="1045277"/>
                </a:lnTo>
                <a:lnTo>
                  <a:pt x="6506893" y="1067509"/>
                </a:lnTo>
                <a:lnTo>
                  <a:pt x="6678228" y="1089393"/>
                </a:lnTo>
                <a:lnTo>
                  <a:pt x="6849479" y="1110920"/>
                </a:lnTo>
                <a:lnTo>
                  <a:pt x="7020656" y="1132079"/>
                </a:lnTo>
                <a:lnTo>
                  <a:pt x="7191769" y="1152859"/>
                </a:lnTo>
                <a:lnTo>
                  <a:pt x="7362828" y="1173250"/>
                </a:lnTo>
                <a:lnTo>
                  <a:pt x="7533842" y="1193242"/>
                </a:lnTo>
                <a:lnTo>
                  <a:pt x="7704822" y="1204996"/>
                </a:lnTo>
                <a:lnTo>
                  <a:pt x="7875778" y="1204996"/>
                </a:lnTo>
                <a:lnTo>
                  <a:pt x="8046720" y="1204996"/>
                </a:lnTo>
                <a:lnTo>
                  <a:pt x="8046720" y="1204996"/>
                </a:lnTo>
                <a:lnTo>
                  <a:pt x="7875969" y="1204996"/>
                </a:lnTo>
                <a:lnTo>
                  <a:pt x="7705203" y="1204996"/>
                </a:lnTo>
                <a:lnTo>
                  <a:pt x="7534411" y="1188549"/>
                </a:lnTo>
                <a:lnTo>
                  <a:pt x="7363583" y="1167021"/>
                </a:lnTo>
                <a:lnTo>
                  <a:pt x="7192709" y="1145107"/>
                </a:lnTo>
                <a:lnTo>
                  <a:pt x="7021779" y="1122818"/>
                </a:lnTo>
                <a:lnTo>
                  <a:pt x="6850783" y="1100164"/>
                </a:lnTo>
                <a:lnTo>
                  <a:pt x="6679712" y="1077157"/>
                </a:lnTo>
                <a:lnTo>
                  <a:pt x="6508554" y="1053807"/>
                </a:lnTo>
                <a:lnTo>
                  <a:pt x="6337300" y="1030125"/>
                </a:lnTo>
                <a:lnTo>
                  <a:pt x="6165941" y="1006122"/>
                </a:lnTo>
                <a:lnTo>
                  <a:pt x="5994466" y="981808"/>
                </a:lnTo>
                <a:lnTo>
                  <a:pt x="5822864" y="957195"/>
                </a:lnTo>
                <a:lnTo>
                  <a:pt x="5651126" y="932293"/>
                </a:lnTo>
                <a:lnTo>
                  <a:pt x="5479243" y="907113"/>
                </a:lnTo>
                <a:lnTo>
                  <a:pt x="5307203" y="881666"/>
                </a:lnTo>
                <a:lnTo>
                  <a:pt x="5134997" y="855963"/>
                </a:lnTo>
                <a:lnTo>
                  <a:pt x="4962614" y="830016"/>
                </a:lnTo>
                <a:lnTo>
                  <a:pt x="4790046" y="803835"/>
                </a:lnTo>
                <a:lnTo>
                  <a:pt x="4617280" y="777432"/>
                </a:lnTo>
                <a:lnTo>
                  <a:pt x="4444308" y="750818"/>
                </a:lnTo>
                <a:lnTo>
                  <a:pt x="4271120" y="724005"/>
                </a:lnTo>
                <a:lnTo>
                  <a:pt x="4097705" y="697004"/>
                </a:lnTo>
                <a:lnTo>
                  <a:pt x="3924053" y="669826"/>
                </a:lnTo>
                <a:lnTo>
                  <a:pt x="3750154" y="642483"/>
                </a:lnTo>
                <a:lnTo>
                  <a:pt x="3575997" y="614988"/>
                </a:lnTo>
                <a:lnTo>
                  <a:pt x="3401574" y="587351"/>
                </a:lnTo>
                <a:lnTo>
                  <a:pt x="3226873" y="559586"/>
                </a:lnTo>
                <a:lnTo>
                  <a:pt x="3051884" y="531704"/>
                </a:lnTo>
                <a:lnTo>
                  <a:pt x="2876597" y="503718"/>
                </a:lnTo>
                <a:lnTo>
                  <a:pt x="2701002" y="475641"/>
                </a:lnTo>
                <a:lnTo>
                  <a:pt x="2525088" y="447485"/>
                </a:lnTo>
                <a:lnTo>
                  <a:pt x="2348846" y="419264"/>
                </a:lnTo>
                <a:lnTo>
                  <a:pt x="2172264" y="390991"/>
                </a:lnTo>
                <a:lnTo>
                  <a:pt x="1995333" y="362681"/>
                </a:lnTo>
                <a:lnTo>
                  <a:pt x="1818041" y="334348"/>
                </a:lnTo>
                <a:lnTo>
                  <a:pt x="1640379" y="306008"/>
                </a:lnTo>
                <a:lnTo>
                  <a:pt x="1462336" y="277675"/>
                </a:lnTo>
                <a:lnTo>
                  <a:pt x="1283900" y="249368"/>
                </a:lnTo>
                <a:lnTo>
                  <a:pt x="1105062" y="221103"/>
                </a:lnTo>
                <a:lnTo>
                  <a:pt x="925809" y="192901"/>
                </a:lnTo>
                <a:lnTo>
                  <a:pt x="746131" y="164783"/>
                </a:lnTo>
                <a:lnTo>
                  <a:pt x="566016" y="136775"/>
                </a:lnTo>
                <a:lnTo>
                  <a:pt x="385451" y="108906"/>
                </a:lnTo>
                <a:lnTo>
                  <a:pt x="204424" y="81214"/>
                </a:lnTo>
                <a:lnTo>
                  <a:pt x="22919" y="53749"/>
                </a:lnTo>
                <a:lnTo>
                  <a:pt x="0" y="26598"/>
                </a:lnTo>
                <a:lnTo>
                  <a:pt x="0" y="0"/>
                </a:lnTo>
                <a:close/>
              </a:path>
            </a:pathLst>
          </a:custGeom>
          <a:gradFill rotWithShape="1">
            <a:gsLst>
              <a:gs pos="0">
                <a:srgbClr val="FFB21C"/>
              </a:gs>
              <a:gs pos="100000">
                <a:srgbClr val="FFD36B"/>
              </a:gs>
            </a:gsLst>
            <a:lin ang="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nvGrpSpPr>
          <p:cNvPr id="10" name="Growth illustration"/>
          <p:cNvGrpSpPr/>
          <p:nvPr/>
        </p:nvGrpSpPr>
        <p:grpSpPr>
          <a:xfrm>
            <a:off x="11055096" y="5705856"/>
            <a:ext cx="960120" cy="768096"/>
            <a:chOff x="11055096" y="5705856"/>
            <a:chExt cx="960120" cy="768096"/>
          </a:xfrm>
        </p:grpSpPr>
        <p:sp>
          <p:nvSpPr>
            <p:cNvPr id="11" name="Bar 1"/>
            <p:cNvSpPr/>
            <p:nvPr/>
          </p:nvSpPr>
          <p:spPr>
            <a:xfrm>
              <a:off x="11055096" y="6327648"/>
              <a:ext cx="256032" cy="146304"/>
            </a:xfrm>
            <a:prstGeom prst="rect">
              <a:avLst/>
            </a:prstGeom>
            <a:solidFill>
              <a:srgbClr val="B9D9F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2" name="Bar 2"/>
            <p:cNvSpPr/>
            <p:nvPr/>
          </p:nvSpPr>
          <p:spPr>
            <a:xfrm>
              <a:off x="11402568" y="6153912"/>
              <a:ext cx="256032" cy="320040"/>
            </a:xfrm>
            <a:prstGeom prst="rect">
              <a:avLst/>
            </a:prstGeom>
            <a:solidFill>
              <a:srgbClr val="B9D9F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3" name="Bar 3"/>
            <p:cNvSpPr/>
            <p:nvPr/>
          </p:nvSpPr>
          <p:spPr>
            <a:xfrm>
              <a:off x="11759184" y="5971032"/>
              <a:ext cx="256032" cy="502920"/>
            </a:xfrm>
            <a:prstGeom prst="rect">
              <a:avLst/>
            </a:prstGeom>
            <a:solidFill>
              <a:srgbClr val="B9D9F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cxnSp>
          <p:nvCxnSpPr>
            <p:cNvPr id="14" name="Trend arrow 1"/>
            <p:cNvCxnSpPr/>
            <p:nvPr/>
          </p:nvCxnSpPr>
          <p:spPr>
            <a:xfrm flipV="1">
              <a:off x="11064240" y="5961888"/>
              <a:ext cx="411480" cy="256032"/>
            </a:xfrm>
            <a:prstGeom prst="line">
              <a:avLst/>
            </a:prstGeom>
            <a:ln w="31750">
              <a:solidFill>
                <a:srgbClr val="9CCBF7"/>
              </a:solidFill>
            </a:ln>
          </p:spPr>
          <p:style>
            <a:lnRef idx="2">
              <a:schemeClr val="accent1"/>
            </a:lnRef>
            <a:fillRef idx="0">
              <a:schemeClr val="accent1"/>
            </a:fillRef>
            <a:effectRef idx="1">
              <a:schemeClr val="accent1"/>
            </a:effectRef>
            <a:fontRef idx="minor">
              <a:schemeClr val="tx1"/>
            </a:fontRef>
          </p:style>
        </p:cxnSp>
        <p:cxnSp>
          <p:nvCxnSpPr>
            <p:cNvPr id="15" name="Trend arrow 2"/>
            <p:cNvCxnSpPr/>
            <p:nvPr/>
          </p:nvCxnSpPr>
          <p:spPr>
            <a:xfrm flipV="1">
              <a:off x="11475720" y="5852160"/>
              <a:ext cx="320040" cy="109728"/>
            </a:xfrm>
            <a:prstGeom prst="line">
              <a:avLst/>
            </a:prstGeom>
            <a:ln w="31750">
              <a:solidFill>
                <a:srgbClr val="9CCBF7"/>
              </a:solidFill>
            </a:ln>
          </p:spPr>
          <p:style>
            <a:lnRef idx="2">
              <a:schemeClr val="accent1"/>
            </a:lnRef>
            <a:fillRef idx="0">
              <a:schemeClr val="accent1"/>
            </a:fillRef>
            <a:effectRef idx="1">
              <a:schemeClr val="accent1"/>
            </a:effectRef>
            <a:fontRef idx="minor">
              <a:schemeClr val="tx1"/>
            </a:fontRef>
          </p:style>
        </p:cxnSp>
        <p:cxnSp>
          <p:nvCxnSpPr>
            <p:cNvPr id="16" name="Trend arrow 3"/>
            <p:cNvCxnSpPr/>
            <p:nvPr/>
          </p:nvCxnSpPr>
          <p:spPr>
            <a:xfrm flipV="1">
              <a:off x="11795760" y="5705856"/>
              <a:ext cx="219456" cy="146304"/>
            </a:xfrm>
            <a:prstGeom prst="line">
              <a:avLst/>
            </a:prstGeom>
            <a:ln w="31750">
              <a:solidFill>
                <a:srgbClr val="9CCBF7"/>
              </a:solidFill>
              <a:tailEnd type="triangle" w="med" len="med"/>
            </a:ln>
          </p:spPr>
          <p:style>
            <a:lnRef idx="2">
              <a:schemeClr val="accent1"/>
            </a:lnRef>
            <a:fillRef idx="0">
              <a:schemeClr val="accent1"/>
            </a:fillRef>
            <a:effectRef idx="1">
              <a:schemeClr val="accent1"/>
            </a:effectRef>
            <a:fontRef idx="minor">
              <a:schemeClr val="tx1"/>
            </a:fontRef>
          </p:style>
        </p:cxnSp>
      </p:grpSp>
      <p:grpSp>
        <p:nvGrpSpPr>
          <p:cNvPr id="17" name="Title bank icon"/>
          <p:cNvGrpSpPr/>
          <p:nvPr/>
        </p:nvGrpSpPr>
        <p:grpSpPr>
          <a:xfrm>
            <a:off x="480060" y="338328"/>
            <a:ext cx="658368" cy="612282"/>
            <a:chOff x="480060" y="338328"/>
            <a:chExt cx="658368" cy="612282"/>
          </a:xfrm>
        </p:grpSpPr>
        <p:sp>
          <p:nvSpPr>
            <p:cNvPr id="18" name="Roof"/>
            <p:cNvSpPr/>
            <p:nvPr/>
          </p:nvSpPr>
          <p:spPr>
            <a:xfrm>
              <a:off x="480060" y="338328"/>
              <a:ext cx="658368" cy="197510"/>
            </a:xfrm>
            <a:prstGeom prst="triangle">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9" name="Beam"/>
            <p:cNvSpPr/>
            <p:nvPr/>
          </p:nvSpPr>
          <p:spPr>
            <a:xfrm>
              <a:off x="519562" y="562173"/>
              <a:ext cx="579364" cy="46086"/>
            </a:xfrm>
            <a:prstGeom prst="rect">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0" name="Column 1"/>
            <p:cNvSpPr/>
            <p:nvPr/>
          </p:nvSpPr>
          <p:spPr>
            <a:xfrm>
              <a:off x="559064" y="634594"/>
              <a:ext cx="92172" cy="184343"/>
            </a:xfrm>
            <a:prstGeom prst="rect">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1" name="Column 2"/>
            <p:cNvSpPr/>
            <p:nvPr/>
          </p:nvSpPr>
          <p:spPr>
            <a:xfrm>
              <a:off x="763158" y="634594"/>
              <a:ext cx="92172" cy="184343"/>
            </a:xfrm>
            <a:prstGeom prst="rect">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2" name="Column 3"/>
            <p:cNvSpPr/>
            <p:nvPr/>
          </p:nvSpPr>
          <p:spPr>
            <a:xfrm>
              <a:off x="967252" y="634594"/>
              <a:ext cx="92172" cy="184343"/>
            </a:xfrm>
            <a:prstGeom prst="rect">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3" name="Step 1"/>
            <p:cNvSpPr/>
            <p:nvPr/>
          </p:nvSpPr>
          <p:spPr>
            <a:xfrm>
              <a:off x="493227" y="845271"/>
              <a:ext cx="632033" cy="39502"/>
            </a:xfrm>
            <a:prstGeom prst="rect">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4" name="Step 2"/>
            <p:cNvSpPr/>
            <p:nvPr/>
          </p:nvSpPr>
          <p:spPr>
            <a:xfrm>
              <a:off x="480060" y="904524"/>
              <a:ext cx="658368" cy="46086"/>
            </a:xfrm>
            <a:prstGeom prst="rect">
              <a:avLst/>
            </a:prstGeom>
            <a:solidFill>
              <a:srgbClr val="0B63D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sp>
        <p:nvSpPr>
          <p:cNvPr id="25" name="Title"/>
          <p:cNvSpPr txBox="1"/>
          <p:nvPr/>
        </p:nvSpPr>
        <p:spPr>
          <a:xfrm>
            <a:off x="1371600" y="470356"/>
            <a:ext cx="6926512" cy="430887"/>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2800" b="1" i="0" u="none" strike="noStrike" kern="1200" cap="none" spc="0" normalizeH="0" baseline="0" noProof="0">
                <a:ln>
                  <a:noFill/>
                </a:ln>
                <a:solidFill>
                  <a:srgbClr val="062653"/>
                </a:solidFill>
                <a:effectLst/>
                <a:uLnTx/>
                <a:uFillTx/>
                <a:latin typeface="Times New Roman" panose="02020603050405020304" pitchFamily="18" charset="0"/>
                <a:ea typeface="+mn-ea"/>
                <a:cs typeface="Times New Roman" panose="02020603050405020304" pitchFamily="18" charset="0"/>
              </a:rPr>
              <a:t>Major Financial Inclusion </a:t>
            </a:r>
            <a:r>
              <a:rPr kumimoji="0" sz="2800" b="1" i="0" u="none" strike="noStrike" kern="1200" cap="none" spc="0" normalizeH="0" baseline="0" noProof="0">
                <a:ln>
                  <a:noFill/>
                </a:ln>
                <a:solidFill>
                  <a:srgbClr val="0878E8"/>
                </a:solidFill>
                <a:effectLst/>
                <a:uLnTx/>
                <a:uFillTx/>
                <a:latin typeface="Times New Roman" panose="02020603050405020304" pitchFamily="18" charset="0"/>
                <a:ea typeface="+mn-ea"/>
                <a:cs typeface="Times New Roman" panose="02020603050405020304" pitchFamily="18" charset="0"/>
              </a:rPr>
              <a:t>Initiatives in India</a:t>
            </a:r>
          </a:p>
        </p:txBody>
      </p:sp>
      <p:sp>
        <p:nvSpPr>
          <p:cNvPr id="26" name="Title underline accent"/>
          <p:cNvSpPr/>
          <p:nvPr/>
        </p:nvSpPr>
        <p:spPr>
          <a:xfrm>
            <a:off x="1371600" y="978408"/>
            <a:ext cx="640080" cy="32004"/>
          </a:xfrm>
          <a:prstGeom prst="rect">
            <a:avLst/>
          </a:prstGeom>
          <a:solidFill>
            <a:srgbClr val="0878E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7" name="Title underline fade"/>
          <p:cNvSpPr/>
          <p:nvPr/>
        </p:nvSpPr>
        <p:spPr>
          <a:xfrm>
            <a:off x="2011680" y="978408"/>
            <a:ext cx="1920240" cy="32004"/>
          </a:xfrm>
          <a:prstGeom prst="rect">
            <a:avLst/>
          </a:prstGeom>
          <a:gradFill rotWithShape="1">
            <a:gsLst>
              <a:gs pos="0">
                <a:srgbClr val="8CCBFA"/>
              </a:gs>
              <a:gs pos="100000">
                <a:srgbClr val="EFF8FF">
                  <a:alpha val="0"/>
                </a:srgbClr>
              </a:gs>
            </a:gsLst>
            <a:lin ang="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8" name="Card 1 - PMJDY"/>
          <p:cNvSpPr/>
          <p:nvPr/>
        </p:nvSpPr>
        <p:spPr>
          <a:xfrm>
            <a:off x="621792" y="1261872"/>
            <a:ext cx="10963656" cy="822960"/>
          </a:xfrm>
          <a:prstGeom prst="roundRect">
            <a:avLst>
              <a:gd name="adj" fmla="val 20000"/>
            </a:avLst>
          </a:prstGeom>
          <a:gradFill rotWithShape="1">
            <a:gsLst>
              <a:gs pos="0">
                <a:srgbClr val="07285A"/>
              </a:gs>
              <a:gs pos="55000">
                <a:srgbClr val="0A4A9A"/>
              </a:gs>
              <a:gs pos="100000">
                <a:srgbClr val="063272"/>
              </a:gs>
            </a:gsLst>
            <a:lin ang="0" scaled="0"/>
          </a:gradFill>
          <a:ln w="12700">
            <a:solidFill>
              <a:srgbClr val="12B8F5"/>
            </a:solidFill>
          </a:ln>
          <a:effectLst>
            <a:outerShdw blurRad="114300" dist="38100" dir="5400000" algn="t" rotWithShape="0">
              <a:srgbClr val="031B3D">
                <a:alpha val="38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9" name="Label PMJDY"/>
          <p:cNvSpPr/>
          <p:nvPr/>
        </p:nvSpPr>
        <p:spPr>
          <a:xfrm>
            <a:off x="795528" y="1335024"/>
            <a:ext cx="2313432" cy="676656"/>
          </a:xfrm>
          <a:prstGeom prst="roundRect">
            <a:avLst>
              <a:gd name="adj" fmla="val 30000"/>
            </a:avLst>
          </a:prstGeom>
          <a:gradFill rotWithShape="1">
            <a:gsLst>
              <a:gs pos="0">
                <a:srgbClr val="A98BFF"/>
              </a:gs>
              <a:gs pos="100000">
                <a:srgbClr val="7C45E8"/>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nvGrpSpPr>
          <p:cNvPr id="30" name="Bank icon"/>
          <p:cNvGrpSpPr/>
          <p:nvPr/>
        </p:nvGrpSpPr>
        <p:grpSpPr>
          <a:xfrm>
            <a:off x="1051560" y="1458468"/>
            <a:ext cx="457200" cy="425196"/>
            <a:chOff x="1051560" y="1458468"/>
            <a:chExt cx="457200" cy="425196"/>
          </a:xfrm>
        </p:grpSpPr>
        <p:sp>
          <p:nvSpPr>
            <p:cNvPr id="31" name="Roof"/>
            <p:cNvSpPr/>
            <p:nvPr/>
          </p:nvSpPr>
          <p:spPr>
            <a:xfrm>
              <a:off x="1051560" y="1458468"/>
              <a:ext cx="457200" cy="137160"/>
            </a:xfrm>
            <a:prstGeom prst="triangle">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2" name="Beam"/>
            <p:cNvSpPr/>
            <p:nvPr/>
          </p:nvSpPr>
          <p:spPr>
            <a:xfrm>
              <a:off x="1078992" y="1613916"/>
              <a:ext cx="402336" cy="32004"/>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3" name="Column 1"/>
            <p:cNvSpPr/>
            <p:nvPr/>
          </p:nvSpPr>
          <p:spPr>
            <a:xfrm>
              <a:off x="1106424" y="1664208"/>
              <a:ext cx="64008" cy="128016"/>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4" name="Column 2"/>
            <p:cNvSpPr/>
            <p:nvPr/>
          </p:nvSpPr>
          <p:spPr>
            <a:xfrm>
              <a:off x="1248156" y="1664208"/>
              <a:ext cx="64008" cy="128016"/>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5" name="Column 3"/>
            <p:cNvSpPr/>
            <p:nvPr/>
          </p:nvSpPr>
          <p:spPr>
            <a:xfrm>
              <a:off x="1389888" y="1664208"/>
              <a:ext cx="64008" cy="128016"/>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6" name="Step 1"/>
            <p:cNvSpPr/>
            <p:nvPr/>
          </p:nvSpPr>
          <p:spPr>
            <a:xfrm>
              <a:off x="1060704" y="1810512"/>
              <a:ext cx="438912" cy="27432"/>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7" name="Step 2"/>
            <p:cNvSpPr/>
            <p:nvPr/>
          </p:nvSpPr>
          <p:spPr>
            <a:xfrm>
              <a:off x="1051560" y="1851660"/>
              <a:ext cx="457200" cy="32004"/>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cxnSp>
        <p:nvCxnSpPr>
          <p:cNvPr id="38" name="Label divider PMJDY"/>
          <p:cNvCxnSpPr/>
          <p:nvPr/>
        </p:nvCxnSpPr>
        <p:spPr>
          <a:xfrm>
            <a:off x="1709928" y="1517904"/>
            <a:ext cx="0" cy="310896"/>
          </a:xfrm>
          <a:prstGeom prst="line">
            <a:avLst/>
          </a:prstGeom>
          <a:ln w="9525">
            <a:solidFill>
              <a:srgbClr val="FFFFFF">
                <a:alpha val="55000"/>
              </a:srgbClr>
            </a:solidFill>
          </a:ln>
        </p:spPr>
        <p:style>
          <a:lnRef idx="2">
            <a:schemeClr val="accent1"/>
          </a:lnRef>
          <a:fillRef idx="0">
            <a:schemeClr val="accent1"/>
          </a:fillRef>
          <a:effectRef idx="1">
            <a:schemeClr val="accent1"/>
          </a:effectRef>
          <a:fontRef idx="minor">
            <a:schemeClr val="tx1"/>
          </a:fontRef>
        </p:style>
      </p:cxnSp>
      <p:sp>
        <p:nvSpPr>
          <p:cNvPr id="39" name="Label text PMJDY"/>
          <p:cNvSpPr txBox="1"/>
          <p:nvPr/>
        </p:nvSpPr>
        <p:spPr>
          <a:xfrm>
            <a:off x="2000950" y="1519463"/>
            <a:ext cx="899284" cy="307777"/>
          </a:xfrm>
          <a:prstGeom prst="rect">
            <a:avLst/>
          </a:prstGeom>
          <a:noFill/>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sz="20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rPr>
              <a:t>PMJDY</a:t>
            </a:r>
          </a:p>
        </p:txBody>
      </p:sp>
      <p:cxnSp>
        <p:nvCxnSpPr>
          <p:cNvPr id="40" name="Card divider PMJDY"/>
          <p:cNvCxnSpPr/>
          <p:nvPr/>
        </p:nvCxnSpPr>
        <p:spPr>
          <a:xfrm>
            <a:off x="3328416" y="1399032"/>
            <a:ext cx="0" cy="548640"/>
          </a:xfrm>
          <a:prstGeom prst="line">
            <a:avLst/>
          </a:prstGeom>
          <a:ln w="12700">
            <a:solidFill>
              <a:srgbClr val="12B8F5">
                <a:alpha val="70000"/>
              </a:srgbClr>
            </a:solidFill>
          </a:ln>
        </p:spPr>
        <p:style>
          <a:lnRef idx="2">
            <a:schemeClr val="accent1"/>
          </a:lnRef>
          <a:fillRef idx="0">
            <a:schemeClr val="accent1"/>
          </a:fillRef>
          <a:effectRef idx="1">
            <a:schemeClr val="accent1"/>
          </a:effectRef>
          <a:fontRef idx="minor">
            <a:schemeClr val="tx1"/>
          </a:fontRef>
        </p:style>
      </p:cxnSp>
      <p:sp>
        <p:nvSpPr>
          <p:cNvPr id="41" name="Name PMJDY"/>
          <p:cNvSpPr txBox="1"/>
          <p:nvPr/>
        </p:nvSpPr>
        <p:spPr>
          <a:xfrm>
            <a:off x="3502152" y="1379404"/>
            <a:ext cx="4396525" cy="276999"/>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8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Pradhan Mantri Jan Dhan Yojana (PMJDY)</a:t>
            </a:r>
          </a:p>
        </p:txBody>
      </p:sp>
      <p:sp>
        <p:nvSpPr>
          <p:cNvPr id="42" name="Description PMJDY"/>
          <p:cNvSpPr txBox="1"/>
          <p:nvPr/>
        </p:nvSpPr>
        <p:spPr>
          <a:xfrm>
            <a:off x="3502152" y="1721078"/>
            <a:ext cx="2898229" cy="215444"/>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D9F0FF"/>
                </a:solidFill>
                <a:effectLst/>
                <a:uLnTx/>
                <a:uFillTx/>
                <a:latin typeface="Times New Roman" panose="02020603050405020304" pitchFamily="18" charset="0"/>
                <a:ea typeface="+mn-ea"/>
                <a:cs typeface="Times New Roman" panose="02020603050405020304" pitchFamily="18" charset="0"/>
              </a:rPr>
              <a:t>Promotes access to basic bank accounts.</a:t>
            </a:r>
          </a:p>
        </p:txBody>
      </p:sp>
      <p:sp>
        <p:nvSpPr>
          <p:cNvPr id="43" name="Card 2 - UPI"/>
          <p:cNvSpPr/>
          <p:nvPr/>
        </p:nvSpPr>
        <p:spPr>
          <a:xfrm>
            <a:off x="621792" y="2208276"/>
            <a:ext cx="10963656" cy="822960"/>
          </a:xfrm>
          <a:prstGeom prst="roundRect">
            <a:avLst>
              <a:gd name="adj" fmla="val 20000"/>
            </a:avLst>
          </a:prstGeom>
          <a:gradFill rotWithShape="1">
            <a:gsLst>
              <a:gs pos="0">
                <a:srgbClr val="07285A"/>
              </a:gs>
              <a:gs pos="55000">
                <a:srgbClr val="0A4A9A"/>
              </a:gs>
              <a:gs pos="100000">
                <a:srgbClr val="063272"/>
              </a:gs>
            </a:gsLst>
            <a:lin ang="0" scaled="0"/>
          </a:gradFill>
          <a:ln w="12700">
            <a:solidFill>
              <a:srgbClr val="12B8F5"/>
            </a:solidFill>
          </a:ln>
          <a:effectLst>
            <a:outerShdw blurRad="114300" dist="38100" dir="5400000" algn="t" rotWithShape="0">
              <a:srgbClr val="031B3D">
                <a:alpha val="38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44" name="Label UPI"/>
          <p:cNvSpPr/>
          <p:nvPr/>
        </p:nvSpPr>
        <p:spPr>
          <a:xfrm>
            <a:off x="795528" y="2281428"/>
            <a:ext cx="2313432" cy="676656"/>
          </a:xfrm>
          <a:prstGeom prst="roundRect">
            <a:avLst>
              <a:gd name="adj" fmla="val 30000"/>
            </a:avLst>
          </a:prstGeom>
          <a:gradFill rotWithShape="1">
            <a:gsLst>
              <a:gs pos="0">
                <a:srgbClr val="19DCD8"/>
              </a:gs>
              <a:gs pos="100000">
                <a:srgbClr val="0AA597"/>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nvGrpSpPr>
          <p:cNvPr id="45" name="Phone rupee icon"/>
          <p:cNvGrpSpPr/>
          <p:nvPr/>
        </p:nvGrpSpPr>
        <p:grpSpPr>
          <a:xfrm>
            <a:off x="1143000" y="2391156"/>
            <a:ext cx="274320" cy="457200"/>
            <a:chOff x="1143000" y="2391156"/>
            <a:chExt cx="274320" cy="457200"/>
          </a:xfrm>
        </p:grpSpPr>
        <p:sp>
          <p:nvSpPr>
            <p:cNvPr id="46" name="Phone body"/>
            <p:cNvSpPr/>
            <p:nvPr/>
          </p:nvSpPr>
          <p:spPr>
            <a:xfrm>
              <a:off x="1143000" y="2391156"/>
              <a:ext cx="274320" cy="457200"/>
            </a:xfrm>
            <a:prstGeom prst="roundRect">
              <a:avLst>
                <a:gd name="adj" fmla="val 20000"/>
              </a:avLst>
            </a:prstGeom>
            <a:noFill/>
            <a:ln w="2857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47" name="Home dot"/>
            <p:cNvSpPr/>
            <p:nvPr/>
          </p:nvSpPr>
          <p:spPr>
            <a:xfrm>
              <a:off x="1264615" y="2775204"/>
              <a:ext cx="31090" cy="31090"/>
            </a:xfrm>
            <a:prstGeom prst="ellipse">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48" name="Rupee symbol"/>
            <p:cNvSpPr txBox="1"/>
            <p:nvPr/>
          </p:nvSpPr>
          <p:spPr>
            <a:xfrm>
              <a:off x="1228864" y="2478357"/>
              <a:ext cx="102592" cy="246221"/>
            </a:xfrm>
            <a:prstGeom prst="rect">
              <a:avLst/>
            </a:prstGeom>
            <a:noFill/>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sz="16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a:t>
              </a:r>
            </a:p>
          </p:txBody>
        </p:sp>
      </p:grpSp>
      <p:cxnSp>
        <p:nvCxnSpPr>
          <p:cNvPr id="49" name="Label divider UPI"/>
          <p:cNvCxnSpPr/>
          <p:nvPr/>
        </p:nvCxnSpPr>
        <p:spPr>
          <a:xfrm>
            <a:off x="1709928" y="2464308"/>
            <a:ext cx="0" cy="310896"/>
          </a:xfrm>
          <a:prstGeom prst="line">
            <a:avLst/>
          </a:prstGeom>
          <a:ln w="9525">
            <a:solidFill>
              <a:srgbClr val="FFFFFF">
                <a:alpha val="55000"/>
              </a:srgbClr>
            </a:solidFill>
          </a:ln>
        </p:spPr>
        <p:style>
          <a:lnRef idx="2">
            <a:schemeClr val="accent1"/>
          </a:lnRef>
          <a:fillRef idx="0">
            <a:schemeClr val="accent1"/>
          </a:fillRef>
          <a:effectRef idx="1">
            <a:schemeClr val="accent1"/>
          </a:effectRef>
          <a:fontRef idx="minor">
            <a:schemeClr val="tx1"/>
          </a:fontRef>
        </p:style>
      </p:cxnSp>
      <p:sp>
        <p:nvSpPr>
          <p:cNvPr id="50" name="Label text UPI"/>
          <p:cNvSpPr txBox="1"/>
          <p:nvPr/>
        </p:nvSpPr>
        <p:spPr>
          <a:xfrm>
            <a:off x="2229377" y="2465867"/>
            <a:ext cx="442429" cy="307777"/>
          </a:xfrm>
          <a:prstGeom prst="rect">
            <a:avLst/>
          </a:prstGeom>
          <a:noFill/>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sz="20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UPI</a:t>
            </a:r>
          </a:p>
        </p:txBody>
      </p:sp>
      <p:cxnSp>
        <p:nvCxnSpPr>
          <p:cNvPr id="51" name="Card divider UPI"/>
          <p:cNvCxnSpPr/>
          <p:nvPr/>
        </p:nvCxnSpPr>
        <p:spPr>
          <a:xfrm>
            <a:off x="3328416" y="2345436"/>
            <a:ext cx="0" cy="548640"/>
          </a:xfrm>
          <a:prstGeom prst="line">
            <a:avLst/>
          </a:prstGeom>
          <a:ln w="12700">
            <a:solidFill>
              <a:srgbClr val="12B8F5">
                <a:alpha val="70000"/>
              </a:srgbClr>
            </a:solidFill>
          </a:ln>
        </p:spPr>
        <p:style>
          <a:lnRef idx="2">
            <a:schemeClr val="accent1"/>
          </a:lnRef>
          <a:fillRef idx="0">
            <a:schemeClr val="accent1"/>
          </a:fillRef>
          <a:effectRef idx="1">
            <a:schemeClr val="accent1"/>
          </a:effectRef>
          <a:fontRef idx="minor">
            <a:schemeClr val="tx1"/>
          </a:fontRef>
        </p:style>
      </p:cxnSp>
      <p:sp>
        <p:nvSpPr>
          <p:cNvPr id="52" name="Name UPI"/>
          <p:cNvSpPr txBox="1"/>
          <p:nvPr/>
        </p:nvSpPr>
        <p:spPr>
          <a:xfrm>
            <a:off x="3502152" y="2325808"/>
            <a:ext cx="3315010" cy="276999"/>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8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Unified Payments Interface (UPI)</a:t>
            </a:r>
          </a:p>
        </p:txBody>
      </p:sp>
      <p:sp>
        <p:nvSpPr>
          <p:cNvPr id="53" name="Description UPI"/>
          <p:cNvSpPr txBox="1"/>
          <p:nvPr/>
        </p:nvSpPr>
        <p:spPr>
          <a:xfrm>
            <a:off x="3502152" y="2667482"/>
            <a:ext cx="2375650" cy="215444"/>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D9F0FF"/>
                </a:solidFill>
                <a:effectLst/>
                <a:uLnTx/>
                <a:uFillTx/>
                <a:latin typeface="Times New Roman" panose="02020603050405020304" pitchFamily="18" charset="0"/>
                <a:ea typeface="+mn-ea"/>
                <a:cs typeface="Times New Roman" panose="02020603050405020304" pitchFamily="18" charset="0"/>
              </a:rPr>
              <a:t>Enables instant digital payments.</a:t>
            </a:r>
          </a:p>
        </p:txBody>
      </p:sp>
      <p:sp>
        <p:nvSpPr>
          <p:cNvPr id="54" name="Card 3 - AePS"/>
          <p:cNvSpPr/>
          <p:nvPr/>
        </p:nvSpPr>
        <p:spPr>
          <a:xfrm>
            <a:off x="621792" y="3154680"/>
            <a:ext cx="10963656" cy="822960"/>
          </a:xfrm>
          <a:prstGeom prst="roundRect">
            <a:avLst>
              <a:gd name="adj" fmla="val 20000"/>
            </a:avLst>
          </a:prstGeom>
          <a:gradFill rotWithShape="1">
            <a:gsLst>
              <a:gs pos="0">
                <a:srgbClr val="07285A"/>
              </a:gs>
              <a:gs pos="55000">
                <a:srgbClr val="0A4A9A"/>
              </a:gs>
              <a:gs pos="100000">
                <a:srgbClr val="063272"/>
              </a:gs>
            </a:gsLst>
            <a:lin ang="0" scaled="0"/>
          </a:gradFill>
          <a:ln w="12700">
            <a:solidFill>
              <a:srgbClr val="12B8F5"/>
            </a:solidFill>
          </a:ln>
          <a:effectLst>
            <a:outerShdw blurRad="114300" dist="38100" dir="5400000" algn="t" rotWithShape="0">
              <a:srgbClr val="031B3D">
                <a:alpha val="38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55" name="Label AePS"/>
          <p:cNvSpPr/>
          <p:nvPr/>
        </p:nvSpPr>
        <p:spPr>
          <a:xfrm>
            <a:off x="795528" y="3227832"/>
            <a:ext cx="2313432" cy="676656"/>
          </a:xfrm>
          <a:prstGeom prst="roundRect">
            <a:avLst>
              <a:gd name="adj" fmla="val 30000"/>
            </a:avLst>
          </a:prstGeom>
          <a:gradFill rotWithShape="1">
            <a:gsLst>
              <a:gs pos="0">
                <a:srgbClr val="A98BFF"/>
              </a:gs>
              <a:gs pos="100000">
                <a:srgbClr val="7C45E8"/>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nvGrpSpPr>
          <p:cNvPr id="56" name="Fingerprint icon"/>
          <p:cNvGrpSpPr/>
          <p:nvPr/>
        </p:nvGrpSpPr>
        <p:grpSpPr>
          <a:xfrm>
            <a:off x="0" y="0"/>
            <a:ext cx="0" cy="0"/>
            <a:chOff x="0" y="0"/>
            <a:chExt cx="0" cy="0"/>
          </a:xfrm>
        </p:grpSpPr>
        <p:sp>
          <p:nvSpPr>
            <p:cNvPr id="57" name="Ridge 1"/>
            <p:cNvSpPr/>
            <p:nvPr/>
          </p:nvSpPr>
          <p:spPr>
            <a:xfrm>
              <a:off x="1234440" y="3518154"/>
              <a:ext cx="91440" cy="194310"/>
            </a:xfrm>
            <a:custGeom>
              <a:avLst/>
              <a:gdLst/>
              <a:ahLst/>
              <a:cxnLst/>
              <a:rect l="l" t="t" r="r" b="b"/>
              <a:pathLst>
                <a:path w="91440" h="194310">
                  <a:moveTo>
                    <a:pt x="0" y="194310"/>
                  </a:moveTo>
                  <a:lnTo>
                    <a:pt x="0" y="48006"/>
                  </a:lnTo>
                  <a:lnTo>
                    <a:pt x="250" y="42988"/>
                  </a:lnTo>
                  <a:lnTo>
                    <a:pt x="999" y="38025"/>
                  </a:lnTo>
                  <a:lnTo>
                    <a:pt x="2238" y="33171"/>
                  </a:lnTo>
                  <a:lnTo>
                    <a:pt x="3953" y="28480"/>
                  </a:lnTo>
                  <a:lnTo>
                    <a:pt x="6125" y="24003"/>
                  </a:lnTo>
                  <a:lnTo>
                    <a:pt x="8732" y="19789"/>
                  </a:lnTo>
                  <a:lnTo>
                    <a:pt x="11743" y="15884"/>
                  </a:lnTo>
                  <a:lnTo>
                    <a:pt x="15127" y="12331"/>
                  </a:lnTo>
                  <a:lnTo>
                    <a:pt x="18846" y="9168"/>
                  </a:lnTo>
                  <a:lnTo>
                    <a:pt x="22860" y="6432"/>
                  </a:lnTo>
                  <a:lnTo>
                    <a:pt x="27124" y="4150"/>
                  </a:lnTo>
                  <a:lnTo>
                    <a:pt x="31592" y="2350"/>
                  </a:lnTo>
                  <a:lnTo>
                    <a:pt x="36214" y="1049"/>
                  </a:lnTo>
                  <a:lnTo>
                    <a:pt x="40941" y="263"/>
                  </a:lnTo>
                  <a:lnTo>
                    <a:pt x="45720" y="0"/>
                  </a:lnTo>
                  <a:lnTo>
                    <a:pt x="50499" y="263"/>
                  </a:lnTo>
                  <a:lnTo>
                    <a:pt x="55226" y="1049"/>
                  </a:lnTo>
                  <a:lnTo>
                    <a:pt x="59848" y="2350"/>
                  </a:lnTo>
                  <a:lnTo>
                    <a:pt x="64316" y="4150"/>
                  </a:lnTo>
                  <a:lnTo>
                    <a:pt x="68580" y="6432"/>
                  </a:lnTo>
                  <a:lnTo>
                    <a:pt x="72594" y="9168"/>
                  </a:lnTo>
                  <a:lnTo>
                    <a:pt x="76313" y="12331"/>
                  </a:lnTo>
                  <a:lnTo>
                    <a:pt x="79697" y="15884"/>
                  </a:lnTo>
                  <a:lnTo>
                    <a:pt x="82708" y="19789"/>
                  </a:lnTo>
                  <a:lnTo>
                    <a:pt x="85315" y="24003"/>
                  </a:lnTo>
                  <a:lnTo>
                    <a:pt x="87487" y="28480"/>
                  </a:lnTo>
                  <a:lnTo>
                    <a:pt x="89202" y="33171"/>
                  </a:lnTo>
                  <a:lnTo>
                    <a:pt x="90441" y="38025"/>
                  </a:lnTo>
                  <a:lnTo>
                    <a:pt x="91190" y="42988"/>
                  </a:lnTo>
                  <a:lnTo>
                    <a:pt x="91440" y="48006"/>
                  </a:lnTo>
                  <a:lnTo>
                    <a:pt x="91440" y="165049"/>
                  </a:lnTo>
                </a:path>
              </a:pathLst>
            </a:custGeom>
            <a:noFill/>
            <a:ln w="2222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58" name="Ridge 2"/>
            <p:cNvSpPr/>
            <p:nvPr/>
          </p:nvSpPr>
          <p:spPr>
            <a:xfrm>
              <a:off x="1188720" y="3470206"/>
              <a:ext cx="182880" cy="205682"/>
            </a:xfrm>
            <a:custGeom>
              <a:avLst/>
              <a:gdLst/>
              <a:ahLst/>
              <a:cxnLst/>
              <a:rect l="l" t="t" r="r" b="b"/>
              <a:pathLst>
                <a:path w="182880" h="205682">
                  <a:moveTo>
                    <a:pt x="0" y="205682"/>
                  </a:moveTo>
                  <a:lnTo>
                    <a:pt x="890" y="82592"/>
                  </a:lnTo>
                  <a:lnTo>
                    <a:pt x="2716" y="72727"/>
                  </a:lnTo>
                  <a:lnTo>
                    <a:pt x="5515" y="63116"/>
                  </a:lnTo>
                  <a:lnTo>
                    <a:pt x="9254" y="53865"/>
                  </a:lnTo>
                  <a:lnTo>
                    <a:pt x="13894" y="45075"/>
                  </a:lnTo>
                  <a:lnTo>
                    <a:pt x="19384" y="36843"/>
                  </a:lnTo>
                  <a:lnTo>
                    <a:pt x="25664" y="29258"/>
                  </a:lnTo>
                  <a:lnTo>
                    <a:pt x="32664" y="22405"/>
                  </a:lnTo>
                  <a:lnTo>
                    <a:pt x="40307" y="16356"/>
                  </a:lnTo>
                  <a:lnTo>
                    <a:pt x="48512" y="11180"/>
                  </a:lnTo>
                  <a:lnTo>
                    <a:pt x="57186" y="6933"/>
                  </a:lnTo>
                  <a:lnTo>
                    <a:pt x="66236" y="3661"/>
                  </a:lnTo>
                  <a:lnTo>
                    <a:pt x="75562" y="1401"/>
                  </a:lnTo>
                  <a:lnTo>
                    <a:pt x="85061" y="176"/>
                  </a:lnTo>
                  <a:lnTo>
                    <a:pt x="94631" y="0"/>
                  </a:lnTo>
                  <a:lnTo>
                    <a:pt x="104166" y="876"/>
                  </a:lnTo>
                  <a:lnTo>
                    <a:pt x="113561" y="2794"/>
                  </a:lnTo>
                  <a:lnTo>
                    <a:pt x="122714" y="5732"/>
                  </a:lnTo>
                  <a:lnTo>
                    <a:pt x="131525" y="9659"/>
                  </a:lnTo>
                  <a:lnTo>
                    <a:pt x="139896" y="14531"/>
                  </a:lnTo>
                  <a:lnTo>
                    <a:pt x="147736" y="20296"/>
                  </a:lnTo>
                  <a:lnTo>
                    <a:pt x="154960" y="26889"/>
                  </a:lnTo>
                  <a:lnTo>
                    <a:pt x="161487" y="34239"/>
                  </a:lnTo>
                  <a:lnTo>
                    <a:pt x="167247" y="42265"/>
                  </a:lnTo>
                  <a:lnTo>
                    <a:pt x="172177" y="50879"/>
                  </a:lnTo>
                  <a:lnTo>
                    <a:pt x="176222" y="59987"/>
                  </a:lnTo>
                  <a:lnTo>
                    <a:pt x="179338" y="69490"/>
                  </a:lnTo>
                  <a:lnTo>
                    <a:pt x="181491" y="79282"/>
                  </a:lnTo>
                  <a:lnTo>
                    <a:pt x="182880" y="183736"/>
                  </a:lnTo>
                </a:path>
              </a:pathLst>
            </a:custGeom>
            <a:noFill/>
            <a:ln w="2222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59" name="Ridge 3"/>
            <p:cNvSpPr/>
            <p:nvPr/>
          </p:nvSpPr>
          <p:spPr>
            <a:xfrm>
              <a:off x="1143000" y="3422142"/>
              <a:ext cx="274320" cy="326898"/>
            </a:xfrm>
            <a:custGeom>
              <a:avLst/>
              <a:gdLst/>
              <a:ahLst/>
              <a:cxnLst/>
              <a:rect l="l" t="t" r="r" b="b"/>
              <a:pathLst>
                <a:path w="274320" h="326898">
                  <a:moveTo>
                    <a:pt x="0" y="326898"/>
                  </a:moveTo>
                  <a:lnTo>
                    <a:pt x="0" y="144018"/>
                  </a:lnTo>
                  <a:lnTo>
                    <a:pt x="751" y="128964"/>
                  </a:lnTo>
                  <a:lnTo>
                    <a:pt x="2997" y="114075"/>
                  </a:lnTo>
                  <a:lnTo>
                    <a:pt x="6713" y="99514"/>
                  </a:lnTo>
                  <a:lnTo>
                    <a:pt x="11858" y="85441"/>
                  </a:lnTo>
                  <a:lnTo>
                    <a:pt x="18376" y="72009"/>
                  </a:lnTo>
                  <a:lnTo>
                    <a:pt x="26195" y="59366"/>
                  </a:lnTo>
                  <a:lnTo>
                    <a:pt x="35230" y="47651"/>
                  </a:lnTo>
                  <a:lnTo>
                    <a:pt x="45382" y="36992"/>
                  </a:lnTo>
                  <a:lnTo>
                    <a:pt x="56539" y="27505"/>
                  </a:lnTo>
                  <a:lnTo>
                    <a:pt x="68580" y="19295"/>
                  </a:lnTo>
                  <a:lnTo>
                    <a:pt x="81372" y="12451"/>
                  </a:lnTo>
                  <a:lnTo>
                    <a:pt x="94775" y="7049"/>
                  </a:lnTo>
                  <a:lnTo>
                    <a:pt x="108643" y="3147"/>
                  </a:lnTo>
                  <a:lnTo>
                    <a:pt x="122823" y="789"/>
                  </a:lnTo>
                  <a:lnTo>
                    <a:pt x="137160" y="0"/>
                  </a:lnTo>
                  <a:lnTo>
                    <a:pt x="151497" y="789"/>
                  </a:lnTo>
                  <a:lnTo>
                    <a:pt x="165677" y="3147"/>
                  </a:lnTo>
                  <a:lnTo>
                    <a:pt x="179545" y="7049"/>
                  </a:lnTo>
                  <a:lnTo>
                    <a:pt x="192948" y="12451"/>
                  </a:lnTo>
                  <a:lnTo>
                    <a:pt x="205740" y="19295"/>
                  </a:lnTo>
                  <a:lnTo>
                    <a:pt x="217781" y="27505"/>
                  </a:lnTo>
                  <a:lnTo>
                    <a:pt x="228938" y="36992"/>
                  </a:lnTo>
                  <a:lnTo>
                    <a:pt x="239090" y="47651"/>
                  </a:lnTo>
                  <a:lnTo>
                    <a:pt x="248125" y="59366"/>
                  </a:lnTo>
                  <a:lnTo>
                    <a:pt x="255944" y="72009"/>
                  </a:lnTo>
                  <a:lnTo>
                    <a:pt x="262462" y="85441"/>
                  </a:lnTo>
                  <a:lnTo>
                    <a:pt x="267607" y="99514"/>
                  </a:lnTo>
                  <a:lnTo>
                    <a:pt x="271323" y="114075"/>
                  </a:lnTo>
                  <a:lnTo>
                    <a:pt x="273569" y="128964"/>
                  </a:lnTo>
                  <a:lnTo>
                    <a:pt x="274320" y="144018"/>
                  </a:lnTo>
                  <a:lnTo>
                    <a:pt x="274320" y="290322"/>
                  </a:lnTo>
                </a:path>
              </a:pathLst>
            </a:custGeom>
            <a:noFill/>
            <a:ln w="2222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60" name="Ridge 4"/>
            <p:cNvSpPr/>
            <p:nvPr/>
          </p:nvSpPr>
          <p:spPr>
            <a:xfrm>
              <a:off x="1097280" y="3374136"/>
              <a:ext cx="365760" cy="283464"/>
            </a:xfrm>
            <a:custGeom>
              <a:avLst/>
              <a:gdLst/>
              <a:ahLst/>
              <a:cxnLst/>
              <a:rect l="l" t="t" r="r" b="b"/>
              <a:pathLst>
                <a:path w="365760" h="283464">
                  <a:moveTo>
                    <a:pt x="0" y="283464"/>
                  </a:moveTo>
                  <a:lnTo>
                    <a:pt x="3996" y="152100"/>
                  </a:lnTo>
                  <a:lnTo>
                    <a:pt x="8951" y="132685"/>
                  </a:lnTo>
                  <a:lnTo>
                    <a:pt x="15811" y="113921"/>
                  </a:lnTo>
                  <a:lnTo>
                    <a:pt x="24501" y="96012"/>
                  </a:lnTo>
                  <a:lnTo>
                    <a:pt x="34927" y="79155"/>
                  </a:lnTo>
                  <a:lnTo>
                    <a:pt x="46974" y="63535"/>
                  </a:lnTo>
                  <a:lnTo>
                    <a:pt x="60509" y="49322"/>
                  </a:lnTo>
                  <a:lnTo>
                    <a:pt x="75386" y="36673"/>
                  </a:lnTo>
                  <a:lnTo>
                    <a:pt x="91440" y="25726"/>
                  </a:lnTo>
                  <a:lnTo>
                    <a:pt x="108496" y="16601"/>
                  </a:lnTo>
                  <a:lnTo>
                    <a:pt x="126367" y="9398"/>
                  </a:lnTo>
                  <a:lnTo>
                    <a:pt x="144857" y="4196"/>
                  </a:lnTo>
                  <a:lnTo>
                    <a:pt x="163764" y="1052"/>
                  </a:lnTo>
                  <a:lnTo>
                    <a:pt x="182880" y="0"/>
                  </a:lnTo>
                  <a:lnTo>
                    <a:pt x="201996" y="1052"/>
                  </a:lnTo>
                  <a:lnTo>
                    <a:pt x="220903" y="4196"/>
                  </a:lnTo>
                  <a:lnTo>
                    <a:pt x="239393" y="9398"/>
                  </a:lnTo>
                  <a:lnTo>
                    <a:pt x="257264" y="16601"/>
                  </a:lnTo>
                  <a:lnTo>
                    <a:pt x="274320" y="25726"/>
                  </a:lnTo>
                  <a:lnTo>
                    <a:pt x="290374" y="36673"/>
                  </a:lnTo>
                  <a:lnTo>
                    <a:pt x="305251" y="49322"/>
                  </a:lnTo>
                  <a:lnTo>
                    <a:pt x="318786" y="63535"/>
                  </a:lnTo>
                  <a:lnTo>
                    <a:pt x="330833" y="79155"/>
                  </a:lnTo>
                  <a:lnTo>
                    <a:pt x="341259" y="96012"/>
                  </a:lnTo>
                  <a:lnTo>
                    <a:pt x="349949" y="113921"/>
                  </a:lnTo>
                  <a:lnTo>
                    <a:pt x="356809" y="132685"/>
                  </a:lnTo>
                  <a:lnTo>
                    <a:pt x="361764" y="152100"/>
                  </a:lnTo>
                  <a:lnTo>
                    <a:pt x="365760" y="265176"/>
                  </a:lnTo>
                </a:path>
              </a:pathLst>
            </a:custGeom>
            <a:noFill/>
            <a:ln w="2222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61" name="Ridge 5"/>
            <p:cNvSpPr/>
            <p:nvPr/>
          </p:nvSpPr>
          <p:spPr>
            <a:xfrm>
              <a:off x="1051560" y="3326276"/>
              <a:ext cx="457200" cy="276460"/>
            </a:xfrm>
            <a:custGeom>
              <a:avLst/>
              <a:gdLst/>
              <a:ahLst/>
              <a:cxnLst/>
              <a:rect l="l" t="t" r="r" b="b"/>
              <a:pathLst>
                <a:path w="457200" h="276460">
                  <a:moveTo>
                    <a:pt x="0" y="276460"/>
                  </a:moveTo>
                  <a:lnTo>
                    <a:pt x="13786" y="157789"/>
                  </a:lnTo>
                  <a:lnTo>
                    <a:pt x="23136" y="134662"/>
                  </a:lnTo>
                  <a:lnTo>
                    <a:pt x="34736" y="112687"/>
                  </a:lnTo>
                  <a:lnTo>
                    <a:pt x="48461" y="92107"/>
                  </a:lnTo>
                  <a:lnTo>
                    <a:pt x="64159" y="73145"/>
                  </a:lnTo>
                  <a:lnTo>
                    <a:pt x="81659" y="56010"/>
                  </a:lnTo>
                  <a:lnTo>
                    <a:pt x="100769" y="40890"/>
                  </a:lnTo>
                  <a:lnTo>
                    <a:pt x="121279" y="27950"/>
                  </a:lnTo>
                  <a:lnTo>
                    <a:pt x="142965" y="17332"/>
                  </a:lnTo>
                  <a:lnTo>
                    <a:pt x="165589" y="9152"/>
                  </a:lnTo>
                  <a:lnTo>
                    <a:pt x="188904" y="3501"/>
                  </a:lnTo>
                  <a:lnTo>
                    <a:pt x="212654" y="439"/>
                  </a:lnTo>
                  <a:lnTo>
                    <a:pt x="236578" y="0"/>
                  </a:lnTo>
                  <a:lnTo>
                    <a:pt x="260415" y="2190"/>
                  </a:lnTo>
                  <a:lnTo>
                    <a:pt x="283903" y="6984"/>
                  </a:lnTo>
                  <a:lnTo>
                    <a:pt x="306786" y="14330"/>
                  </a:lnTo>
                  <a:lnTo>
                    <a:pt x="328812" y="24146"/>
                  </a:lnTo>
                  <a:lnTo>
                    <a:pt x="349740" y="36327"/>
                  </a:lnTo>
                  <a:lnTo>
                    <a:pt x="369340" y="50738"/>
                  </a:lnTo>
                  <a:lnTo>
                    <a:pt x="387399" y="67221"/>
                  </a:lnTo>
                  <a:lnTo>
                    <a:pt x="403718" y="85596"/>
                  </a:lnTo>
                  <a:lnTo>
                    <a:pt x="418118" y="105661"/>
                  </a:lnTo>
                  <a:lnTo>
                    <a:pt x="430442" y="127197"/>
                  </a:lnTo>
                  <a:lnTo>
                    <a:pt x="440554" y="149967"/>
                  </a:lnTo>
                  <a:lnTo>
                    <a:pt x="457200" y="269145"/>
                  </a:lnTo>
                </a:path>
              </a:pathLst>
            </a:custGeom>
            <a:noFill/>
            <a:ln w="2222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62" name="Ridge core"/>
            <p:cNvSpPr/>
            <p:nvPr/>
          </p:nvSpPr>
          <p:spPr>
            <a:xfrm>
              <a:off x="1280160" y="3566160"/>
              <a:ext cx="0" cy="219456"/>
            </a:xfrm>
            <a:custGeom>
              <a:avLst/>
              <a:gdLst/>
              <a:ahLst/>
              <a:cxnLst/>
              <a:rect l="l" t="t" r="r" b="b"/>
              <a:pathLst>
                <a:path h="219456">
                  <a:moveTo>
                    <a:pt x="0" y="0"/>
                  </a:moveTo>
                  <a:lnTo>
                    <a:pt x="0" y="219456"/>
                  </a:lnTo>
                </a:path>
              </a:pathLst>
            </a:custGeom>
            <a:noFill/>
            <a:ln w="22225">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cxnSp>
        <p:nvCxnSpPr>
          <p:cNvPr id="63" name="Label divider AePS"/>
          <p:cNvCxnSpPr/>
          <p:nvPr/>
        </p:nvCxnSpPr>
        <p:spPr>
          <a:xfrm>
            <a:off x="1709928" y="3410712"/>
            <a:ext cx="0" cy="310896"/>
          </a:xfrm>
          <a:prstGeom prst="line">
            <a:avLst/>
          </a:prstGeom>
          <a:ln w="9525">
            <a:solidFill>
              <a:srgbClr val="FFFFFF">
                <a:alpha val="55000"/>
              </a:srgbClr>
            </a:solidFill>
          </a:ln>
        </p:spPr>
        <p:style>
          <a:lnRef idx="2">
            <a:schemeClr val="accent1"/>
          </a:lnRef>
          <a:fillRef idx="0">
            <a:schemeClr val="accent1"/>
          </a:fillRef>
          <a:effectRef idx="1">
            <a:schemeClr val="accent1"/>
          </a:effectRef>
          <a:fontRef idx="minor">
            <a:schemeClr val="tx1"/>
          </a:fontRef>
        </p:style>
      </p:cxnSp>
      <p:sp>
        <p:nvSpPr>
          <p:cNvPr id="64" name="Label text AePS"/>
          <p:cNvSpPr txBox="1"/>
          <p:nvPr/>
        </p:nvSpPr>
        <p:spPr>
          <a:xfrm>
            <a:off x="2150830" y="3412271"/>
            <a:ext cx="599523" cy="307777"/>
          </a:xfrm>
          <a:prstGeom prst="rect">
            <a:avLst/>
          </a:prstGeom>
          <a:noFill/>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sz="20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AePS</a:t>
            </a:r>
          </a:p>
        </p:txBody>
      </p:sp>
      <p:cxnSp>
        <p:nvCxnSpPr>
          <p:cNvPr id="65" name="Card divider AePS"/>
          <p:cNvCxnSpPr/>
          <p:nvPr/>
        </p:nvCxnSpPr>
        <p:spPr>
          <a:xfrm>
            <a:off x="3328416" y="3291840"/>
            <a:ext cx="0" cy="548640"/>
          </a:xfrm>
          <a:prstGeom prst="line">
            <a:avLst/>
          </a:prstGeom>
          <a:ln w="12700">
            <a:solidFill>
              <a:srgbClr val="12B8F5">
                <a:alpha val="70000"/>
              </a:srgbClr>
            </a:solidFill>
          </a:ln>
        </p:spPr>
        <p:style>
          <a:lnRef idx="2">
            <a:schemeClr val="accent1"/>
          </a:lnRef>
          <a:fillRef idx="0">
            <a:schemeClr val="accent1"/>
          </a:fillRef>
          <a:effectRef idx="1">
            <a:schemeClr val="accent1"/>
          </a:effectRef>
          <a:fontRef idx="minor">
            <a:schemeClr val="tx1"/>
          </a:fontRef>
        </p:style>
      </p:cxnSp>
      <p:sp>
        <p:nvSpPr>
          <p:cNvPr id="66" name="Name AePS"/>
          <p:cNvSpPr txBox="1"/>
          <p:nvPr/>
        </p:nvSpPr>
        <p:spPr>
          <a:xfrm>
            <a:off x="3502152" y="3272212"/>
            <a:ext cx="4152804" cy="276999"/>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8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Aadhaar-enabled Payment System (AePS)</a:t>
            </a:r>
          </a:p>
        </p:txBody>
      </p:sp>
      <p:sp>
        <p:nvSpPr>
          <p:cNvPr id="67" name="Description AePS"/>
          <p:cNvSpPr txBox="1"/>
          <p:nvPr/>
        </p:nvSpPr>
        <p:spPr>
          <a:xfrm>
            <a:off x="3502152" y="3613886"/>
            <a:ext cx="5670783" cy="215444"/>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D9F0FF"/>
                </a:solidFill>
                <a:effectLst/>
                <a:uLnTx/>
                <a:uFillTx/>
                <a:latin typeface="Times New Roman" panose="02020603050405020304" pitchFamily="18" charset="0"/>
                <a:ea typeface="+mn-ea"/>
                <a:cs typeface="Times New Roman" panose="02020603050405020304" pitchFamily="18" charset="0"/>
              </a:rPr>
              <a:t>Facilitates eligible banking transactions through Aadhaar-based authentication.</a:t>
            </a:r>
          </a:p>
        </p:txBody>
      </p:sp>
      <p:sp>
        <p:nvSpPr>
          <p:cNvPr id="68" name="Card 4 - DBT"/>
          <p:cNvSpPr/>
          <p:nvPr/>
        </p:nvSpPr>
        <p:spPr>
          <a:xfrm>
            <a:off x="621792" y="4101084"/>
            <a:ext cx="10963656" cy="822960"/>
          </a:xfrm>
          <a:prstGeom prst="roundRect">
            <a:avLst>
              <a:gd name="adj" fmla="val 20000"/>
            </a:avLst>
          </a:prstGeom>
          <a:gradFill rotWithShape="1">
            <a:gsLst>
              <a:gs pos="0">
                <a:srgbClr val="07285A"/>
              </a:gs>
              <a:gs pos="55000">
                <a:srgbClr val="0A4A9A"/>
              </a:gs>
              <a:gs pos="100000">
                <a:srgbClr val="063272"/>
              </a:gs>
            </a:gsLst>
            <a:lin ang="0" scaled="0"/>
          </a:gradFill>
          <a:ln w="12700">
            <a:solidFill>
              <a:srgbClr val="12B8F5"/>
            </a:solidFill>
          </a:ln>
          <a:effectLst>
            <a:outerShdw blurRad="114300" dist="38100" dir="5400000" algn="t" rotWithShape="0">
              <a:srgbClr val="031B3D">
                <a:alpha val="38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69" name="Label DBT"/>
          <p:cNvSpPr/>
          <p:nvPr/>
        </p:nvSpPr>
        <p:spPr>
          <a:xfrm>
            <a:off x="795528" y="4174236"/>
            <a:ext cx="2313432" cy="676656"/>
          </a:xfrm>
          <a:prstGeom prst="roundRect">
            <a:avLst>
              <a:gd name="adj" fmla="val 30000"/>
            </a:avLst>
          </a:prstGeom>
          <a:gradFill rotWithShape="1">
            <a:gsLst>
              <a:gs pos="0">
                <a:srgbClr val="FFD070"/>
              </a:gs>
              <a:gs pos="100000">
                <a:srgbClr val="FFA21A"/>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nvGrpSpPr>
          <p:cNvPr id="70" name="Bank icon"/>
          <p:cNvGrpSpPr/>
          <p:nvPr/>
        </p:nvGrpSpPr>
        <p:grpSpPr>
          <a:xfrm>
            <a:off x="1024128" y="4297680"/>
            <a:ext cx="420624" cy="391181"/>
            <a:chOff x="1024128" y="4297680"/>
            <a:chExt cx="420624" cy="391181"/>
          </a:xfrm>
        </p:grpSpPr>
        <p:sp>
          <p:nvSpPr>
            <p:cNvPr id="71" name="Roof"/>
            <p:cNvSpPr/>
            <p:nvPr/>
          </p:nvSpPr>
          <p:spPr>
            <a:xfrm>
              <a:off x="1024128" y="4297680"/>
              <a:ext cx="420624" cy="126187"/>
            </a:xfrm>
            <a:prstGeom prst="triangle">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2" name="Beam"/>
            <p:cNvSpPr/>
            <p:nvPr/>
          </p:nvSpPr>
          <p:spPr>
            <a:xfrm>
              <a:off x="1049365" y="4440692"/>
              <a:ext cx="370149" cy="29444"/>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3" name="Column 1"/>
            <p:cNvSpPr/>
            <p:nvPr/>
          </p:nvSpPr>
          <p:spPr>
            <a:xfrm>
              <a:off x="1074603" y="4486961"/>
              <a:ext cx="58887" cy="117775"/>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4" name="Column 2"/>
            <p:cNvSpPr/>
            <p:nvPr/>
          </p:nvSpPr>
          <p:spPr>
            <a:xfrm>
              <a:off x="1204996" y="4486961"/>
              <a:ext cx="58887" cy="117775"/>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5" name="Column 3"/>
            <p:cNvSpPr/>
            <p:nvPr/>
          </p:nvSpPr>
          <p:spPr>
            <a:xfrm>
              <a:off x="1335390" y="4486961"/>
              <a:ext cx="58887" cy="117775"/>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6" name="Step 1"/>
            <p:cNvSpPr/>
            <p:nvPr/>
          </p:nvSpPr>
          <p:spPr>
            <a:xfrm>
              <a:off x="1032540" y="4621560"/>
              <a:ext cx="403799" cy="25237"/>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77" name="Step 2"/>
            <p:cNvSpPr/>
            <p:nvPr/>
          </p:nvSpPr>
          <p:spPr>
            <a:xfrm>
              <a:off x="1024128" y="4659417"/>
              <a:ext cx="420624" cy="29444"/>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sp>
        <p:nvSpPr>
          <p:cNvPr id="78" name="Transfer arrow"/>
          <p:cNvSpPr/>
          <p:nvPr/>
        </p:nvSpPr>
        <p:spPr>
          <a:xfrm>
            <a:off x="1389888" y="4604004"/>
            <a:ext cx="201168" cy="118872"/>
          </a:xfrm>
          <a:prstGeom prst="rightArrow">
            <a:avLst/>
          </a:prstGeom>
          <a:solidFill>
            <a:srgbClr val="FFFFFF"/>
          </a:solidFill>
          <a:ln w="12700">
            <a:solidFill>
              <a:srgbClr val="FFA21A"/>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cxnSp>
        <p:nvCxnSpPr>
          <p:cNvPr id="79" name="Label divider DBT"/>
          <p:cNvCxnSpPr/>
          <p:nvPr/>
        </p:nvCxnSpPr>
        <p:spPr>
          <a:xfrm>
            <a:off x="1709928" y="4357116"/>
            <a:ext cx="0" cy="310896"/>
          </a:xfrm>
          <a:prstGeom prst="line">
            <a:avLst/>
          </a:prstGeom>
          <a:ln w="9525">
            <a:solidFill>
              <a:srgbClr val="FFFFFF">
                <a:alpha val="55000"/>
              </a:srgbClr>
            </a:solidFill>
          </a:ln>
        </p:spPr>
        <p:style>
          <a:lnRef idx="2">
            <a:schemeClr val="accent1"/>
          </a:lnRef>
          <a:fillRef idx="0">
            <a:schemeClr val="accent1"/>
          </a:fillRef>
          <a:effectRef idx="1">
            <a:schemeClr val="accent1"/>
          </a:effectRef>
          <a:fontRef idx="minor">
            <a:schemeClr val="tx1"/>
          </a:fontRef>
        </p:style>
      </p:cxnSp>
      <p:sp>
        <p:nvSpPr>
          <p:cNvPr id="80" name="Label text DBT"/>
          <p:cNvSpPr txBox="1"/>
          <p:nvPr/>
        </p:nvSpPr>
        <p:spPr>
          <a:xfrm>
            <a:off x="2186096" y="4358675"/>
            <a:ext cx="528991" cy="307777"/>
          </a:xfrm>
          <a:prstGeom prst="rect">
            <a:avLst/>
          </a:prstGeom>
          <a:noFill/>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sz="20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DBT</a:t>
            </a:r>
          </a:p>
        </p:txBody>
      </p:sp>
      <p:cxnSp>
        <p:nvCxnSpPr>
          <p:cNvPr id="81" name="Card divider DBT"/>
          <p:cNvCxnSpPr/>
          <p:nvPr/>
        </p:nvCxnSpPr>
        <p:spPr>
          <a:xfrm>
            <a:off x="3328416" y="4238244"/>
            <a:ext cx="0" cy="548640"/>
          </a:xfrm>
          <a:prstGeom prst="line">
            <a:avLst/>
          </a:prstGeom>
          <a:ln w="12700">
            <a:solidFill>
              <a:srgbClr val="12B8F5">
                <a:alpha val="70000"/>
              </a:srgbClr>
            </a:solidFill>
          </a:ln>
        </p:spPr>
        <p:style>
          <a:lnRef idx="2">
            <a:schemeClr val="accent1"/>
          </a:lnRef>
          <a:fillRef idx="0">
            <a:schemeClr val="accent1"/>
          </a:fillRef>
          <a:effectRef idx="1">
            <a:schemeClr val="accent1"/>
          </a:effectRef>
          <a:fontRef idx="minor">
            <a:schemeClr val="tx1"/>
          </a:fontRef>
        </p:style>
      </p:cxnSp>
      <p:sp>
        <p:nvSpPr>
          <p:cNvPr id="82" name="Name DBT"/>
          <p:cNvSpPr txBox="1"/>
          <p:nvPr/>
        </p:nvSpPr>
        <p:spPr>
          <a:xfrm>
            <a:off x="3502152" y="4218616"/>
            <a:ext cx="2964786" cy="276999"/>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8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Direct Benefit Transfer (DBT)</a:t>
            </a:r>
          </a:p>
        </p:txBody>
      </p:sp>
      <p:sp>
        <p:nvSpPr>
          <p:cNvPr id="83" name="Description DBT"/>
          <p:cNvSpPr txBox="1"/>
          <p:nvPr/>
        </p:nvSpPr>
        <p:spPr>
          <a:xfrm>
            <a:off x="3502152" y="4560290"/>
            <a:ext cx="5672643" cy="215444"/>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D9F0FF"/>
                </a:solidFill>
                <a:effectLst/>
                <a:uLnTx/>
                <a:uFillTx/>
                <a:latin typeface="Times New Roman" panose="02020603050405020304" pitchFamily="18" charset="0"/>
                <a:ea typeface="+mn-ea"/>
                <a:cs typeface="Times New Roman" panose="02020603050405020304" pitchFamily="18" charset="0"/>
              </a:rPr>
              <a:t>Transfers eligible government benefits directly to beneficiaries’ bank accounts.</a:t>
            </a:r>
          </a:p>
        </p:txBody>
      </p:sp>
      <p:sp>
        <p:nvSpPr>
          <p:cNvPr id="84" name="Card 5 - PMMY"/>
          <p:cNvSpPr/>
          <p:nvPr/>
        </p:nvSpPr>
        <p:spPr>
          <a:xfrm>
            <a:off x="621792" y="5047488"/>
            <a:ext cx="10963656" cy="822960"/>
          </a:xfrm>
          <a:prstGeom prst="roundRect">
            <a:avLst>
              <a:gd name="adj" fmla="val 20000"/>
            </a:avLst>
          </a:prstGeom>
          <a:gradFill rotWithShape="1">
            <a:gsLst>
              <a:gs pos="0">
                <a:srgbClr val="07285A"/>
              </a:gs>
              <a:gs pos="55000">
                <a:srgbClr val="0A4A9A"/>
              </a:gs>
              <a:gs pos="100000">
                <a:srgbClr val="063272"/>
              </a:gs>
            </a:gsLst>
            <a:lin ang="0" scaled="0"/>
          </a:gradFill>
          <a:ln w="12700">
            <a:solidFill>
              <a:srgbClr val="12B8F5"/>
            </a:solidFill>
          </a:ln>
          <a:effectLst>
            <a:outerShdw blurRad="114300" dist="38100" dir="5400000" algn="t" rotWithShape="0">
              <a:srgbClr val="031B3D">
                <a:alpha val="38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85" name="Label PMMY"/>
          <p:cNvSpPr/>
          <p:nvPr/>
        </p:nvSpPr>
        <p:spPr>
          <a:xfrm>
            <a:off x="795528" y="5120640"/>
            <a:ext cx="2313432" cy="676656"/>
          </a:xfrm>
          <a:prstGeom prst="roundRect">
            <a:avLst>
              <a:gd name="adj" fmla="val 30000"/>
            </a:avLst>
          </a:prstGeom>
          <a:gradFill rotWithShape="1">
            <a:gsLst>
              <a:gs pos="0">
                <a:srgbClr val="38A6FF"/>
              </a:gs>
              <a:gs pos="100000">
                <a:srgbClr val="0A66E0"/>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nvGrpSpPr>
          <p:cNvPr id="86" name="People icon"/>
          <p:cNvGrpSpPr/>
          <p:nvPr/>
        </p:nvGrpSpPr>
        <p:grpSpPr>
          <a:xfrm>
            <a:off x="987552" y="5257800"/>
            <a:ext cx="585216" cy="365760"/>
            <a:chOff x="987552" y="5257800"/>
            <a:chExt cx="585216" cy="365760"/>
          </a:xfrm>
        </p:grpSpPr>
        <p:sp>
          <p:nvSpPr>
            <p:cNvPr id="87" name="Person left head"/>
            <p:cNvSpPr/>
            <p:nvPr/>
          </p:nvSpPr>
          <p:spPr>
            <a:xfrm>
              <a:off x="1028700" y="5303520"/>
              <a:ext cx="118872" cy="118872"/>
            </a:xfrm>
            <a:prstGeom prst="ellipse">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88" name="Person left body"/>
            <p:cNvSpPr/>
            <p:nvPr/>
          </p:nvSpPr>
          <p:spPr>
            <a:xfrm>
              <a:off x="987552" y="5449824"/>
              <a:ext cx="201168" cy="128016"/>
            </a:xfrm>
            <a:prstGeom prst="round2SameRect">
              <a:avLst>
                <a:gd name="adj1" fmla="val 50000"/>
                <a:gd name="adj2" fmla="val 0"/>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89" name="Person right head"/>
            <p:cNvSpPr/>
            <p:nvPr/>
          </p:nvSpPr>
          <p:spPr>
            <a:xfrm>
              <a:off x="1412748" y="5303520"/>
              <a:ext cx="118872" cy="118872"/>
            </a:xfrm>
            <a:prstGeom prst="ellipse">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90" name="Person right body"/>
            <p:cNvSpPr/>
            <p:nvPr/>
          </p:nvSpPr>
          <p:spPr>
            <a:xfrm>
              <a:off x="1371600" y="5449824"/>
              <a:ext cx="201168" cy="128016"/>
            </a:xfrm>
            <a:prstGeom prst="round2SameRect">
              <a:avLst>
                <a:gd name="adj1" fmla="val 50000"/>
                <a:gd name="adj2" fmla="val 0"/>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91" name="Person center head"/>
            <p:cNvSpPr/>
            <p:nvPr/>
          </p:nvSpPr>
          <p:spPr>
            <a:xfrm>
              <a:off x="1202436" y="5257800"/>
              <a:ext cx="155448" cy="155448"/>
            </a:xfrm>
            <a:prstGeom prst="ellipse">
              <a:avLst/>
            </a:prstGeom>
            <a:solidFill>
              <a:srgbClr val="FFFFFF"/>
            </a:solidFill>
            <a:ln w="19050">
              <a:solidFill>
                <a:srgbClr val="0A66E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92" name="Person center body"/>
            <p:cNvSpPr/>
            <p:nvPr/>
          </p:nvSpPr>
          <p:spPr>
            <a:xfrm>
              <a:off x="1124712" y="5431536"/>
              <a:ext cx="310896" cy="192024"/>
            </a:xfrm>
            <a:prstGeom prst="round2SameRect">
              <a:avLst>
                <a:gd name="adj1" fmla="val 50000"/>
                <a:gd name="adj2" fmla="val 0"/>
              </a:avLst>
            </a:prstGeom>
            <a:solidFill>
              <a:srgbClr val="FFFFFF"/>
            </a:solidFill>
            <a:ln w="19050">
              <a:solidFill>
                <a:srgbClr val="0A66E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cxnSp>
        <p:nvCxnSpPr>
          <p:cNvPr id="93" name="Label divider PMMY"/>
          <p:cNvCxnSpPr/>
          <p:nvPr/>
        </p:nvCxnSpPr>
        <p:spPr>
          <a:xfrm>
            <a:off x="1709928" y="5303520"/>
            <a:ext cx="0" cy="310896"/>
          </a:xfrm>
          <a:prstGeom prst="line">
            <a:avLst/>
          </a:prstGeom>
          <a:ln w="9525">
            <a:solidFill>
              <a:srgbClr val="FFFFFF">
                <a:alpha val="55000"/>
              </a:srgbClr>
            </a:solidFill>
          </a:ln>
        </p:spPr>
        <p:style>
          <a:lnRef idx="2">
            <a:schemeClr val="accent1"/>
          </a:lnRef>
          <a:fillRef idx="0">
            <a:schemeClr val="accent1"/>
          </a:fillRef>
          <a:effectRef idx="1">
            <a:schemeClr val="accent1"/>
          </a:effectRef>
          <a:fontRef idx="minor">
            <a:schemeClr val="tx1"/>
          </a:fontRef>
        </p:style>
      </p:cxnSp>
      <p:sp>
        <p:nvSpPr>
          <p:cNvPr id="94" name="Label text PMMY"/>
          <p:cNvSpPr txBox="1"/>
          <p:nvPr/>
        </p:nvSpPr>
        <p:spPr>
          <a:xfrm>
            <a:off x="2037017" y="5305079"/>
            <a:ext cx="827150" cy="307777"/>
          </a:xfrm>
          <a:prstGeom prst="rect">
            <a:avLst/>
          </a:prstGeom>
          <a:noFill/>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sz="20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PMMY</a:t>
            </a:r>
          </a:p>
        </p:txBody>
      </p:sp>
      <p:cxnSp>
        <p:nvCxnSpPr>
          <p:cNvPr id="95" name="Card divider PMMY"/>
          <p:cNvCxnSpPr/>
          <p:nvPr/>
        </p:nvCxnSpPr>
        <p:spPr>
          <a:xfrm>
            <a:off x="3328416" y="5184648"/>
            <a:ext cx="0" cy="548640"/>
          </a:xfrm>
          <a:prstGeom prst="line">
            <a:avLst/>
          </a:prstGeom>
          <a:ln w="12700">
            <a:solidFill>
              <a:srgbClr val="12B8F5">
                <a:alpha val="70000"/>
              </a:srgbClr>
            </a:solidFill>
          </a:ln>
        </p:spPr>
        <p:style>
          <a:lnRef idx="2">
            <a:schemeClr val="accent1"/>
          </a:lnRef>
          <a:fillRef idx="0">
            <a:schemeClr val="accent1"/>
          </a:fillRef>
          <a:effectRef idx="1">
            <a:schemeClr val="accent1"/>
          </a:effectRef>
          <a:fontRef idx="minor">
            <a:schemeClr val="tx1"/>
          </a:fontRef>
        </p:style>
      </p:cxnSp>
      <p:sp>
        <p:nvSpPr>
          <p:cNvPr id="96" name="Name PMMY"/>
          <p:cNvSpPr txBox="1"/>
          <p:nvPr/>
        </p:nvSpPr>
        <p:spPr>
          <a:xfrm>
            <a:off x="3502152" y="5165020"/>
            <a:ext cx="4069512" cy="276999"/>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800" b="1" i="0" u="none" strike="noStrike" kern="1200" cap="none" spc="0" normalizeH="0" baseline="0" noProof="0">
                <a:ln>
                  <a:noFill/>
                </a:ln>
                <a:solidFill>
                  <a:srgbClr val="FFFFFF"/>
                </a:solidFill>
                <a:effectLst/>
                <a:uLnTx/>
                <a:uFillTx/>
                <a:latin typeface="Times New Roman" panose="02020603050405020304" pitchFamily="18" charset="0"/>
                <a:ea typeface="+mn-ea"/>
                <a:cs typeface="Times New Roman" panose="02020603050405020304" pitchFamily="18" charset="0"/>
              </a:rPr>
              <a:t>Pradhan Mantri Mudra Yojana (PMMY)</a:t>
            </a:r>
          </a:p>
        </p:txBody>
      </p:sp>
      <p:sp>
        <p:nvSpPr>
          <p:cNvPr id="97" name="Description PMMY"/>
          <p:cNvSpPr txBox="1"/>
          <p:nvPr/>
        </p:nvSpPr>
        <p:spPr>
          <a:xfrm>
            <a:off x="3502152" y="5506694"/>
            <a:ext cx="4320093" cy="215444"/>
          </a:xfrm>
          <a:prstGeom prst="rect">
            <a:avLst/>
          </a:prstGeom>
          <a:noFill/>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D9F0FF"/>
                </a:solidFill>
                <a:effectLst/>
                <a:uLnTx/>
                <a:uFillTx/>
                <a:latin typeface="Times New Roman" panose="02020603050405020304" pitchFamily="18" charset="0"/>
                <a:ea typeface="+mn-ea"/>
                <a:cs typeface="Times New Roman" panose="02020603050405020304" pitchFamily="18" charset="0"/>
              </a:rPr>
              <a:t>Supports eligible micro and small enterprises through loans.</a:t>
            </a:r>
          </a:p>
        </p:txBody>
      </p:sp>
      <p:grpSp>
        <p:nvGrpSpPr>
          <p:cNvPr id="98" name="Graphic 2">
            <a:extLst>
              <a:ext uri="{FF2B5EF4-FFF2-40B4-BE49-F238E27FC236}">
                <a16:creationId xmlns:a16="http://schemas.microsoft.com/office/drawing/2014/main" id="{0BAA4612-97A2-E6CB-8913-B9583946C02D}"/>
              </a:ext>
            </a:extLst>
          </p:cNvPr>
          <p:cNvGrpSpPr/>
          <p:nvPr/>
        </p:nvGrpSpPr>
        <p:grpSpPr>
          <a:xfrm>
            <a:off x="-4826901" y="5651501"/>
            <a:ext cx="22278322" cy="1206501"/>
            <a:chOff x="-1701658" y="3997633"/>
            <a:chExt cx="14003150" cy="3533927"/>
          </a:xfrm>
          <a:noFill/>
          <a:effectLst>
            <a:outerShdw blurRad="635000" algn="ctr" rotWithShape="0">
              <a:schemeClr val="bg1"/>
            </a:outerShdw>
          </a:effectLst>
        </p:grpSpPr>
        <p:grpSp>
          <p:nvGrpSpPr>
            <p:cNvPr id="99" name="Graphic 2">
              <a:extLst>
                <a:ext uri="{FF2B5EF4-FFF2-40B4-BE49-F238E27FC236}">
                  <a16:creationId xmlns:a16="http://schemas.microsoft.com/office/drawing/2014/main" id="{4CFCEA0B-683A-3707-E1CE-4C4DE9E733C1}"/>
                </a:ext>
              </a:extLst>
            </p:cNvPr>
            <p:cNvGrpSpPr/>
            <p:nvPr/>
          </p:nvGrpSpPr>
          <p:grpSpPr>
            <a:xfrm>
              <a:off x="-1701658" y="3997633"/>
              <a:ext cx="14003150" cy="3531261"/>
              <a:chOff x="-1701658" y="3997633"/>
              <a:chExt cx="14003150" cy="3531261"/>
            </a:xfrm>
            <a:grpFill/>
          </p:grpSpPr>
          <p:sp>
            <p:nvSpPr>
              <p:cNvPr id="1013" name="Freeform: Shape 1012">
                <a:extLst>
                  <a:ext uri="{FF2B5EF4-FFF2-40B4-BE49-F238E27FC236}">
                    <a16:creationId xmlns:a16="http://schemas.microsoft.com/office/drawing/2014/main" id="{434DD1BD-50E0-2D96-A4C2-12DF490E62B3}"/>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BE7BA245-FFF8-B390-A985-F6754115C63A}"/>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5B25D399-40AB-0803-967A-ED2589EBCFE2}"/>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E887513B-4DE5-A8F8-0863-B5D3A25BB5AC}"/>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FA679FB2-E395-A594-9D64-43E65ABD652C}"/>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6DED3096-685E-49BE-5591-8A1F4455AD1D}"/>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0E9BCA1B-962D-C31A-1627-89CCF62DBF8F}"/>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B9F43C8A-1780-3DF5-433D-F896256E5EC7}"/>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46D59D94-B5D9-98FD-8D53-67A44336FFBF}"/>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88515C37-15B8-FE9E-4F9E-DC5A6F0115DE}"/>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6A355CBD-9458-5E8A-3030-6128ABE72F0E}"/>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3A206738-89BC-6D8F-F349-A4927762408A}"/>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D1EF4C1A-2AFC-E257-AD6A-E72E2739E210}"/>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442716F3-8413-B460-A3BB-C3C1050B75D9}"/>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5AC5668E-CD84-32F5-70AD-B85FC9FCED70}"/>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8" name="Freeform: Shape 1027">
                <a:extLst>
                  <a:ext uri="{FF2B5EF4-FFF2-40B4-BE49-F238E27FC236}">
                    <a16:creationId xmlns:a16="http://schemas.microsoft.com/office/drawing/2014/main" id="{B86E3993-E2FF-6679-5F78-F26ABD5A47E0}"/>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9" name="Freeform: Shape 1028">
                <a:extLst>
                  <a:ext uri="{FF2B5EF4-FFF2-40B4-BE49-F238E27FC236}">
                    <a16:creationId xmlns:a16="http://schemas.microsoft.com/office/drawing/2014/main" id="{EC619C28-993D-7DF1-B6D2-DF9757FE6309}"/>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0" name="Freeform: Shape 1029">
                <a:extLst>
                  <a:ext uri="{FF2B5EF4-FFF2-40B4-BE49-F238E27FC236}">
                    <a16:creationId xmlns:a16="http://schemas.microsoft.com/office/drawing/2014/main" id="{C86B5545-25B9-090C-6878-F727A43ADECD}"/>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1" name="Freeform: Shape 1030">
                <a:extLst>
                  <a:ext uri="{FF2B5EF4-FFF2-40B4-BE49-F238E27FC236}">
                    <a16:creationId xmlns:a16="http://schemas.microsoft.com/office/drawing/2014/main" id="{0E1E5667-DB41-B019-E849-49EED6CC56BB}"/>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2" name="Freeform: Shape 1031">
                <a:extLst>
                  <a:ext uri="{FF2B5EF4-FFF2-40B4-BE49-F238E27FC236}">
                    <a16:creationId xmlns:a16="http://schemas.microsoft.com/office/drawing/2014/main" id="{819D0D95-AF05-4742-A11B-82ED66C8E578}"/>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3" name="Freeform: Shape 1032">
                <a:extLst>
                  <a:ext uri="{FF2B5EF4-FFF2-40B4-BE49-F238E27FC236}">
                    <a16:creationId xmlns:a16="http://schemas.microsoft.com/office/drawing/2014/main" id="{97F5F247-84BA-695F-7F77-83F20792B51C}"/>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4" name="Freeform: Shape 1033">
                <a:extLst>
                  <a:ext uri="{FF2B5EF4-FFF2-40B4-BE49-F238E27FC236}">
                    <a16:creationId xmlns:a16="http://schemas.microsoft.com/office/drawing/2014/main" id="{0A044DD3-36B6-C953-C1E5-9C4653288EC0}"/>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5" name="Freeform: Shape 1034">
                <a:extLst>
                  <a:ext uri="{FF2B5EF4-FFF2-40B4-BE49-F238E27FC236}">
                    <a16:creationId xmlns:a16="http://schemas.microsoft.com/office/drawing/2014/main" id="{628DCC63-CD0D-6BAC-9C4F-D2C290BF9A52}"/>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6" name="Freeform: Shape 1035">
                <a:extLst>
                  <a:ext uri="{FF2B5EF4-FFF2-40B4-BE49-F238E27FC236}">
                    <a16:creationId xmlns:a16="http://schemas.microsoft.com/office/drawing/2014/main" id="{5C97681C-191A-F42B-5757-C0874981B938}"/>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7" name="Freeform: Shape 1036">
                <a:extLst>
                  <a:ext uri="{FF2B5EF4-FFF2-40B4-BE49-F238E27FC236}">
                    <a16:creationId xmlns:a16="http://schemas.microsoft.com/office/drawing/2014/main" id="{F4A70695-1401-1CAF-3D69-730EAAC7DA77}"/>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8" name="Freeform: Shape 1037">
                <a:extLst>
                  <a:ext uri="{FF2B5EF4-FFF2-40B4-BE49-F238E27FC236}">
                    <a16:creationId xmlns:a16="http://schemas.microsoft.com/office/drawing/2014/main" id="{F40D7107-CD18-1FD5-FE0F-E6DA4E6CD760}"/>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9" name="Freeform: Shape 1038">
                <a:extLst>
                  <a:ext uri="{FF2B5EF4-FFF2-40B4-BE49-F238E27FC236}">
                    <a16:creationId xmlns:a16="http://schemas.microsoft.com/office/drawing/2014/main" id="{5C682636-9984-4AE5-6151-6F642B227543}"/>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0" name="Freeform: Shape 1039">
                <a:extLst>
                  <a:ext uri="{FF2B5EF4-FFF2-40B4-BE49-F238E27FC236}">
                    <a16:creationId xmlns:a16="http://schemas.microsoft.com/office/drawing/2014/main" id="{34ABE87A-9281-E607-4ED7-925683EAC961}"/>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1" name="Freeform: Shape 1040">
                <a:extLst>
                  <a:ext uri="{FF2B5EF4-FFF2-40B4-BE49-F238E27FC236}">
                    <a16:creationId xmlns:a16="http://schemas.microsoft.com/office/drawing/2014/main" id="{9A9650EE-ADF6-5619-B0AD-47F40E62DDC4}"/>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2" name="Freeform: Shape 1041">
                <a:extLst>
                  <a:ext uri="{FF2B5EF4-FFF2-40B4-BE49-F238E27FC236}">
                    <a16:creationId xmlns:a16="http://schemas.microsoft.com/office/drawing/2014/main" id="{A3D66F16-B18E-A212-9B8E-E947713F53DB}"/>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3" name="Freeform: Shape 1042">
                <a:extLst>
                  <a:ext uri="{FF2B5EF4-FFF2-40B4-BE49-F238E27FC236}">
                    <a16:creationId xmlns:a16="http://schemas.microsoft.com/office/drawing/2014/main" id="{4C474C45-5219-AE05-C5A7-A82450C9C653}"/>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4" name="Freeform: Shape 1043">
                <a:extLst>
                  <a:ext uri="{FF2B5EF4-FFF2-40B4-BE49-F238E27FC236}">
                    <a16:creationId xmlns:a16="http://schemas.microsoft.com/office/drawing/2014/main" id="{6C643C4B-8EF1-1933-3B93-22EE81EE0BB9}"/>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5" name="Freeform: Shape 1044">
                <a:extLst>
                  <a:ext uri="{FF2B5EF4-FFF2-40B4-BE49-F238E27FC236}">
                    <a16:creationId xmlns:a16="http://schemas.microsoft.com/office/drawing/2014/main" id="{0A9CE4EE-1486-1F9C-38D0-89402B701D72}"/>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6" name="Freeform: Shape 1045">
                <a:extLst>
                  <a:ext uri="{FF2B5EF4-FFF2-40B4-BE49-F238E27FC236}">
                    <a16:creationId xmlns:a16="http://schemas.microsoft.com/office/drawing/2014/main" id="{42AF9994-DB0A-90E4-5906-99D24367F3FA}"/>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7" name="Freeform: Shape 1046">
                <a:extLst>
                  <a:ext uri="{FF2B5EF4-FFF2-40B4-BE49-F238E27FC236}">
                    <a16:creationId xmlns:a16="http://schemas.microsoft.com/office/drawing/2014/main" id="{6BAC20AB-B982-832F-1E78-423AAF6FB5EB}"/>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8" name="Freeform: Shape 1047">
                <a:extLst>
                  <a:ext uri="{FF2B5EF4-FFF2-40B4-BE49-F238E27FC236}">
                    <a16:creationId xmlns:a16="http://schemas.microsoft.com/office/drawing/2014/main" id="{5A9560ED-83E5-3C6B-DD72-1F2DB53E322D}"/>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9" name="Freeform: Shape 1048">
                <a:extLst>
                  <a:ext uri="{FF2B5EF4-FFF2-40B4-BE49-F238E27FC236}">
                    <a16:creationId xmlns:a16="http://schemas.microsoft.com/office/drawing/2014/main" id="{22E20035-81FB-5B04-0031-BDE48451EB45}"/>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0" name="Freeform: Shape 1049">
                <a:extLst>
                  <a:ext uri="{FF2B5EF4-FFF2-40B4-BE49-F238E27FC236}">
                    <a16:creationId xmlns:a16="http://schemas.microsoft.com/office/drawing/2014/main" id="{E32731E3-BC53-4B15-609F-CF7FD9F8F39F}"/>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1" name="Freeform: Shape 1050">
                <a:extLst>
                  <a:ext uri="{FF2B5EF4-FFF2-40B4-BE49-F238E27FC236}">
                    <a16:creationId xmlns:a16="http://schemas.microsoft.com/office/drawing/2014/main" id="{EA0CD314-767E-3E33-0C2B-1B087B33D80A}"/>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2" name="Freeform: Shape 1051">
                <a:extLst>
                  <a:ext uri="{FF2B5EF4-FFF2-40B4-BE49-F238E27FC236}">
                    <a16:creationId xmlns:a16="http://schemas.microsoft.com/office/drawing/2014/main" id="{C488884A-39CD-F9B9-0363-47A8349E2657}"/>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3" name="Freeform: Shape 1052">
                <a:extLst>
                  <a:ext uri="{FF2B5EF4-FFF2-40B4-BE49-F238E27FC236}">
                    <a16:creationId xmlns:a16="http://schemas.microsoft.com/office/drawing/2014/main" id="{AD258DC5-01D9-96FB-EAB3-5FFCEDF53924}"/>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4" name="Freeform: Shape 1053">
                <a:extLst>
                  <a:ext uri="{FF2B5EF4-FFF2-40B4-BE49-F238E27FC236}">
                    <a16:creationId xmlns:a16="http://schemas.microsoft.com/office/drawing/2014/main" id="{904FF260-F44E-0F0B-7883-D16037FBE0A7}"/>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5" name="Freeform: Shape 1054">
                <a:extLst>
                  <a:ext uri="{FF2B5EF4-FFF2-40B4-BE49-F238E27FC236}">
                    <a16:creationId xmlns:a16="http://schemas.microsoft.com/office/drawing/2014/main" id="{FB313B07-E0DC-4FF6-C720-80898095A8FA}"/>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6" name="Freeform: Shape 1055">
                <a:extLst>
                  <a:ext uri="{FF2B5EF4-FFF2-40B4-BE49-F238E27FC236}">
                    <a16:creationId xmlns:a16="http://schemas.microsoft.com/office/drawing/2014/main" id="{D084C24D-95B6-E6FD-6FF1-7257B81B3D97}"/>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7" name="Freeform: Shape 1056">
                <a:extLst>
                  <a:ext uri="{FF2B5EF4-FFF2-40B4-BE49-F238E27FC236}">
                    <a16:creationId xmlns:a16="http://schemas.microsoft.com/office/drawing/2014/main" id="{99F8410B-5C1E-9629-5404-446308745BAA}"/>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8" name="Freeform: Shape 1057">
                <a:extLst>
                  <a:ext uri="{FF2B5EF4-FFF2-40B4-BE49-F238E27FC236}">
                    <a16:creationId xmlns:a16="http://schemas.microsoft.com/office/drawing/2014/main" id="{FBA23873-7B17-BE31-5AC8-AC4B04372CBC}"/>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9" name="Freeform: Shape 1058">
                <a:extLst>
                  <a:ext uri="{FF2B5EF4-FFF2-40B4-BE49-F238E27FC236}">
                    <a16:creationId xmlns:a16="http://schemas.microsoft.com/office/drawing/2014/main" id="{2E8A8E2D-F369-7CAF-3D2C-E52860A5D538}"/>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0" name="Freeform: Shape 1059">
                <a:extLst>
                  <a:ext uri="{FF2B5EF4-FFF2-40B4-BE49-F238E27FC236}">
                    <a16:creationId xmlns:a16="http://schemas.microsoft.com/office/drawing/2014/main" id="{88A7ADBE-20C6-C6DF-75C3-775910DCDA0A}"/>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1" name="Freeform: Shape 1060">
                <a:extLst>
                  <a:ext uri="{FF2B5EF4-FFF2-40B4-BE49-F238E27FC236}">
                    <a16:creationId xmlns:a16="http://schemas.microsoft.com/office/drawing/2014/main" id="{7FA4B1A1-E8DB-2354-79EB-CF72A3443C57}"/>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2" name="Freeform: Shape 1061">
                <a:extLst>
                  <a:ext uri="{FF2B5EF4-FFF2-40B4-BE49-F238E27FC236}">
                    <a16:creationId xmlns:a16="http://schemas.microsoft.com/office/drawing/2014/main" id="{ED996C63-3B14-3AC8-4050-E606FEF358AF}"/>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3" name="Freeform: Shape 1062">
                <a:extLst>
                  <a:ext uri="{FF2B5EF4-FFF2-40B4-BE49-F238E27FC236}">
                    <a16:creationId xmlns:a16="http://schemas.microsoft.com/office/drawing/2014/main" id="{99AF32C9-FAE2-15D4-924A-ECA23D0D18C3}"/>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4" name="Freeform: Shape 1063">
                <a:extLst>
                  <a:ext uri="{FF2B5EF4-FFF2-40B4-BE49-F238E27FC236}">
                    <a16:creationId xmlns:a16="http://schemas.microsoft.com/office/drawing/2014/main" id="{72D6EF7E-14C4-49AF-D75A-052E081B2C09}"/>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5" name="Freeform: Shape 1064">
                <a:extLst>
                  <a:ext uri="{FF2B5EF4-FFF2-40B4-BE49-F238E27FC236}">
                    <a16:creationId xmlns:a16="http://schemas.microsoft.com/office/drawing/2014/main" id="{91AE104E-FE53-73EA-EE6D-553B1D94BE0D}"/>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6" name="Freeform: Shape 1065">
                <a:extLst>
                  <a:ext uri="{FF2B5EF4-FFF2-40B4-BE49-F238E27FC236}">
                    <a16:creationId xmlns:a16="http://schemas.microsoft.com/office/drawing/2014/main" id="{B5EFDD32-358C-DBE2-AFBE-A99BF0A4AB4A}"/>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7" name="Freeform: Shape 1066">
                <a:extLst>
                  <a:ext uri="{FF2B5EF4-FFF2-40B4-BE49-F238E27FC236}">
                    <a16:creationId xmlns:a16="http://schemas.microsoft.com/office/drawing/2014/main" id="{9D50E7D8-2253-EA7D-A1A5-061021321330}"/>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8" name="Freeform: Shape 1067">
                <a:extLst>
                  <a:ext uri="{FF2B5EF4-FFF2-40B4-BE49-F238E27FC236}">
                    <a16:creationId xmlns:a16="http://schemas.microsoft.com/office/drawing/2014/main" id="{16B892B2-7EF1-301C-C80E-1F79F3450022}"/>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9" name="Freeform: Shape 1068">
                <a:extLst>
                  <a:ext uri="{FF2B5EF4-FFF2-40B4-BE49-F238E27FC236}">
                    <a16:creationId xmlns:a16="http://schemas.microsoft.com/office/drawing/2014/main" id="{16FA18FF-E923-0E37-1297-D9A93949C785}"/>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0" name="Freeform: Shape 1069">
                <a:extLst>
                  <a:ext uri="{FF2B5EF4-FFF2-40B4-BE49-F238E27FC236}">
                    <a16:creationId xmlns:a16="http://schemas.microsoft.com/office/drawing/2014/main" id="{BD7C2912-A40C-66DF-B4E8-87373DE8D628}"/>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1" name="Freeform: Shape 1070">
                <a:extLst>
                  <a:ext uri="{FF2B5EF4-FFF2-40B4-BE49-F238E27FC236}">
                    <a16:creationId xmlns:a16="http://schemas.microsoft.com/office/drawing/2014/main" id="{FA4C2B9C-92A8-4EF4-E9F7-EA34F110DB24}"/>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2" name="Freeform: Shape 1071">
                <a:extLst>
                  <a:ext uri="{FF2B5EF4-FFF2-40B4-BE49-F238E27FC236}">
                    <a16:creationId xmlns:a16="http://schemas.microsoft.com/office/drawing/2014/main" id="{DB2E0CED-F07D-B684-279B-E9E46F95F900}"/>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3" name="Freeform: Shape 1072">
                <a:extLst>
                  <a:ext uri="{FF2B5EF4-FFF2-40B4-BE49-F238E27FC236}">
                    <a16:creationId xmlns:a16="http://schemas.microsoft.com/office/drawing/2014/main" id="{15F6136C-8CBC-8704-A8E9-87D2D3132653}"/>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tx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100" name="Graphic 2">
              <a:extLst>
                <a:ext uri="{FF2B5EF4-FFF2-40B4-BE49-F238E27FC236}">
                  <a16:creationId xmlns:a16="http://schemas.microsoft.com/office/drawing/2014/main" id="{E5F0932F-849D-6483-6E7C-ED5C44DD81CE}"/>
                </a:ext>
              </a:extLst>
            </p:cNvPr>
            <p:cNvGrpSpPr/>
            <p:nvPr/>
          </p:nvGrpSpPr>
          <p:grpSpPr>
            <a:xfrm>
              <a:off x="-1350054" y="4031449"/>
              <a:ext cx="13299963" cy="3500111"/>
              <a:chOff x="-1350054" y="4031449"/>
              <a:chExt cx="13299963" cy="3500111"/>
            </a:xfrm>
            <a:grpFill/>
          </p:grpSpPr>
          <p:sp>
            <p:nvSpPr>
              <p:cNvPr id="101" name="Freeform: Shape 100">
                <a:extLst>
                  <a:ext uri="{FF2B5EF4-FFF2-40B4-BE49-F238E27FC236}">
                    <a16:creationId xmlns:a16="http://schemas.microsoft.com/office/drawing/2014/main" id="{8B8DD44A-8FAC-37C2-2AE7-4FC1A1B77C6B}"/>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3213E308-C52B-126C-225C-56F6D858A696}"/>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9F6F9BFD-F1AC-5725-E190-56D7E9D768A0}"/>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9C2B148C-375B-7554-9879-27B27BAC104C}"/>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882D6FC7-EB5A-478C-BF41-02C5AC1602F8}"/>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470828B8-F5C3-E4C2-4861-092F4BA5195C}"/>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E4AD8C6A-45DA-9489-6D5A-3527ACA7E42C}"/>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BA379AA3-A17B-9021-C973-23B09837ABC2}"/>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5F5C757C-5011-4A7B-B2D5-9D5B5B632642}"/>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3618CDFE-CB19-35F3-5FB6-1778C879A977}"/>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01708F13-465B-43F9-20AB-CE44C19666BD}"/>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F1116F64-005A-8FCF-FB5F-E349F307BD75}"/>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0E698CD7-B6DB-DAFA-E2F6-8C7DC49431A4}"/>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4A278422-3B0F-3362-7B7C-BC2D5B109F4F}"/>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0B44C240-04C6-F0E9-A7B3-7319CEA0EA6A}"/>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07DE2598-B352-A11E-17C1-88EEAF6FFBD8}"/>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57AE6086-C30C-BFC1-3335-02764DD4C146}"/>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F827AA40-C6BC-43D7-D7C0-39B578503E44}"/>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652F96F8-D310-48D0-65C0-F32816C4CF7B}"/>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64BA0D40-BEDA-7491-2430-56F5D0D634D0}"/>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DA9562F1-0F02-7B36-80BD-7D7A9438B366}"/>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4272DAFA-B002-056A-3254-7890745C20F7}"/>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F56EEA84-09D2-0A43-01B1-00A2CDF0A7A9}"/>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74B551E1-9DCF-2105-05A9-8D36D841DED6}"/>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75359A1F-A7F0-17EC-E3FA-5945318663AC}"/>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56CF19E3-ACEE-295A-DEF3-B89FE3DAF301}"/>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AA6DE120-FC80-5C2C-0A9E-00765BF48B4A}"/>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43DC62AC-7806-71C3-E385-9789EC4896E8}"/>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CB0F39B5-ED10-A9F0-15BC-1330A996740F}"/>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1B428D77-3C21-1AA7-498B-BC0E600BFBA1}"/>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C464573E-AAC7-609B-8141-88EAFA99C566}"/>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FE57BDF9-CC00-1338-7405-A7F1F020FDF9}"/>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CC9FBA1D-D471-6F7C-4C5E-9B02063DBABF}"/>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C3F1ADA4-39EC-840A-4E23-115FCAF56848}"/>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35BEF02C-5EDB-3CDC-B6F9-2B41304BC3CF}"/>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4E7A59C5-3BC4-5185-8B04-84D4FC945DEC}"/>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AFE3DE47-0D93-5C7D-C5FE-6C0C18A2B7EB}"/>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6B8889E7-FF54-24F2-DEB6-CD05D1526484}"/>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60F373EF-19E8-CE0D-F270-96F49718762C}"/>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A19D3F07-2DC1-6281-D49B-304F3A335BC0}"/>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FCEF0B46-50BE-77A0-FD9D-F7231066C950}"/>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8EC9B899-C67C-C0C7-7DEA-FD0CD3492626}"/>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7EB8D418-426A-F9DD-3431-EAC7D61DB752}"/>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327B39C6-05C4-B754-A8F5-3C10D0A9960C}"/>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6CEEA717-3E07-1958-18D0-D3059230079F}"/>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91B9FBAF-2453-A342-282B-33B6262F1164}"/>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827FC35E-C9B0-4465-25E4-2AC87DAE3608}"/>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41A5935E-2303-5BEE-73A3-D005DB541185}"/>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BA23B1E5-EE0A-901F-C6EE-C735E585BEF3}"/>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24030E8C-92E4-1713-517A-A85C33CD837A}"/>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4FE5BAC5-DB77-8AB0-D408-8EEA28B44687}"/>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AEF397E5-5A1A-4387-1638-9973A2C53CC8}"/>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4D8AADAA-9663-9A45-3A92-51A4734DFB87}"/>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9CC5C0E4-3DF9-E42E-32CF-89472D5DE5C1}"/>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6F47ADE5-4F7A-B0F7-4066-30672010F488}"/>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FE975536-6FBF-B371-D3F0-4809157F2E56}"/>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22305FC2-20E6-A486-9522-F64A2149E22D}"/>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51D22325-A709-B378-F7FD-C7764B0EC9B7}"/>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F4A2AD3E-6291-157F-0CAB-DC0AEBAC3C2D}"/>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A9123935-5B6A-9399-FB15-F0E94EDE1F10}"/>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2442E557-1DCF-24BB-D0EF-7191BF5781A6}"/>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B6A99883-91CB-1B18-3939-AFB5B2D74983}"/>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132C0511-CCE8-1F57-FCC2-9E62FD316824}"/>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C4C8B85C-32EB-E72F-5EB0-6900160268B4}"/>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E828BD25-C487-E17B-DD50-DC5DAC7516A4}"/>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E0F997E2-1FFF-2CEE-C417-3721EB128CC7}"/>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EFC89D41-2E25-63A7-4FC9-461C2362BEEB}"/>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F33F81DB-B3D5-B69C-EE99-4D642D7ECEB5}"/>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C4DF0045-3EA3-AC72-608F-ED0AE06D9BE8}"/>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5D5D7C6F-A6D6-3177-7B21-250076D9CA10}"/>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969BDE70-954E-AA6B-C089-DB033228A602}"/>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9B425CAD-8C78-EBFE-F99F-76178AC3A38B}"/>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4CDAE039-A87A-7102-972C-C07617076395}"/>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BA85BF64-9B02-811A-B88A-3D52E0F55EEA}"/>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6BD96EDE-E797-37D9-4FA0-F06B1D7F0AAF}"/>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2A78E62E-A678-E6C6-494C-234A0610652C}"/>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39CB0586-8D03-7CDA-92AD-509934BC8AFC}"/>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9428245F-457B-D9C9-AFF2-E57423A7B33D}"/>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FE65DF0E-4221-042B-8852-B7816993AA3C}"/>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5C69FCBF-F5E3-2A40-D3EF-E198338CA7BD}"/>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073C468A-B043-8E02-22E6-8D44B5085E8E}"/>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4229316F-CF3F-7867-BCFB-43E20FD00DCA}"/>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A3A043F2-C093-0107-BBE7-6216A3A67794}"/>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4303B949-F502-072A-1C2A-F908E6A93A52}"/>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799E4F8D-9451-01EF-1126-548780C74662}"/>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2BFD9957-DC4F-EC37-A12B-FB8A4261A5A6}"/>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CDFFEEED-B8DB-0E98-A004-813812D95CF8}"/>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DADC9A2B-16EF-3388-6A33-F629B39CD45D}"/>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68C78A61-998F-B633-E9CB-7F1B551BE649}"/>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B78E7381-E6A1-357C-D994-C317A770AA5C}"/>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472003FA-98BE-14B5-BCD7-C90D74B2BDA3}"/>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54F2EB9C-E807-F318-5D86-9DF484C3C191}"/>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BA0A4045-7F45-B134-98CC-2F7832D0A3CA}"/>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00474294-BCC4-74B8-522F-F43209A53EB2}"/>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DFF0A690-E85C-8819-F7F6-565EBD5F3D08}"/>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CF88DDEC-2F45-E131-98F2-AC4936FB0B03}"/>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F578F00B-5FF4-9749-6D10-41B49A979F68}"/>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4DB56731-3569-5D82-9429-BE9C70CD0F9E}"/>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FBCDEA0F-BB67-C69C-86EF-ED66616CC068}"/>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BBC8A93F-16B1-DC81-35A7-BA692C091750}"/>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D523E28D-524E-B23E-F86E-6216D9766FAF}"/>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C6ACF604-DED4-474D-D8C6-BFF2ACD693AB}"/>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A838D64F-5E4C-5080-2055-43FECEBA34B0}"/>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0B74E406-55F5-FA43-94F6-934D31D1F0B6}"/>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4EB4DE00-54EA-2325-E026-0CE404AD0FB1}"/>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8829E774-3578-0E59-1B07-E11887F37F46}"/>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820DF080-D316-DD62-F4E1-25F3CFBB197E}"/>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8475EF09-1FDF-FA48-2CB3-C90344E4A0E9}"/>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E3F37740-4A8E-FDA2-D5E4-BCEAA0C9E1BC}"/>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E3AE59B8-2D8F-33B4-B122-02BC1BC6F175}"/>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3C123638-C7DC-1AEF-ABB0-AB655DE087F0}"/>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44557B15-8B5A-C2D0-5F42-43E53CD0167B}"/>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E43DD210-4418-AFCE-38EA-215D49FBD25C}"/>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DAAD52DC-F210-8AA3-3E5C-24DD8F64BB94}"/>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286E49E3-99C2-4F2E-74FA-8351B30ACFBE}"/>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25735996-451C-1743-7291-AA3EFD5BCB3F}"/>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623DF1B5-1B5A-D2CB-D6FA-B9E305BF7C6F}"/>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BD5DEECF-7049-582F-04CF-F6126343DEEF}"/>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DDBA194C-F6A2-A2DC-8069-EC4D9A549C29}"/>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D064653F-C5E6-2FB4-99A6-6AC350A18D4C}"/>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649F608F-4AD3-E24B-6C67-32E62E674C84}"/>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528BE665-2362-6837-B9D9-8E0D7EE948D7}"/>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ADD4C210-1884-E227-B561-CC69F3D9E4E5}"/>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E5D8F4EB-BF50-50AE-DC0A-E55197A8188D}"/>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E3EFBC05-9F66-B6D1-7EA9-2DA1BD43017E}"/>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D2550C8E-6E83-5949-FDDF-6F13D857D32B}"/>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EAB8A8B1-C7BC-62CF-14B7-2DEA233AF23A}"/>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71184653-E851-7175-6A68-C0509EA3E426}"/>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45A338D6-8AF6-A12E-B33E-F4AB02BAAE9F}"/>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68FABD6D-8906-063F-B743-867BDA76EC3E}"/>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A263DDE3-2EC7-94CA-80C5-5AF18816A445}"/>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3484F695-D191-0FED-B87C-075769EB834F}"/>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173A5526-04AF-2D20-ED96-07039C9D2ABE}"/>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E28D9FF3-7424-3D6A-8796-1AB5065D2FDD}"/>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5FB64120-CA8E-DD9D-0EF5-A0B67D461CB6}"/>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BEE678D7-0E4D-9AB3-4D80-EE8BCC191523}"/>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7BE14C15-10A4-8ECA-7B9D-389EE89234B1}"/>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1F832431-F523-A955-D5B0-C212E51C3726}"/>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DE63EEFA-AADC-8434-1481-3B692407AD3A}"/>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C6E85C29-B176-14E4-970B-2E13A09A04D1}"/>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3EB9ACEF-F961-1528-5334-601A7482A790}"/>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CEBD3375-B21F-0C48-4B60-DF68FC43D11B}"/>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4092B861-19C8-0798-CCDA-8457ECC433E2}"/>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3B3BDFA4-4FED-D663-3010-D146FD969AAA}"/>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3A558F2E-E37B-7D6F-D6A7-648947C97A00}"/>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ED13EB14-4AB3-DF9C-5964-6158D37DC4D2}"/>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EDA59773-9380-EB71-2713-39B800F102B9}"/>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E4611665-0DE1-4315-3837-7B088535F9BE}"/>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0C6412FC-7CFF-A32C-312C-3A620CE745A3}"/>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9636BDE2-4AD4-EA6E-D0A8-459E70CFAF8D}"/>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9E6782DD-AF99-C279-2D8E-4DC59DE133FE}"/>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1CE5C892-881D-5672-11FE-27B359550F96}"/>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938129AF-9D2A-95BC-7C60-606E0F56EC7E}"/>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1990B9AD-11CF-9E89-66E8-D386889AA7CA}"/>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3B970C59-0665-6B4F-883B-19020AC62EE3}"/>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F9216C8B-EEF7-6FC7-0334-68A9134B9F70}"/>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81FCBD0A-844A-514E-F396-E842C9327E86}"/>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0183EACA-6DDB-0AE0-3AD5-4DAD5F89612E}"/>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DBE4DBC9-3AB6-086E-040B-A66E3E1EFC11}"/>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F5C257C7-6BA5-804E-BDC1-7B06A0184C22}"/>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F3E3FBC4-0D18-6124-4F52-0FA3A1AAC6D7}"/>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7D9B75AE-38D2-8EA1-5F18-FAFECA96DF88}"/>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91B09F80-C4C3-0CF2-30FF-978EA81C3C88}"/>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EEBF04D5-831C-6339-14A8-B75014645377}"/>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7779C7FF-DC4C-BB33-4A56-A266785EA125}"/>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9D4A2A24-A666-D08B-17A3-92772B6921F0}"/>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EB19692E-9DEA-8DE4-79FA-AA7B427ECBC3}"/>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CC3F20E2-BBE5-3B56-27B4-85709E5FDCC4}"/>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501FC925-43DE-4E5D-4F34-1A713A654DC7}"/>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CB93C710-E7A2-5C57-0F5D-DBA679558912}"/>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54FC8624-5040-B16D-355C-D41ED394DB3B}"/>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2595A068-C009-5D7D-55F6-55139F6C05AF}"/>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B78EE387-A9A3-BCB1-0689-BB543C81D32E}"/>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F4DD336D-3556-7BCB-8E0C-7EF03E55B348}"/>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4A496720-5F13-7922-79CE-1B237D55FC50}"/>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1E55A9CF-09FC-DAF0-D5EC-75984017C669}"/>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08BDE9D0-1D49-095A-5915-8E86DE7A1865}"/>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5F5398BE-65D6-B725-E61B-B8A8C7D946F3}"/>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0418025C-4500-B84A-65C1-10FF94040C7E}"/>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65E24171-3968-04D3-2318-F86333944F7C}"/>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25A1A6A2-D0CE-6698-FE69-E46EFCE07AE7}"/>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9C25B7CA-5856-8FE2-6E1B-E7E52D0BFF71}"/>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DA629141-04A6-38F3-4F42-1DD7CB99BA05}"/>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876EFEFC-DFB7-EAFC-05C0-21A9EDE18275}"/>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2B982089-5FC1-1FE2-BABF-6F08EAC49235}"/>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90FC5EB8-202B-D37B-359C-22AD80ECC186}"/>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F548EF6C-7F5B-E2C1-AF82-9C7F13934F2B}"/>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A2272A6E-B2B6-7911-14E5-21842AD707F6}"/>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BE4D1DDF-3BAE-18A1-B3CD-062202F4FA80}"/>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9994CA5A-18F6-D74C-8DBE-25601868E998}"/>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2A64450C-30F7-D48A-96C7-C03EC2B57342}"/>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94247CE1-4E34-D122-A78D-AC644490285C}"/>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3D449BBC-9462-35F5-3906-54E2D2BBBB32}"/>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18CA59A5-4820-0438-5E32-9312E07DC21A}"/>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51DBB5EE-7745-CEB7-0B2B-FA12987249EF}"/>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4FD722D4-C5C1-788A-8309-261F7B26F7AB}"/>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ED6A93C1-68DC-DBBB-CA40-A576EC0D6C71}"/>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79CAB0FD-FFE8-AEA1-E09F-ABD4FFEFD532}"/>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1F8C0C42-F15A-5DBE-F572-DE04FDFF3960}"/>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76791770-3B70-826D-361E-24723124AA68}"/>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094B4D46-C17F-DFC9-37F5-A1DBEF9AD55D}"/>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556DA849-47F8-BC25-B9D4-1D7199C8FDD0}"/>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AC51C732-33AC-59F9-13CA-9E8135FAE335}"/>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C841B769-488B-EAA4-D954-D943758217FC}"/>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1963BD69-77D5-D087-6CCE-7ADEAB61B879}"/>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CE853927-6EB6-3600-6D14-BD18003F9D7C}"/>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C29E9330-B243-9E87-3193-F8E1EDD93752}"/>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F7FB09DA-C4A8-9887-DA30-95E61B948F60}"/>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38ED4B7A-BD6D-7CC5-D8E9-30231E1CDF17}"/>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72D1F0F0-5312-9D32-00A9-F010BB5E203A}"/>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DEF6910B-D57B-402A-0167-5C999139CAAE}"/>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099C33B6-8850-7207-5E91-86831047B2E6}"/>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121A0BD9-54B5-7A33-1FFB-19ADA45E8ED1}"/>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A0CA7ECF-7AE9-C322-D90D-E4191BF942A0}"/>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9CCC12C2-D35E-CC49-E574-4D1C4CF3BAB2}"/>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062A9B2A-28E8-E3DE-DF24-19998EF48FC9}"/>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30D58D10-8AF8-6CD3-CB69-70B1F531ED6A}"/>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D7A84295-B064-D20A-E240-3EAB2350F050}"/>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7E9DFC74-32F5-9D44-18DA-31A58FA7935C}"/>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78BAA55C-6B4D-2039-22A8-25C504FE263B}"/>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821A9029-41BA-A294-6A7C-1696360798A0}"/>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2C35A2B4-8C16-E675-3CD3-F7A49A2E69E5}"/>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A7902FBE-1F50-D489-165F-73DC229D5A14}"/>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AA2FD2D9-43FB-BAAB-8095-76060A140B2A}"/>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81C4C5C2-D015-D2DA-855E-2542FFF4FA8F}"/>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FF2C80D1-73BF-E1A2-75D3-6E7686E90C69}"/>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031201E2-4407-F344-D3A0-104EB618A98A}"/>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30582D8B-EA4B-BF34-23B5-955FA4AB4BF4}"/>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10476B21-7D72-E8CC-4B92-EF28D26AA6C3}"/>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1F7E878C-3BC0-583B-CAF0-A3C7F8C30BC3}"/>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FC913119-C225-8914-388A-1927FF5BC4A0}"/>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B28F24EC-06A2-3D0B-A35C-ECC60E2F1302}"/>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F5E3FCF1-50A4-BD2F-1C94-7DEC81753000}"/>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9F12CDF1-F41D-3B14-594B-7C5C2FD810CA}"/>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1DC45E54-0EFD-5C51-706E-3E2277F0683C}"/>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BD8FCF42-33C6-7759-3E05-22E0076F811B}"/>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AFD21BE8-01B0-0FD8-147C-1112207179E1}"/>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89E8662A-E460-C308-D485-756F063C3CA8}"/>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378BA788-753E-2307-E9FD-427582BDAFCA}"/>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1C53A4A7-D922-E52E-2DA7-0E9545E29158}"/>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02365759-F248-07A5-6EC5-EA65833450A1}"/>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9A345C6D-EF06-A239-E71E-64399B4BD29A}"/>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7151D54C-7CF1-4206-F67F-40DC375A61B4}"/>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3599C5B8-582B-D7DD-6A72-E05EEB7FB2A6}"/>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77500C4B-2669-311F-83FA-3CBFB68B0EA9}"/>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8820A332-597B-A6BF-DB11-5BB9DB3DF351}"/>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E9B98D42-3C02-9A0B-B759-7D3A9BF9AD14}"/>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99FBCA7A-C39D-A036-2E8C-A4543D84DF3C}"/>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54FE2DE7-356A-8D3A-1CF2-784BCB3B150C}"/>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C4C85153-81E5-3D6C-8188-63853C661E76}"/>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1F6D3FD3-76FD-427D-3039-1E6023E6DD68}"/>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148AA112-56E8-E6C3-4133-76AFD9F2F4F9}"/>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B1775A39-5A88-358B-DB79-1A7B617E8444}"/>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7E4C57CF-7ED1-CD5F-71F3-E44221132C05}"/>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675D8177-88E6-05F0-A9FF-5E474E379D2E}"/>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CD215190-6839-359B-6EB7-F9EC60AE6A0E}"/>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76DCC027-AF5A-43EA-7488-6D0218EBCF6C}"/>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E9798BF1-BD0B-F603-EABD-37EC7FDED289}"/>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9376D2E4-26BB-0674-4F6C-B89157D4EFD0}"/>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E717581D-8350-AC53-F788-B419670C06EE}"/>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DBBC3D8C-6270-B8C8-929E-A09A1E122910}"/>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2910BDF6-3AFB-05F9-0867-254E7DF763BF}"/>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4D9B1663-ABFC-ABFD-96F2-97667955FDD8}"/>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50A791E1-CAF0-1858-478D-CB82BF725F1D}"/>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371BE918-9380-8094-7FAC-9364D568BCAC}"/>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31A88549-C6D3-C28D-4AAA-7EACE55BD3CC}"/>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850C7A11-AA2C-71E7-EC14-3DB955838CCF}"/>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EF255650-C6B9-363A-53F4-A7C71AA8E38D}"/>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703EB938-9DFD-E515-6E9E-F7A274FF2813}"/>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65713094-8DA5-EDFD-B009-A579F09EEBA8}"/>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A3151958-1BF6-BCC1-6F69-18305A2BE7A8}"/>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34284BE1-5859-1838-D6F9-7EECFE728081}"/>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BFE3631F-AE44-D411-2970-B32E24D637F9}"/>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23132DA4-7273-FF99-46F7-4898D8F487AE}"/>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4319295F-A619-0771-DF28-D56C21ADA55D}"/>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6056428B-85F1-4FA4-B34B-06F62FD6CB78}"/>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D09B90F5-25C8-D1D4-BEA7-87CCEC3257EC}"/>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C79D60F1-EB95-45A9-29D5-A785B431C673}"/>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004E1B3C-C5A7-14E1-1A22-0F9F496ECDFD}"/>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FDD703BD-7DD5-B706-EBB8-C27F62A03590}"/>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51A7CA9A-42C4-C0CF-2288-502A64DEEF64}"/>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2499DF7A-8A65-7100-3200-CC8419EBC590}"/>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FE56EF0C-F10F-F484-BA57-1B842976145B}"/>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4F051FE9-5F0E-036D-C2D1-A0CD5A2BE53F}"/>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0C5F0EA3-CD9E-9A42-B54E-45CD60B6F07D}"/>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A3BF0DAF-99DA-7DB8-4E5D-DDAB3F1D2564}"/>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091BB7A8-7F90-2E79-EB78-1F4739291D81}"/>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527331C3-EF5F-28AA-4608-E62B9113F5A4}"/>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7CACBDDC-5AF0-F7E3-C3C3-B0228D133F73}"/>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14E244D8-875E-5864-8B5C-B35FD5052BB6}"/>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279A810A-2244-C870-CE0C-922BAC504420}"/>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39D8D05A-5E10-C2CF-6D10-680438BAACDF}"/>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9196DE5F-3D30-D9A7-CCAD-714EA30BF401}"/>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12DCC162-42F5-76E7-4526-E3DC06E7AA19}"/>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6CC7080D-0823-832A-5790-E980A7C28135}"/>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70F1A3CA-FDFA-F416-7B68-57D52AB64058}"/>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EDDA9EC1-B26C-F3E6-8520-AFCA7D834924}"/>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8602D24C-633D-52A6-7B78-D013CED3C85B}"/>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1FE97DA3-B6DE-A750-5EB3-BE11328BF0AB}"/>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A850ABF9-6933-2482-FC20-94C5589DF6AF}"/>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960481EB-1E50-A98A-A66D-53043D245C96}"/>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E3021C6E-365C-B232-71F1-D950F76C1991}"/>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BAEDB6F1-45E5-234D-1C0E-D46D25A912B3}"/>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A25224CD-28F1-CCBA-6131-69E1F87146E6}"/>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61804F0B-016F-B6A5-BE51-11751CAF0A38}"/>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8F8F3BDE-D703-EE6B-2E58-32E339DF3CCF}"/>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0F64A2A5-D53B-3C48-4DD9-9A8321B23959}"/>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6C1DC0B3-2CC5-8E1C-9735-FB0C621C02BF}"/>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EA4BC6B2-88A1-2509-44DA-7EF3651D4F37}"/>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8658C078-DC42-1755-8228-C496ED47D53A}"/>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2AA72677-5428-A390-EC66-3D9D3CF0EAA4}"/>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E3D7280A-3743-5324-3D0F-8926FD1C40F3}"/>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15DC76F9-121A-4411-9AFA-0EB37131274C}"/>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767434A2-DDB8-2ABA-2257-B6A75541C1DB}"/>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780FD897-78E6-FC11-DE3C-C67624BB4089}"/>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C7E01981-FC26-DD7F-8B53-A9397EEF4C8F}"/>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7FD4245E-E741-A168-258F-AF4B8FF30837}"/>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D112AD4F-25B4-F36A-475A-EBDE09011E0B}"/>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7FF73A1B-CCA5-0C58-631A-70C784B610B6}"/>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9FA1CBC9-8ADE-093D-072C-286C4DC97ADD}"/>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704BA306-A33B-944C-CE38-6AA6C37C6944}"/>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4FBC0C16-DF3A-8ACC-3DB6-484E528BD200}"/>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9EDA4A32-98AC-0848-194B-3B6731C18C79}"/>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10A6D3B8-305F-A5C1-21FF-4803B80EBA05}"/>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599443FA-2F88-7FE9-238F-16CAA95021BC}"/>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A3C3ABAB-376E-E29C-DAC7-BCB5E95BAE53}"/>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FFC84D01-FE27-466C-67F9-AE6A19FBF86B}"/>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383EC214-2316-497C-7405-D57B3A30E9C5}"/>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486EBB3D-0407-D85D-38D3-AFBEDFA7FE11}"/>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CD8A4176-49F4-5254-96AE-8AB327E9AE90}"/>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4D435E02-2ADA-7CD7-F101-A8FCE9CD56F3}"/>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BEA4579E-9FE6-5DEA-55B4-B8EE689498BF}"/>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F2406EF9-0C3B-E78A-BFE5-E71C690910EE}"/>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7AF3BDF1-804C-DC3C-0DC8-08F501CD33E1}"/>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D62ACD56-EDB9-06B7-9825-90ECB932C517}"/>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D9415AB5-05B1-40F8-249A-84D55C1E0D48}"/>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CEEDCA7A-9A83-E32E-8BF5-ABE7C5FFF818}"/>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957FA238-CB66-4C9C-ECA0-6706ACDC251B}"/>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ADD2BFAF-D4A8-89CC-EFB4-9764883203E9}"/>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3E231FFF-B623-182C-5121-C42AC33C57DD}"/>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59AF86E0-598A-1753-8F1E-977F95DBA102}"/>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AA7A2DFC-1235-7602-9291-189669EB0876}"/>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CA943902-2666-88AE-B603-A7504EF2214F}"/>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D2CCC4AF-9D7B-5950-FB23-1FB633460644}"/>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C5C7019C-4684-3F56-2DB4-8DC8D3D1AEA6}"/>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3954146A-37C8-80A7-A730-A3E30A27B341}"/>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2CD0D852-B6CE-C957-5958-FCC033779637}"/>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A4FE9377-D3BA-0B32-F3E6-874ADC433AEC}"/>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67EF3302-61A3-13E8-1361-C8712769FF67}"/>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72E3E1CF-E86E-8388-0A98-18DC7007B225}"/>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BD133516-8580-86C7-EAA9-1041E4024848}"/>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1C695F7E-D75E-A53D-C860-F044238C591A}"/>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EBECE669-5D9C-0297-6B04-835426D04D3D}"/>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1E044FDC-8DFF-D857-414D-30CDDB6FFF4F}"/>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6833116F-9E89-7688-8369-EB5100256D8B}"/>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8D9A0CFD-4820-01F8-0201-9A8C5D66E652}"/>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EE0389C8-EB19-C982-4434-14B5061DD342}"/>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F9BA077E-DC28-1BFB-4299-B15A6DE76FA1}"/>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DE24759D-1263-F490-79BB-E704C642296D}"/>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E28448A1-1525-01F0-54D4-33607FFE776A}"/>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61DA73F7-AA8D-6CAE-07EA-A352EEB9FC0F}"/>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2477AF5A-77F8-39A4-EDC4-06A1EADF548E}"/>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EDE00E2F-EFBD-341B-ECBA-779FC4F63AD3}"/>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BBDB2523-7FB7-663C-3E80-0559483EBE47}"/>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FAEC0868-0D9A-1DAF-5F1C-DE6B2B17E298}"/>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B4EBF53D-878E-B4D2-89A0-DF2F52410E60}"/>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A884F0C0-BD41-EC8C-A922-B393E24288A0}"/>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172B935B-38D9-01FE-F7BB-1367069D844B}"/>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651B0648-FCCA-A7B4-15CA-B4EE4AFC2927}"/>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8585CE69-6205-7DFA-131F-326A257EB016}"/>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68C003AF-05CF-1483-CE09-3BA82D482654}"/>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658088B7-9C21-915C-FB77-298ED86A6B9D}"/>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D7A2BAEF-BDBF-C049-0F81-E51CB84F0F7A}"/>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A37C6482-BC18-528B-61A6-6AACA4B9CC25}"/>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6FF06854-5BA3-28BF-09BE-F174FFE0F38E}"/>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360A15E6-60E5-EED1-A96C-5C829C3574EE}"/>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7EEC10E8-FAEB-CDE5-F126-70AABE18A723}"/>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BC65C3CE-7575-37D3-444D-0ABF023331BA}"/>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11E1EBD0-CBC2-B399-5451-92B2B9DB6E75}"/>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39F72F62-D8FB-AAD1-5C95-D09A5D09CA60}"/>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244DCB0C-45E6-76E4-1B99-2A3FE20238D8}"/>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69BCAF65-55B1-66AF-B404-48B0B049998B}"/>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C097C233-7D92-A1E1-29DF-F90AF5B32647}"/>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9D011B50-6F5D-4CFC-9D21-48717097ACDD}"/>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652EB3F0-5920-45FB-A700-504A1FC5D276}"/>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66C91B5A-FA6B-FDFD-1D4D-E78EDB09FC8E}"/>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D314E6A0-7F51-4DF1-D991-0206673A88CD}"/>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D3D9B6CD-3724-62D1-619D-9BC856994D17}"/>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6D963D29-857B-346B-31F6-D4AB54FAC56E}"/>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F62A2513-C1DE-9F7F-0D88-372689373B91}"/>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6DFAEDE7-B853-C607-C1FF-C74201241317}"/>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09ECBE74-67F0-89FD-07B7-954428F54F5B}"/>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5C878AE9-9A76-43C7-77C0-284D54399BCD}"/>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6D11C94F-E0E8-4EAC-76F3-85D57794D7DB}"/>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344E312A-7E40-5B8D-7BC6-9446B93C401F}"/>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43B35B46-092C-E1E1-174A-741DFF65F253}"/>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53190D41-CFD7-1724-6F07-FF9A744CED36}"/>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55F9B1B3-6A82-5E1E-F1CC-B469857AD677}"/>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97DA8144-51FB-98F5-93AB-7F88831062B0}"/>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AB815AEC-8B6A-863B-50D7-90C71CBDF548}"/>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24BC89AB-0EF0-D4E2-7F31-EA882963FE51}"/>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4523A9CA-87EA-13F9-5FFE-0DA6A9ADA3C1}"/>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0E9EC16E-EA4D-8359-31B9-A41BC9AF00ED}"/>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AB12030D-901F-9122-07DF-C4E4E58635A0}"/>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9E1CA01E-A8EF-EC9E-E856-183CA25BF37A}"/>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BB016B3A-487C-6DFF-4BBB-261CCE3FA929}"/>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D3D9A6F1-158C-9806-9417-01244E770ABB}"/>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F8A6C5F3-2122-4E3E-ED8D-8EB80A6B035C}"/>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4E109110-48B1-7F46-25E3-BA76E1D298CE}"/>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FBE54CD8-4E68-FF87-CD33-2C474397684A}"/>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213EF7DF-D211-59DA-BB69-8D5AE809110E}"/>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442E3E7D-826A-A712-3EC1-48D525CC495C}"/>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DC94BA09-4048-A985-4495-315C8EBA71B7}"/>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0D046B86-6778-94CC-0072-A1ED4FC3C201}"/>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21755148-4762-1521-2A7A-DF9D97369D5C}"/>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F93036A9-A782-D17C-5A23-CE1BBD438A3E}"/>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879CF5E3-50F4-0DE8-1E7C-3D29CFD351A2}"/>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6F1E4DB0-6D79-7B17-855A-8519E220F6DA}"/>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5E3147A0-106E-8C49-A30B-403B314C8F58}"/>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E58A7502-06AE-F408-5BA7-A697EEED95C3}"/>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5221B967-C47A-5D19-9FBD-805F0A1B1827}"/>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D5BF54F5-B12E-66B9-2F4E-3807325199FE}"/>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2ED87842-A136-A8AB-E808-A6CED91A3477}"/>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D82E930E-B21B-45A1-E1DC-EBA83C47FE9B}"/>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8972EA9D-E8ED-D5AA-9D01-52DE8685749E}"/>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58B480D9-00B6-DF5A-6E80-26D414241831}"/>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AF617BCD-E77C-B8DC-AA9D-97F1CAE374DB}"/>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9CA79BDC-15DE-AA96-2BEF-6CDF43026502}"/>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440866E4-2910-2494-2DE1-6BA4C203AB98}"/>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85458BB1-0506-031F-DCA2-6AE01B2FC030}"/>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0BF849C2-B884-96D5-AFD7-2A6E78C5FAB0}"/>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145A2E52-A759-6A17-4DFB-3AF1965F975A}"/>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D76AEF62-744B-FEF6-BC42-62A0EC06FAFE}"/>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0E720536-E91B-51E4-D575-F01DE5020F93}"/>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C2868AC9-1A27-3DC7-7A2D-D1A0C95DB556}"/>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4A89E6E8-5089-BB76-B5B4-D3D4310C69EC}"/>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B09F3A9B-6089-EE27-4DE0-B2091878CE42}"/>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482511E5-4555-B407-7768-3BB51880613A}"/>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061FD615-64F9-55A5-FB4C-424A4E716DDD}"/>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F5F108C4-B343-DC0B-7858-21755B9EE470}"/>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98AB12F7-F561-43A6-534A-7626A3DFA42A}"/>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25E43F4E-14CB-B518-486A-B8FAB67564F6}"/>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C78EAA7B-47EA-F779-7E86-30A993EFB839}"/>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8EB6E2E1-BBD0-C353-30BD-17C42F6E3D87}"/>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297C5961-5EC8-0258-7AE4-0068086822C0}"/>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746715D8-A848-1FD8-3E09-750C55E1B70A}"/>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C46F8D2F-2350-6482-8779-7E073BB196AF}"/>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6B06B438-3724-ED52-5EA7-C0DB6DBF7861}"/>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37321E82-8025-D535-C755-1C97D587B498}"/>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7C0EC770-DB7C-F3D0-1E15-87DB7834147E}"/>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1BAB533D-52BB-C2AD-56E4-167D5A63C310}"/>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D2D49BFF-FB05-5A4C-D6FA-AE8279674C7D}"/>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C46EB2B4-E023-F817-FD3A-732F49F5EE55}"/>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9DFE2480-F897-CD86-8FEC-1D49AA55E238}"/>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2727FCDB-796C-253E-0085-501408F6147D}"/>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365AE0F3-DEC7-4BED-17CD-31032534D42B}"/>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EC67B0E0-FDEA-BF0F-F9B1-707F6C2D1DBE}"/>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52405F53-FDFB-CDCE-1D5D-8314FFE41438}"/>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30572C82-AEFA-6ECE-D73F-28D4F1684D7C}"/>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706D4189-E275-78EE-E659-B62F88D2D7AC}"/>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4CDDCCD5-77C0-E318-E177-DF9B2BA39F24}"/>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333B00F7-EE99-0031-1314-F05EEC9715B8}"/>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BDB5B6FD-745F-E7AD-0142-69AA83B1BE97}"/>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CF8B2605-080B-E9AD-5BF3-7DED475AA892}"/>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6A5A234A-5B81-ABEE-DB35-D449424E1DB7}"/>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5A5733FB-22AD-15CF-AEF4-0D86908796AC}"/>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84F730E9-BC62-1BF8-95B5-51E11EFADA1B}"/>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8EBEE406-AC79-7E14-4635-423FE744D7AC}"/>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B3B88253-754C-4E2D-420A-41138E3E5C5C}"/>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E6F5F6BE-D091-C17B-8C15-E799AAB10822}"/>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2C7DEA18-7941-CEE1-EEDF-3B4658AA9AA6}"/>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35503F1A-1670-6912-117C-DD47ECC8AAFA}"/>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A97FF94A-EB0F-313B-0DF1-9B89F0DD46D3}"/>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0283FBBA-B6CC-3AE2-EB8F-222DDD317A0B}"/>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108541A8-2711-026E-B71A-324F4CA6B612}"/>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723A0B0F-23F8-8E00-CADB-55220102F697}"/>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E4A54611-BE5B-4E08-4370-24981BFB836C}"/>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39EDE822-8317-AAA9-2056-2048B9E0ED82}"/>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CDC26651-6820-5EB1-DDE9-BEFBBDC5D78D}"/>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A744293C-5D6D-D1D5-BC41-63AC47395473}"/>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91E4DB32-16E5-7513-44AB-5B5396054DCE}"/>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D5F552FE-BA93-E957-26B8-536FB47C0588}"/>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96D68299-1333-807B-33E8-F9F475B4E49A}"/>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12C2BD5A-5959-9C46-6D8A-6B29F46B47E3}"/>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6544391F-8AA4-C990-109E-F19644839CA1}"/>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B784E556-8231-09D1-7CBB-614283CF08BF}"/>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6BA173F3-F8DD-2005-5ECA-ED30BD024DF1}"/>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44D4B2BC-AF3F-5F5A-B1FC-280101914262}"/>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3853090E-C9E7-10DB-70F5-AD06601722BA}"/>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6E5DB22C-CDF9-B1FD-CAC3-3396414037BF}"/>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511CDCC1-E1AF-B3C5-A353-582105EB8A6A}"/>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6C8301BE-8934-C782-7892-539CAF028083}"/>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4D2BF075-D61F-6FE4-2C0E-459CED14C380}"/>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394AB036-B621-FD55-A92A-16B4ED38205E}"/>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91A97CA4-84FF-8705-31E7-1E083430B55E}"/>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628976DF-9B9A-5780-058E-B6D671410048}"/>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CD0566FE-8CDA-E1EE-A51E-E66C8895E5B4}"/>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3A91E8B6-7243-4C66-F200-AB54979F4804}"/>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9C70B714-E83A-6EDE-4A2A-F365A6CEBBF1}"/>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858499D4-DA2E-3241-AD83-1855C4E1512A}"/>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8D47FBDF-EDC9-156F-1897-7692688EB7F6}"/>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753107B8-CE9F-13FE-8A69-7EF68B7B9D9A}"/>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A195F0A2-9BA0-4583-8E80-84E0C9C25F2F}"/>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5E7629F3-23A3-B93C-B6C2-6D24AD7848B6}"/>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C033AC50-FC94-D912-5082-F5264EFF7300}"/>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F9D7E472-172B-03BB-7B34-87AA83FC5B98}"/>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AAD99AA1-ED61-9D7C-CABA-90B70FB08A8E}"/>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AFCCEFF1-7E2B-FED9-7447-17ABA9E1256C}"/>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4F0B9114-59D4-1FD1-13C4-272D98C4F7C5}"/>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15966F9E-45DE-9F3F-8877-6B2AC1377FC2}"/>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120D5B8E-BE5A-3B57-9BD3-384B816CD658}"/>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E43BB62B-E379-E530-EDD6-F36D7B5ACDA3}"/>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EE54A194-D73C-5247-1FB5-3301C254780E}"/>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C1D6D1AA-9DCE-1CBB-367A-D1238E6F5939}"/>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477FD6A7-6050-45F5-B2EB-25853FA38122}"/>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2B850D38-70BA-CEB7-E077-739EE0F0F526}"/>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9371C646-A8DA-5B91-4069-C78F18B07568}"/>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F8AAFA17-B950-349E-04BE-84177C4565E2}"/>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CE01E507-524D-C40D-8CA4-6D96CB3E2553}"/>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02633067-A5D7-9980-116D-CB6F7D9CD09F}"/>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0DE20B3C-1864-3A94-3BA9-A08AF28356D3}"/>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A5F8E87D-C3CC-923E-C8E3-0996FE3EC008}"/>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75E3550F-3122-BAFB-413E-A3B8B8F26329}"/>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582DA69A-19D3-C090-2121-F5BF28921423}"/>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3AC94DCE-C9E5-4596-B2BB-98E9E4A0EAE5}"/>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16352EED-EF2C-FCCB-0118-5DCC0EB3555F}"/>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A92F02FD-0064-DB39-A05B-27DA4E107CF5}"/>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BD6725CF-6A53-0214-B2A8-E05D8844BAEE}"/>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395FECB4-2782-3A41-22D1-FBBBA18956CD}"/>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A1A3C9B3-F6A2-A06D-98D9-4816175B2FBC}"/>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AF55FE38-8ED2-E180-9F48-04D36D859997}"/>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7EE60CF1-6E5C-D6F5-1269-19E7D123210F}"/>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15E5FFBC-400B-36FA-35D6-A4401E90D557}"/>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BAB4541D-A3DC-CF87-DC87-D4311FA84746}"/>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8C9C84D7-C6AE-4F6E-B3E8-9ABF0D0B4AE0}"/>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4A926873-74C6-56BC-2967-F8C8BE7F37D0}"/>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1D7D4FAC-345E-9877-5E52-D2513DB51F7E}"/>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07276838-11CB-91C7-AA1B-0F40B2DB862E}"/>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3E8E816E-9FE2-775A-3DDD-9F32E407B339}"/>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F905A68B-E0D4-6D12-E9B3-18510D45AA2B}"/>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C75F7D38-530B-1CB1-DBFF-12C2F4774C0D}"/>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507CCC67-5C48-D331-F46F-9EB09C98C028}"/>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23BEA90D-7AD3-7D88-9989-5570DB8B3DCD}"/>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EC6EDE20-E83F-B1CA-D84B-9CDEC1614115}"/>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06A5FC79-589D-2C4E-ED06-B3145C897938}"/>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D2FA40AC-0493-C029-76AD-92CCD7EF527C}"/>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6AB22CCD-8258-F0F3-B065-E85FD13A4D8C}"/>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30E5B0D7-5001-A40A-8206-448F57AF8022}"/>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287D5095-A209-4649-D44D-0423CEBDA608}"/>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F83A959C-2E86-5D19-5148-5DF574812323}"/>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3B621D76-65D3-AD38-41FA-95113A649A99}"/>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2B9883E0-BE0F-1EA3-E379-C06201EC84F7}"/>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BC4A05DD-CD48-1A5F-937A-69D6E1015EEA}"/>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F67E6DD9-D044-A1DA-E636-F256DC8C109A}"/>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6B965A17-79E0-93AA-06C0-86FA78D8103E}"/>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D06B5141-4274-F7C1-D391-7B6A16749010}"/>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86617154-B2A5-88D1-6010-14274523B8DD}"/>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35232922-E03B-CF76-6241-9C5BB569B7D4}"/>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490B1921-D3D0-D206-8B35-49F604BDF348}"/>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E9597E86-A4D2-A0A9-93E2-FC48BA3A2542}"/>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1CE4721A-5931-A0A4-D440-DEE01CA5CB3A}"/>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EC27E646-4B9C-49EB-9EDC-B17EF31FCF48}"/>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7FF45F46-DD32-3B5D-EA61-8F8D76863A4E}"/>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8216D54E-FEAC-1A4B-E836-9F23BA931DD8}"/>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6B4678A9-FB14-3C22-C1CE-8B0980A2750A}"/>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F8560324-C371-1772-905A-7FE0792E3624}"/>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BB1AEB36-C457-A4EC-2252-40E338906764}"/>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564AFF38-A830-3DE9-2A4F-14606A7D70DA}"/>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4CCF8636-7217-A96D-2B7D-DB0AC326051B}"/>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D1C07A54-A159-37E7-CB08-811449A9C5C4}"/>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AD47B3DA-7090-688E-254C-05DDF37369CB}"/>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5D2204E0-25A3-7D7E-DC63-67D94AB27083}"/>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0AA191F2-E07F-77CA-3615-D3428F952F62}"/>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3138B306-6A96-79E4-1A43-F731E5361848}"/>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6F38D6AD-75AA-B78C-B97C-05AECC01DDC8}"/>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158003DC-C05B-72B1-D84D-D220DE5DD0A9}"/>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59523311-54C3-3C04-3298-61D64747D908}"/>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8AFBE545-08CC-F5C3-AA06-4100FD9BAC77}"/>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B6CA1F9B-3F1C-F6E8-65D1-918FBE3C1955}"/>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FCB036C8-F3F7-0FF5-4553-8F5A5A26319D}"/>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5A2E1F7E-7CDF-65AB-9B94-2EB09A455BC9}"/>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FA4CE6BF-3689-2C85-2678-BB0D88BA2E32}"/>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E7497A77-E009-B11D-28AF-4492A4CA9CCE}"/>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030DE79B-139C-739A-BEFE-E189C209D802}"/>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71AADA75-377A-889F-A29F-CA4426049BE6}"/>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3B938DDD-C74E-1538-FF37-AB73B2896213}"/>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BE972B07-0623-1F8E-DB18-509371DD1A4A}"/>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A870C749-B2C9-BC97-FEF8-6BB95D4CF6BF}"/>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7DDD19AF-B2BC-BC34-FB86-1A766F2507D1}"/>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3F7858AE-EE73-7965-3C3F-D175EE7180DF}"/>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89EBB25B-87DD-5377-5F95-7CFB2BA9A961}"/>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94D6BE51-0D5A-E392-2DD5-17584982BF67}"/>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3641E7A2-190B-A12E-7021-517539EBB393}"/>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45D0BD22-B821-410E-07B6-CECE41E2E60A}"/>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78C2EF8B-0A6D-C9B4-FDAF-63C2D08AD949}"/>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4C52702B-43E9-4D25-F5CA-A2E34830FBC6}"/>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F24E2D94-B9EE-FEBD-F2EA-9D0CAE8C4AF2}"/>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FBE6EA42-DDD2-57FB-F470-50699CA06EAC}"/>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3B942305-831E-4747-7FCF-EE793E5D0563}"/>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8FEC4579-4E00-8090-605C-648973D0FA7E}"/>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F20C8346-2BAE-25FE-5F8B-9682E03BD38F}"/>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872E04E4-0F0B-0CB0-0C0E-7D7A730D9152}"/>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EB90079A-E874-7FD8-DDCC-14A3FDEE94FA}"/>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439FCA36-9308-D32C-D503-BBEC788D89C4}"/>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C0146BFD-521C-B7E7-DF96-EF816F418F8A}"/>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C6ED6246-19A9-341B-547C-3F18AE730B37}"/>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C4614D25-1C57-217E-E2A5-3A7977165DCF}"/>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EABD0A1B-0F9E-4777-1CDD-5CB9F7A8FB69}"/>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CBA8C6BD-6BD8-9FCA-D976-9EC92B742D8E}"/>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4DDA6CA6-61F4-35EA-681E-A30B0508E257}"/>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75549ECB-8CCE-0402-B6A8-70D0B74BDEAD}"/>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67EA81A9-95B1-F939-E970-4F6D57590F5C}"/>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FE6D169D-8A7E-3EA1-3064-9E999181E2B8}"/>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D254AF10-8293-B06B-03B6-FE131EC9B19E}"/>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26B4CB2E-7A73-AD86-BA71-A6412135E4C7}"/>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92F2A9E0-62F0-DFD8-2592-250FD0966158}"/>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EF7670BB-16AD-2049-6A42-37A4D2D7A470}"/>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27111EE2-62FF-D77A-A2FD-32F13DFB22BF}"/>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E9A533A8-BAA5-7E7E-33A4-EB1ECF7C4377}"/>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36E13E28-F0AF-3C0D-336B-6253C61CCD89}"/>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0F6783CE-C5AA-FF92-3DD6-32FAF80A0081}"/>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E6A867E0-51AA-D20F-8D2E-9B9CAAE3C240}"/>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14DE437D-8AF8-7BA5-87E3-F9CCBE480B7D}"/>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37351A36-1DAE-3933-72D7-22F3F2C1782C}"/>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F457BD92-728D-177C-981C-EFA667088D3E}"/>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4428D852-C9B4-5EDD-E958-73C9F04D79BE}"/>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AE2E8306-8480-02E2-F454-07F7355E4BFE}"/>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F4C15F68-145D-47DD-18CC-F0E2A73F595F}"/>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D2198330-2535-BEC4-0567-A6B1BA4EFFFD}"/>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86233F81-46FE-7B8B-1270-2A9B80AE925A}"/>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494716FE-DF5D-1414-8A86-29573D06EA06}"/>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ED60ED82-D8F5-8495-C0E1-42BD06C62867}"/>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8B829A8B-739A-A909-18B3-40522C70E086}"/>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664B7F5E-1F00-BD0B-83C9-D0FB479E38DF}"/>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5BC7C5DA-09CF-B3B3-1817-3F85860E21A6}"/>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4A09D7EF-969F-82B2-9F18-186DDD6C9E16}"/>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86F6E812-9BC3-CED9-968F-BCFECDE53F67}"/>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B2C6FCCA-18E5-51FB-39F7-4E2B99190DBE}"/>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E970DF5B-7773-3AED-340F-23ABE4D72C63}"/>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02B2D5D3-78F4-F734-B786-81B1408DB3C4}"/>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650D2138-5A29-B758-E4C3-6F58A093DB77}"/>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D45D7E95-6AB9-8B23-0F37-072EB2CDFB78}"/>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7300C228-F480-338A-3575-98AE95A05A44}"/>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984367D3-E883-8FD4-EF15-5F4D4035BAC1}"/>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E9DDC4B8-50A0-D2AD-C1FF-F2E1F943D04E}"/>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77ED48B9-3096-83C1-4D4B-E4FA17CC7C10}"/>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E21E1623-BBA8-BE26-4C9B-A18B92C3F4E0}"/>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CB37D68F-3C85-5247-7A86-54EE67E84F73}"/>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5D3ACF4E-B643-4218-0DFC-62DC7555B486}"/>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8A4CDCD8-A484-E106-9FDA-1ECF65180F87}"/>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372AB253-BC9B-7E4B-0D69-602952BF47E6}"/>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92D66A3F-6C37-EA81-9609-108D99228CC3}"/>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8AD5DFF2-AEE1-3B13-089A-661675F315E5}"/>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3E9CE48D-8DC6-2EE3-8A30-E00BBF0B30A2}"/>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AC4A2D86-8D97-F61D-40BB-F87AD404674E}"/>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EA247C39-3793-69D5-12DF-EE2273F23769}"/>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3061F496-5BBD-FEFE-E7FB-71DDF327E9AD}"/>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529AC20C-CC46-52ED-95B0-38D530258DAD}"/>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E9179ADA-029A-6C3B-F98E-ACE6B9E2D036}"/>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7269D833-E309-996B-3DC0-12700C1E4505}"/>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989A6FC2-F053-77E4-C680-76EC3A090B1D}"/>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A67A1FAE-9D02-2BCE-1A5E-807E4C8366B6}"/>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A9DE83B0-D04B-5C66-3DE0-DF64BBE4C6F0}"/>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523D7FE8-8434-E325-9793-B67CFB478F16}"/>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FD9B6D78-C572-EDCE-7EE9-19F3BC447753}"/>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B664514B-0431-15F3-FA82-11D3A83B64F5}"/>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9A8EAEDD-ABBF-541A-807E-B0A6072BE112}"/>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5BEC0969-50AA-AEF8-DBA8-1D92041A7F95}"/>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1F55A001-82BB-3F5C-7090-3F2086FEFA3C}"/>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2879D433-5E6C-44CB-0311-820F677B6D18}"/>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5104A595-0812-7BA6-6543-88B6A4B0964D}"/>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B8EEF0A4-65E6-CF2B-232F-1B70F177522B}"/>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AB7B3C79-0509-4DB8-2B4D-6DA0A6DB917C}"/>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928C5E19-266E-28E7-8E0F-9825226FF938}"/>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62BFF448-C330-EEE3-F392-044E7A9C8028}"/>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D2B33C2B-FAE0-963F-6278-F399CC76DBDD}"/>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8816C2EE-1DD4-2137-DE0D-20C400D1BA26}"/>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6FB8D335-5099-40F9-92DA-E1D5F08EAA98}"/>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84DCA909-4787-5F62-50B4-14DFF951E166}"/>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58A3FBDB-5CA6-041C-3D78-6C7FCCD2E3EE}"/>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3F02AA1A-7656-479C-7DF7-5D354AB08A64}"/>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5E1DB9EE-7F40-239D-3034-A3A41EF6BA70}"/>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1950E7F4-65D4-E5C7-4895-8FBF78C16817}"/>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1C7080BD-C138-74E1-13CA-2B627F9C7FB3}"/>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CBF742A1-05C3-D771-3BAF-370C458707BE}"/>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E587B365-5E10-74FD-7D0D-22404550179E}"/>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76F784DF-073A-EF52-BB1F-F7445F92A298}"/>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38130C7C-8737-E80E-FAB8-039D6766BAD6}"/>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40F70C8D-797D-C1D5-7D6A-D129EBBB1559}"/>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096DF502-95E4-265C-AE89-EAD7157B0F2B}"/>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E6A83891-FDB4-3370-2D6E-9F87A9318BE3}"/>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78AFE11C-A18B-3657-0F54-611C270DC085}"/>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131569F3-22C8-7164-1539-949C5DD9EDA7}"/>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0E4BCFCB-BB87-98FC-3AF1-AB414201C086}"/>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70A52359-0CDC-3CB3-8FF0-F8B62A844BFF}"/>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4DCCDC14-B1A2-DBE7-4D9D-A66B2B8F5D2D}"/>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72741650-F450-23DA-2B81-8D94000A33E8}"/>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0204E957-737D-3829-FA8A-CA6ADFA9274B}"/>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F936DEFE-902D-CDF7-A53A-1739B4BD7FD2}"/>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A82E1C07-5400-AD10-0DD4-7F82BB433BA3}"/>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E4B667E5-9216-0F20-4FCA-A027FCCB915A}"/>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41CD6E58-ED06-0F46-263F-9D5A74D74B81}"/>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D46CDA06-073A-F0F1-50D5-3226198DCDBA}"/>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7E693840-7721-82CE-EED1-30ACE863505C}"/>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7BBA0393-A3BC-BFEE-91D1-6429FE2E78A7}"/>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10868F54-52EE-0A94-4338-AB0EC52F8909}"/>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A1F0D48C-568C-EE14-E927-9F125B8B350D}"/>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1E177E11-46A9-F0E1-C3FB-216CF3D3DFBB}"/>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CACD0F25-CBA4-047E-AD35-AA0C8BD51D35}"/>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29BB4D6E-B0A5-954C-06D7-855AF4E7C2AD}"/>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A7BE8AE7-9F3B-D71C-E5CB-6FD8AE9930D6}"/>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027426C6-899F-DE10-672B-FBC402A03AEF}"/>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5D46821C-CB05-571B-5424-46C8BF1D630E}"/>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A3A08DA5-5CA2-B568-9BA0-7A077425602C}"/>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B725D6A1-3DC7-F1AF-7F13-8B83162E2461}"/>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908589F3-C4D9-8B25-6625-7F874D822885}"/>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07A10FD1-528B-DCE9-E803-9533C06B6350}"/>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202A3FBC-9B15-B24A-2456-A8A19311B10D}"/>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F9694EA4-C37D-3D41-B9E3-A8D912AB02BC}"/>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A5EDECD3-F04F-DA4A-EFD8-AFF6FAA6EAB3}"/>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ECB11642-D39D-DCBA-D894-5AABBAC585E3}"/>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297BBF99-17B8-FB36-E75B-1B1133D0C511}"/>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E8BD2730-E967-539C-861A-A103CC866EDD}"/>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727C3005-B5E9-CE95-D069-DC9843DCF550}"/>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FE7626DE-39E5-E66B-C9F5-5D216A9714C5}"/>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DCC69BC9-96F0-8D9B-E23B-F6AAFD6A1920}"/>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750EC823-BC63-0128-1033-F092E8399060}"/>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7DA3F9D6-4E15-81FC-615A-BEFFB6CE8DC7}"/>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224FD165-DF94-806B-D739-D98E4C76EC0F}"/>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A64C1029-8562-1574-7BB4-50B92008B297}"/>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2FF86808-D02A-95E2-144A-9019E456ED41}"/>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6D51CC8F-2FD0-4A11-72C5-5E3E108B3DAC}"/>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B491FCB8-7EE6-2D63-1FAD-54149BD9808F}"/>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FBD5617B-7B1E-8261-8D60-B9A8A92027FD}"/>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D4E8424E-CDFA-AD9D-978F-B030626FF74C}"/>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8E2905B4-4D8E-9A4E-A5B3-11BDEE66BDBF}"/>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7876D776-8462-06B6-965F-DAF953FE9995}"/>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54C5B5C8-AFB5-71EF-91E5-5FEA008B6450}"/>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6F7992FF-4489-3466-C12D-C6AD374B36CF}"/>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1B1200B2-2A40-A2FE-BFA9-0AE4AD3B5D1D}"/>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C8C1B6BF-4293-2D5B-CE4E-B07D852B09E0}"/>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CBF9E959-9C91-A368-B842-E59D73739984}"/>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DDBD9C77-5703-6FDF-D3FF-8EF25EADDC04}"/>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7F7690BF-DA4B-68C8-1059-9EE5171AE063}"/>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EAE411A5-FF21-BF41-EC5E-B4A89606ACAB}"/>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827F8414-7EDA-22D4-16A9-11C148012E54}"/>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652B2694-C5D8-BFA0-5251-4C2699BA334E}"/>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CB1AC821-6D53-B1C0-D654-EEC131F40CB5}"/>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FB4B2101-CDC4-780F-119D-CBC2079E1D05}"/>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F36254CD-1164-9E76-2619-954D616811BD}"/>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BD7FFAFB-F7F5-25CE-6BAD-C977D80BFD64}"/>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F7CBEFD8-A448-4E11-9622-F6BA1B8745AC}"/>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9FBE250A-0A59-4258-34AB-00B828216166}"/>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D284779F-F7D2-3799-E627-F2945B560B7C}"/>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917B9001-5B9B-332B-5AF5-A80760869E8B}"/>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4D64FFFF-FD71-5F81-B326-282C7E846E5A}"/>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78D983BF-6A26-D6FA-5E9C-75C5F6562592}"/>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02BC8FE6-6A55-3C9B-7D13-D247E0A00039}"/>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75ECCCFB-3391-CA9B-4F14-9A358EDCEA32}"/>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C2C09E40-5D41-90F7-ADB5-D2F199790866}"/>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85BAE7B5-6EB1-D8A2-0E4E-75703C9DF5CA}"/>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BCE936A2-E25B-F0F7-D8EB-18A454A1A1F9}"/>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76B9DBC3-3E9C-C480-4703-3F5598053A9B}"/>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3099B481-85B8-87A6-E109-4CE672F87129}"/>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059DCD4C-1933-EC8A-8E30-4358032F8E8A}"/>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B9211A0C-EF86-1690-27A0-523AEF2CD023}"/>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9E69321D-3C1D-0BE3-8020-F42E3EFA4ABD}"/>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D7FBBB67-6F09-0D7C-F831-9C0E63AEE80B}"/>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A6879F46-6C91-1262-AA9F-6A8ECF72AD89}"/>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7758C598-AF65-E5FC-F54F-E9D525ECB1B9}"/>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8CFB0FD5-DF1A-2B44-B62C-0285ED069F49}"/>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80FC0501-93F5-6075-13F7-1B710388C508}"/>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3550FE4B-357A-FD88-661E-96370C094B27}"/>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B0DAACA1-F4A6-78E8-DF67-0CB1DDAEC46E}"/>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E0D8220F-EB9E-C213-A150-45EB08FEC6AE}"/>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0790E979-9944-4E11-D32B-F48A1A9983FB}"/>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3975731B-20F7-95D7-04E6-46657976CD4B}"/>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D22A040C-A608-52B0-C292-2788ADE9C618}"/>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93CFC13F-2EE0-0038-89B0-7CAFB76F98CC}"/>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83FCDDEC-F32C-D9E5-C91A-F3941CFE41D1}"/>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D1A880AB-DE4C-45E3-40FA-598DBF891D88}"/>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EF7A8EFE-5513-E86D-872C-0D2F3D48841E}"/>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B2B56173-B6FC-2C7F-0BDA-5144A12A96BC}"/>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7738BB7A-5597-6EE0-A85B-61A1B0B615BD}"/>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C412A4D3-4F09-5F0E-A2FB-23B3C737D1AA}"/>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C8F01389-BCF3-59E4-2F7F-AE8E4366B9E5}"/>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42834587-B275-5BCC-8809-69E232369581}"/>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5105DF5B-2000-F602-82FB-4E272E861A86}"/>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2E9F72ED-C7B7-D092-15DA-55A898C9639B}"/>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8BD2B0A5-D290-EB42-7E61-81F420D6424B}"/>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1E026746-C090-95AC-A392-0D7ABEDBBA0A}"/>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DAAD7E07-5C8E-C2AD-77DA-FD8DD04063DB}"/>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23F5474F-8A69-6891-466E-0A8F9E4855B6}"/>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FCBCEB41-98DE-38EA-2CBB-53079D10626B}"/>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6FC5AC16-9362-3C1A-5909-46633A13C549}"/>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FFE7A2E8-BCA9-D8A6-6CD6-B555EF16E0D2}"/>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A0EEBE4F-FA6F-1857-2271-C41E9BDE52BF}"/>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8B6A799D-42CC-5911-BD94-0DDA309BEF40}"/>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F23B9944-7237-8AE6-15F4-1823EFDF7C87}"/>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E403B430-2CDD-16E1-9277-51884921D2CD}"/>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9A8CCE57-C580-AFB6-4F0A-8A34B9AA5F04}"/>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B0B72EEB-BB38-B139-6A70-F2DC7A79FC5E}"/>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19059455-7D3E-D99C-8F93-0F7633D0A1BE}"/>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99968ED5-897F-10F0-425A-31A24480AF51}"/>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9B8060AE-875B-8E95-F201-A0C3FEC1B93D}"/>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EA632003-98A6-7A42-5109-A20B172C1731}"/>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8A135A21-CC40-3281-200A-03BA04ADB463}"/>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ECE2BFEB-27DC-385A-3791-C6292FB0CA62}"/>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8BFBFF11-3039-BB8B-2E27-3F520BA63C6E}"/>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F62E16D9-6A20-C6C9-3C9F-2B9587AB0CDA}"/>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D222A37F-2F17-8669-2D06-BDAA2B5DA164}"/>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6162D46B-B861-3D2C-4668-4028CBADF237}"/>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8166652D-02C8-EEA7-7250-D13C0C332E79}"/>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851B96A6-C4A7-845B-1FF0-7E10A5DB3A80}"/>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543CD695-7C7C-31AE-449E-D400931500C6}"/>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A04EFB14-A0DF-F808-4A69-0B8F3A500736}"/>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993F73C6-3507-AF2A-73A2-26453C978421}"/>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F702720E-CCDB-42E2-82D0-3A6F16C4187F}"/>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6F0A2486-8C50-4968-0B8E-AFD8C6A64B9F}"/>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84ABC588-9819-A30E-514B-48883BC24820}"/>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8D4B138C-CB7D-05BB-5DAE-E93141C47DDF}"/>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7E47F624-C0AF-ED6C-ECF6-C29C83BB14B0}"/>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537827C0-2A48-9DC8-9573-E8B5A6228AD0}"/>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9A8896DF-65E8-539E-9FB8-FACA49A410B1}"/>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31E6D39B-4153-9568-2D58-964B46208F33}"/>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A0B4AFB0-BF18-4E1E-3416-56CA07291E13}"/>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E7E516DE-E1E9-B624-B723-176051F600A6}"/>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BE37A6A5-753F-0218-3FC6-2B4949B6D235}"/>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EC828DF6-67FA-7973-4027-E160AA634153}"/>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58B6B4B9-44E4-E992-845F-A14F7126B125}"/>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C338B8DF-EDB9-3AD4-BF1A-F0F648B876C9}"/>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7F274924-70EB-0F48-B377-DF991EECA30D}"/>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365EF3B6-6E6A-2A31-B997-9A2B6B2CC822}"/>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1434DBED-C20E-95F7-1C0D-498611C3C9D7}"/>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8208DA73-F8B6-0509-49E4-6513B13791DE}"/>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566022A1-1CD8-1259-9D8E-07DAC8EFA9F3}"/>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52B45D9E-5F86-F9E6-5FE2-1A3867C20CB0}"/>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7F2D5200-2A89-19F7-3BEE-18CCE743238E}"/>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47BA86A0-F4DE-A60B-EA52-1CF3A3DCCC9A}"/>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BADEDA6F-8464-B6C3-3552-6D1F1D0DEF07}"/>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6DEE5DAF-79B0-480E-893A-3F640FC8EEBD}"/>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FACA1812-1B35-D693-F0BC-881B56AE3A69}"/>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684FA6B2-F474-DC87-5D32-B0D73886AFA5}"/>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CD2747A9-016C-1E55-CE2A-BBB62898627F}"/>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E5CE5FA8-89E2-541D-D863-54C0992B328C}"/>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F61723CF-F8EF-4454-44BE-BDF9C261DB50}"/>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F1290979-B21B-EFA8-191D-FE0277E0A2CE}"/>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471B5522-068D-BC5F-64FC-5C2D505DA064}"/>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3AAF4535-0D64-2B5D-5726-67F1290C676F}"/>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62B20AE6-F0EC-BE1C-F3F2-ABDB24BE076F}"/>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BCA39248-7CE7-BDF2-D5C7-3498027976BE}"/>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D27B8478-A1C2-076A-F669-CCC992F67C8D}"/>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BCF0D663-21EE-F0FC-6A10-FCB8679032EC}"/>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B3A9D2A7-5040-BB53-5D14-D0BEBBC14B05}"/>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84928264-8599-6984-6081-A02D3CBC4B7A}"/>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1FD26DFF-8FBF-5F1C-993B-12EF84C8FC9A}"/>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5903CB39-64BD-0767-0965-8F22FCA70F14}"/>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38F8F55A-4F12-6762-B664-935EE15374D2}"/>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7B75B78F-7364-1CBA-5BE7-80D9A6097B73}"/>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0CD0FA06-B78E-ABCD-E13C-E7EBAD60A149}"/>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64299EA6-97BA-3919-D06A-781541A6FC0C}"/>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77F7231C-88F6-76FA-2EEA-15A6AD3CD4CA}"/>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D1967DAE-7099-704F-0ECA-98F5FF667A47}"/>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D87FEB62-CEE9-DC37-03B6-A9786298F949}"/>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18E32E0A-9E19-F261-0DEC-53BFED771677}"/>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37403FC9-023B-53F0-F09E-FD64EF389609}"/>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E2DF681C-FCE8-EDF8-7094-0CC050737517}"/>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E4C886B5-D180-3A3F-DD39-19738997EC80}"/>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9E760A99-E27F-2EAC-6C93-6C8019C0E959}"/>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CD50FE13-7535-7FD7-4F5C-6F7E51D8B3C4}"/>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B9352FC8-D5ED-8E2A-78F7-5ADEBBD438FD}"/>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DAA3850C-16B2-DBF2-EABD-3DF744009EFB}"/>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DA68F670-7783-BD7A-DE7E-43F72D5DE3FB}"/>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AA3F0E29-7D88-3D77-E1AC-1DD020BE4F8C}"/>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616D87D2-6705-F6B9-8005-A9D2567441C9}"/>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46ECFD0A-D751-46E6-98BF-1B8D9C3E71B8}"/>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31C85D2B-1722-3FB4-D72F-0E175B5AC7A5}"/>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A8B4787F-5AC3-EA80-8A0A-A6C9DB70F37B}"/>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E39174B6-4E77-C127-E795-E1EA3C267187}"/>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02FF95D1-0CD9-400E-6B0D-619F7EBA3C9D}"/>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4657AF6D-D9E6-AA7E-2C7F-7CF1DB1C8022}"/>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99A03963-5FE8-1B23-63A6-383177047803}"/>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2E8910F7-B265-87EA-D42F-BDEB8C125604}"/>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C3FC4EC7-92CB-B8B5-2DF1-B5C921E0D158}"/>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32066F5E-BAD1-A69F-7887-1BAFCCA3F891}"/>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A9D72A37-78C9-E057-3AA3-75B75BF07266}"/>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CE1D8734-DCA6-B467-BEBC-09F9685DCE88}"/>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57A8ECF4-BC61-46F3-6B62-2571CF40CE87}"/>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601B389D-3257-E481-7AAB-9D6AE492ED54}"/>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0BB3AC43-4939-75CE-EC69-9E0193334FCE}"/>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106B4F06-4952-FB89-D512-8F52D27BC3C8}"/>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5CE85AA2-1180-337F-C5E6-D110F3465E8A}"/>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7C1ADCEE-2590-3332-6822-C35760ADA6E4}"/>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76621FCE-82E9-3185-B451-8F44D879C483}"/>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28022756-D762-E662-B536-BBCE4C16A442}"/>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F2E1A0B0-88A7-0378-9DF7-222956EB2799}"/>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AA8E2E14-5EAE-E4D7-0C34-BAA01EAC4604}"/>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16536519-E5AD-A76D-CFA1-398E0FD4848E}"/>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E64CB72E-6DCD-4107-FF30-DC0B5CAFF7E7}"/>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32C2D976-96A4-F219-6A8F-89F3EEF37C06}"/>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566301E9-258D-9CE4-1AAC-3DE561517C28}"/>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E9265702-E3D1-FFFD-8B8A-DFFE1F02D154}"/>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79893F3F-309C-D0BE-55DE-8F3F4E237326}"/>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0B96B2FE-B07D-BD5B-1FBE-FDE3CEE94FC0}"/>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65B43025-9261-CEC7-6796-299823D1E1D1}"/>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7AD4B693-E5D6-5782-2F7E-756F2FBBF227}"/>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7960F387-2ADD-286D-1316-145489C4420B}"/>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282E59AA-2892-1E35-E89C-043CB4BD41B8}"/>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6370AA81-E788-9987-56ED-530E5C4F4864}"/>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BB6F45DE-B0D4-08C6-685B-8C50006F280E}"/>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2C987E69-CC0A-5B44-5E21-083B71D684B5}"/>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8C961CD8-D733-A32F-13BF-A160BF5DDEA8}"/>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3250">
        <p159:morph option="byObject"/>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con 2" descr="FaCheckCircle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Benefits and Challenges of Financial Inclusion</a:t>
            </a:r>
          </a:p>
        </p:txBody>
      </p:sp>
      <p:sp>
        <p:nvSpPr>
          <p:cNvPr id="4" name="Heading 4"/>
          <p:cNvSpPr txBox="1"/>
          <p:nvPr/>
        </p:nvSpPr>
        <p:spPr>
          <a:xfrm>
            <a:off x="548640" y="1143000"/>
            <a:ext cx="11091672" cy="36576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B9A5FF"/>
                </a:solidFill>
                <a:latin typeface="Times New Roman"/>
                <a:cs typeface="Times New Roman"/>
              </a:rPr>
              <a:t>Benefits</a:t>
            </a:r>
          </a:p>
        </p:txBody>
      </p:sp>
      <p:sp>
        <p:nvSpPr>
          <p:cNvPr id="5" name="Rounded Rectangle 5"/>
          <p:cNvSpPr/>
          <p:nvPr/>
        </p:nvSpPr>
        <p:spPr>
          <a:xfrm>
            <a:off x="548640" y="1554480"/>
            <a:ext cx="3605784" cy="192024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6" name="Oval 6"/>
          <p:cNvSpPr/>
          <p:nvPr/>
        </p:nvSpPr>
        <p:spPr>
          <a:xfrm>
            <a:off x="731520" y="2148840"/>
            <a:ext cx="731520" cy="7315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7" name="Picture 7" descr="FaPiggyBank icon"/>
          <p:cNvPicPr>
            <a:picLocks noChangeAspect="1"/>
          </p:cNvPicPr>
          <p:nvPr/>
        </p:nvPicPr>
        <p:blipFill>
          <a:blip r:embed="rId4"/>
          <a:stretch>
            <a:fillRect/>
          </a:stretch>
        </p:blipFill>
        <p:spPr>
          <a:xfrm>
            <a:off x="907084" y="2324404"/>
            <a:ext cx="380390" cy="380390"/>
          </a:xfrm>
          <a:prstGeom prst="rect">
            <a:avLst/>
          </a:prstGeom>
        </p:spPr>
      </p:pic>
      <p:sp>
        <p:nvSpPr>
          <p:cNvPr id="8" name="TextBox 8"/>
          <p:cNvSpPr txBox="1"/>
          <p:nvPr/>
        </p:nvSpPr>
        <p:spPr>
          <a:xfrm>
            <a:off x="1600200" y="1554480"/>
            <a:ext cx="2465784" cy="1920240"/>
          </a:xfrm>
          <a:prstGeom prst="rect">
            <a:avLst/>
          </a:prstGeom>
          <a:noFill/>
        </p:spPr>
        <p:txBody>
          <a:bodyPr wrap="square" lIns="45720" tIns="27432" rIns="45720" bIns="27432" anchor="ctr">
            <a:noAutofit/>
          </a:bodyPr>
          <a:lstStyle/>
          <a:p>
            <a:pPr algn="l">
              <a:spcAft>
                <a:spcPts val="0"/>
              </a:spcAft>
              <a:buNone/>
            </a:pPr>
            <a:r>
              <a:rPr lang="en-IN" sz="1800" b="0" i="0" dirty="0">
                <a:solidFill>
                  <a:srgbClr val="FFFFFF"/>
                </a:solidFill>
                <a:latin typeface="Times New Roman"/>
                <a:cs typeface="Times New Roman"/>
              </a:rPr>
              <a:t>Encourages savings and access to formal credit.</a:t>
            </a:r>
          </a:p>
        </p:txBody>
      </p:sp>
      <p:sp>
        <p:nvSpPr>
          <p:cNvPr id="9" name="Rounded Rectangle 9"/>
          <p:cNvSpPr/>
          <p:nvPr/>
        </p:nvSpPr>
        <p:spPr>
          <a:xfrm>
            <a:off x="4291584" y="1554480"/>
            <a:ext cx="3605784" cy="192024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0" name="Oval 10"/>
          <p:cNvSpPr/>
          <p:nvPr/>
        </p:nvSpPr>
        <p:spPr>
          <a:xfrm>
            <a:off x="4474464" y="2148840"/>
            <a:ext cx="731520" cy="7315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1" name="Picture 11" descr="FaStore icon"/>
          <p:cNvPicPr>
            <a:picLocks noChangeAspect="1"/>
          </p:cNvPicPr>
          <p:nvPr/>
        </p:nvPicPr>
        <p:blipFill>
          <a:blip r:embed="rId5"/>
          <a:stretch>
            <a:fillRect/>
          </a:stretch>
        </p:blipFill>
        <p:spPr>
          <a:xfrm>
            <a:off x="4650028" y="2324404"/>
            <a:ext cx="380390" cy="380390"/>
          </a:xfrm>
          <a:prstGeom prst="rect">
            <a:avLst/>
          </a:prstGeom>
        </p:spPr>
      </p:pic>
      <p:sp>
        <p:nvSpPr>
          <p:cNvPr id="12" name="TextBox 12"/>
          <p:cNvSpPr txBox="1"/>
          <p:nvPr/>
        </p:nvSpPr>
        <p:spPr>
          <a:xfrm>
            <a:off x="5343144" y="1554480"/>
            <a:ext cx="2465784" cy="1920240"/>
          </a:xfrm>
          <a:prstGeom prst="rect">
            <a:avLst/>
          </a:prstGeom>
          <a:noFill/>
        </p:spPr>
        <p:txBody>
          <a:bodyPr wrap="square" lIns="45720" tIns="27432" rIns="45720" bIns="27432" anchor="ctr">
            <a:noAutofit/>
          </a:bodyPr>
          <a:lstStyle/>
          <a:p>
            <a:pPr algn="l">
              <a:spcAft>
                <a:spcPts val="0"/>
              </a:spcAft>
              <a:buNone/>
            </a:pPr>
            <a:r>
              <a:rPr lang="en-IN" sz="1800" b="0" i="0" dirty="0">
                <a:solidFill>
                  <a:srgbClr val="FFFFFF"/>
                </a:solidFill>
                <a:latin typeface="Times New Roman"/>
                <a:cs typeface="Times New Roman"/>
              </a:rPr>
              <a:t>Supports rural development and small businesses.</a:t>
            </a:r>
          </a:p>
        </p:txBody>
      </p:sp>
      <p:sp>
        <p:nvSpPr>
          <p:cNvPr id="13" name="Rounded Rectangle 13"/>
          <p:cNvSpPr/>
          <p:nvPr/>
        </p:nvSpPr>
        <p:spPr>
          <a:xfrm>
            <a:off x="8034528" y="1554480"/>
            <a:ext cx="3605784" cy="192024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4" name="Oval 14"/>
          <p:cNvSpPr/>
          <p:nvPr/>
        </p:nvSpPr>
        <p:spPr>
          <a:xfrm>
            <a:off x="8217408" y="2148840"/>
            <a:ext cx="731520" cy="7315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5" name="Picture 15" descr="FaLandmark icon"/>
          <p:cNvPicPr>
            <a:picLocks noChangeAspect="1"/>
          </p:cNvPicPr>
          <p:nvPr/>
        </p:nvPicPr>
        <p:blipFill>
          <a:blip r:embed="rId6"/>
          <a:stretch>
            <a:fillRect/>
          </a:stretch>
        </p:blipFill>
        <p:spPr>
          <a:xfrm>
            <a:off x="8392972" y="2324404"/>
            <a:ext cx="380390" cy="380390"/>
          </a:xfrm>
          <a:prstGeom prst="rect">
            <a:avLst/>
          </a:prstGeom>
        </p:spPr>
      </p:pic>
      <p:sp>
        <p:nvSpPr>
          <p:cNvPr id="16" name="TextBox 16"/>
          <p:cNvSpPr txBox="1"/>
          <p:nvPr/>
        </p:nvSpPr>
        <p:spPr>
          <a:xfrm>
            <a:off x="9086088" y="1554480"/>
            <a:ext cx="2465784" cy="1920240"/>
          </a:xfrm>
          <a:prstGeom prst="rect">
            <a:avLst/>
          </a:prstGeom>
          <a:noFill/>
        </p:spPr>
        <p:txBody>
          <a:bodyPr wrap="square" lIns="45720" tIns="27432" rIns="45720" bIns="27432" anchor="ctr">
            <a:noAutofit/>
          </a:bodyPr>
          <a:lstStyle/>
          <a:p>
            <a:pPr algn="l">
              <a:spcAft>
                <a:spcPts val="0"/>
              </a:spcAft>
              <a:buNone/>
            </a:pPr>
            <a:r>
              <a:rPr lang="en-IN" sz="1800" b="0" i="0" dirty="0">
                <a:solidFill>
                  <a:srgbClr val="FFFFFF"/>
                </a:solidFill>
                <a:latin typeface="Times New Roman"/>
                <a:cs typeface="Times New Roman"/>
              </a:rPr>
              <a:t>Improves access to eligible government benefits.</a:t>
            </a:r>
          </a:p>
        </p:txBody>
      </p:sp>
      <p:sp>
        <p:nvSpPr>
          <p:cNvPr id="17" name="Heading 17"/>
          <p:cNvSpPr txBox="1"/>
          <p:nvPr/>
        </p:nvSpPr>
        <p:spPr>
          <a:xfrm>
            <a:off x="548640" y="3703320"/>
            <a:ext cx="11091672" cy="36576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FFC857"/>
                </a:solidFill>
                <a:latin typeface="Times New Roman"/>
                <a:cs typeface="Times New Roman"/>
              </a:rPr>
              <a:t>Challenges</a:t>
            </a:r>
          </a:p>
        </p:txBody>
      </p:sp>
      <p:sp>
        <p:nvSpPr>
          <p:cNvPr id="18" name="Rounded Rectangle 18"/>
          <p:cNvSpPr/>
          <p:nvPr/>
        </p:nvSpPr>
        <p:spPr>
          <a:xfrm>
            <a:off x="548640" y="4114800"/>
            <a:ext cx="5477256" cy="2148840"/>
          </a:xfrm>
          <a:prstGeom prst="roundRect">
            <a:avLst>
              <a:gd name="adj" fmla="val 6000"/>
            </a:avLst>
          </a:prstGeom>
          <a:solidFill>
            <a:srgbClr val="16113A"/>
          </a:solidFill>
          <a:ln w="12700">
            <a:solidFill>
              <a:srgbClr val="FFC857"/>
            </a:solidFill>
          </a:ln>
        </p:spPr>
        <p:txBody>
          <a:bodyPr wrap="square" lIns="73152" tIns="36576" rIns="73152" bIns="36576" rtlCol="0" anchor="ctr"/>
          <a:lstStyle/>
          <a:p>
            <a:pPr algn="ctr"/>
            <a:endParaRPr lang="en-IN"/>
          </a:p>
        </p:txBody>
      </p:sp>
      <p:sp>
        <p:nvSpPr>
          <p:cNvPr id="19" name="Oval 19"/>
          <p:cNvSpPr/>
          <p:nvPr/>
        </p:nvSpPr>
        <p:spPr>
          <a:xfrm>
            <a:off x="731520" y="4823460"/>
            <a:ext cx="731520" cy="7315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0" name="Picture 20" descr="FaGraduationCap icon"/>
          <p:cNvPicPr>
            <a:picLocks noChangeAspect="1"/>
          </p:cNvPicPr>
          <p:nvPr/>
        </p:nvPicPr>
        <p:blipFill>
          <a:blip r:embed="rId7"/>
          <a:stretch>
            <a:fillRect/>
          </a:stretch>
        </p:blipFill>
        <p:spPr>
          <a:xfrm>
            <a:off x="907084" y="4999024"/>
            <a:ext cx="380390" cy="380390"/>
          </a:xfrm>
          <a:prstGeom prst="rect">
            <a:avLst/>
          </a:prstGeom>
        </p:spPr>
      </p:pic>
      <p:sp>
        <p:nvSpPr>
          <p:cNvPr id="21" name="TextBox 21"/>
          <p:cNvSpPr txBox="1"/>
          <p:nvPr/>
        </p:nvSpPr>
        <p:spPr>
          <a:xfrm>
            <a:off x="1600200" y="4114800"/>
            <a:ext cx="4337256" cy="2148840"/>
          </a:xfrm>
          <a:prstGeom prst="rect">
            <a:avLst/>
          </a:prstGeom>
          <a:noFill/>
        </p:spPr>
        <p:txBody>
          <a:bodyPr wrap="square" lIns="45720" tIns="27432" rIns="45720" bIns="27432" anchor="ctr">
            <a:noAutofit/>
          </a:bodyPr>
          <a:lstStyle/>
          <a:p>
            <a:pPr algn="l">
              <a:spcAft>
                <a:spcPts val="0"/>
              </a:spcAft>
              <a:buNone/>
            </a:pPr>
            <a:r>
              <a:rPr lang="en-IN" sz="1800" b="0" i="0" dirty="0">
                <a:solidFill>
                  <a:srgbClr val="FFFFFF"/>
                </a:solidFill>
                <a:latin typeface="Times New Roman"/>
                <a:cs typeface="Times New Roman"/>
              </a:rPr>
              <a:t>Lack of digital literacy limits the use of financial services.</a:t>
            </a:r>
          </a:p>
        </p:txBody>
      </p:sp>
      <p:sp>
        <p:nvSpPr>
          <p:cNvPr id="22" name="Rounded Rectangle 22"/>
          <p:cNvSpPr/>
          <p:nvPr/>
        </p:nvSpPr>
        <p:spPr>
          <a:xfrm>
            <a:off x="6163056" y="4114800"/>
            <a:ext cx="5477256" cy="2148840"/>
          </a:xfrm>
          <a:prstGeom prst="roundRect">
            <a:avLst>
              <a:gd name="adj" fmla="val 6000"/>
            </a:avLst>
          </a:prstGeom>
          <a:solidFill>
            <a:srgbClr val="16113A"/>
          </a:solidFill>
          <a:ln w="12700">
            <a:solidFill>
              <a:srgbClr val="FFC857"/>
            </a:solidFill>
          </a:ln>
        </p:spPr>
        <p:txBody>
          <a:bodyPr wrap="square" lIns="73152" tIns="36576" rIns="73152" bIns="36576" rtlCol="0" anchor="ctr"/>
          <a:lstStyle/>
          <a:p>
            <a:pPr algn="ctr"/>
            <a:endParaRPr lang="en-IN"/>
          </a:p>
        </p:txBody>
      </p:sp>
      <p:sp>
        <p:nvSpPr>
          <p:cNvPr id="23" name="Oval 23"/>
          <p:cNvSpPr/>
          <p:nvPr/>
        </p:nvSpPr>
        <p:spPr>
          <a:xfrm>
            <a:off x="6345936" y="4823460"/>
            <a:ext cx="731520" cy="73152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4" name="Picture 24" descr="FaWifi icon"/>
          <p:cNvPicPr>
            <a:picLocks noChangeAspect="1"/>
          </p:cNvPicPr>
          <p:nvPr/>
        </p:nvPicPr>
        <p:blipFill>
          <a:blip r:embed="rId8"/>
          <a:stretch>
            <a:fillRect/>
          </a:stretch>
        </p:blipFill>
        <p:spPr>
          <a:xfrm>
            <a:off x="6521500" y="4999024"/>
            <a:ext cx="380390" cy="380390"/>
          </a:xfrm>
          <a:prstGeom prst="rect">
            <a:avLst/>
          </a:prstGeom>
        </p:spPr>
      </p:pic>
      <p:sp>
        <p:nvSpPr>
          <p:cNvPr id="25" name="TextBox 25"/>
          <p:cNvSpPr txBox="1"/>
          <p:nvPr/>
        </p:nvSpPr>
        <p:spPr>
          <a:xfrm>
            <a:off x="7214616" y="4114800"/>
            <a:ext cx="4337256" cy="2148840"/>
          </a:xfrm>
          <a:prstGeom prst="rect">
            <a:avLst/>
          </a:prstGeom>
          <a:noFill/>
        </p:spPr>
        <p:txBody>
          <a:bodyPr wrap="square" lIns="45720" tIns="27432" rIns="45720" bIns="27432" anchor="ctr">
            <a:noAutofit/>
          </a:bodyPr>
          <a:lstStyle/>
          <a:p>
            <a:pPr algn="l">
              <a:spcAft>
                <a:spcPts val="0"/>
              </a:spcAft>
              <a:buNone/>
            </a:pPr>
            <a:r>
              <a:rPr lang="en-IN" sz="1800" b="0" i="0" dirty="0">
                <a:solidFill>
                  <a:srgbClr val="FFFFFF"/>
                </a:solidFill>
                <a:latin typeface="Times New Roman"/>
                <a:cs typeface="Times New Roman"/>
              </a:rPr>
              <a:t>Poor connectivity, fraud risks and documentation barriers can restrict access.</a:t>
            </a:r>
          </a:p>
        </p:txBody>
      </p:sp>
      <p:grpSp>
        <p:nvGrpSpPr>
          <p:cNvPr id="26" name="Graphic 2">
            <a:extLst>
              <a:ext uri="{FF2B5EF4-FFF2-40B4-BE49-F238E27FC236}">
                <a16:creationId xmlns:a16="http://schemas.microsoft.com/office/drawing/2014/main" id="{166B7174-1171-12E1-AA3A-A5E6A174A4C2}"/>
              </a:ext>
            </a:extLst>
          </p:cNvPr>
          <p:cNvGrpSpPr/>
          <p:nvPr/>
        </p:nvGrpSpPr>
        <p:grpSpPr>
          <a:xfrm>
            <a:off x="-4826901" y="5651501"/>
            <a:ext cx="22278322" cy="1206501"/>
            <a:chOff x="-1701658" y="3997633"/>
            <a:chExt cx="14003150" cy="3533927"/>
          </a:xfrm>
          <a:noFill/>
          <a:effectLst>
            <a:outerShdw blurRad="635000" algn="ctr" rotWithShape="0">
              <a:schemeClr val="bg1"/>
            </a:outerShdw>
          </a:effectLst>
        </p:grpSpPr>
        <p:grpSp>
          <p:nvGrpSpPr>
            <p:cNvPr id="27" name="Graphic 2">
              <a:extLst>
                <a:ext uri="{FF2B5EF4-FFF2-40B4-BE49-F238E27FC236}">
                  <a16:creationId xmlns:a16="http://schemas.microsoft.com/office/drawing/2014/main" id="{4E899F79-0A9A-045B-4569-749E2DE72787}"/>
                </a:ext>
              </a:extLst>
            </p:cNvPr>
            <p:cNvGrpSpPr/>
            <p:nvPr/>
          </p:nvGrpSpPr>
          <p:grpSpPr>
            <a:xfrm>
              <a:off x="-1701658" y="3997633"/>
              <a:ext cx="14003150" cy="3531261"/>
              <a:chOff x="-1701658" y="3997633"/>
              <a:chExt cx="14003150" cy="3531261"/>
            </a:xfrm>
            <a:grpFill/>
          </p:grpSpPr>
          <p:sp>
            <p:nvSpPr>
              <p:cNvPr id="941" name="Freeform: Shape 940">
                <a:extLst>
                  <a:ext uri="{FF2B5EF4-FFF2-40B4-BE49-F238E27FC236}">
                    <a16:creationId xmlns:a16="http://schemas.microsoft.com/office/drawing/2014/main" id="{FF7C3705-C98E-E5D1-3511-D21209F2BD18}"/>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1C1639BD-2821-859A-328B-3239BB23BEB1}"/>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99E23E05-4A6E-BE29-94C8-C68361D4F40C}"/>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EDBA547A-939E-4B33-E38C-3D5BD3AEC2C4}"/>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CAEBEF3E-799D-F6A2-97E9-D9829D880F40}"/>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694BFEF7-9923-B7F9-4BB3-8D0DD2303C59}"/>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29CD13F4-2898-DD16-610A-C79951F3ADC9}"/>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E1B09940-011B-3433-8C8D-66BB075507C4}"/>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A950C01E-4B25-1F44-0F77-EE7296D10794}"/>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6CABC4D9-8093-A37A-1220-55234BE92077}"/>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70460F5C-18E1-3F85-2F68-D062F670E190}"/>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0FC3F508-F407-8D15-16C8-3A79B886F475}"/>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91C9E6F0-A0B0-26F0-E660-1F131E8C87E1}"/>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A6AA6D9C-191B-52BE-BA89-0CAE5C002915}"/>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D745008E-DD8E-BE59-CA5B-A556059F5703}"/>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0604751B-AE2A-F5E5-E8F3-7A782AAD320F}"/>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FFDA8C6D-6247-73E5-4DBF-BC235693FD36}"/>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5C0673C3-76DA-D898-8A75-69FBAFFE61C0}"/>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756F742D-4F36-A2D2-5218-825F69D7022E}"/>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7C1DBCB5-9494-CB40-5FF0-C956C591E6DB}"/>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AD70A07D-1923-CE05-46E4-D333CBE605C0}"/>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3B1AAF34-F074-CBB5-59D1-E85A0A5BCAE1}"/>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9343FDFC-7502-BF21-1C3F-1E0916005671}"/>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E38472C0-1752-4CDB-CDF5-540A9FB614C5}"/>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05C210F4-DED3-7EC3-7204-33518C1600F1}"/>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D8213F78-B59A-56D3-20DD-EB22A5259F48}"/>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3398FA93-C626-6345-1D9C-E83B46B380A9}"/>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1339ABE3-00DE-6FFA-54D2-F80D31547477}"/>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2CB322F5-A29D-3EAA-E896-3D3B7E3DE1E2}"/>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987E5AB4-A6F6-6A6D-D36E-081570C68E52}"/>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C9CEAA5B-635C-FB50-8195-77E66DF5EFA8}"/>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9660375F-E053-67B3-6182-887E6D8C50AE}"/>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D28E1796-5E60-E674-F4E3-33F14309D842}"/>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ED265447-5ECE-B7E1-9CED-CD4917608652}"/>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B375385F-659B-AD77-774F-24A378BB70D1}"/>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76AE8457-FF18-33BA-9C1C-6E1DB0C25B91}"/>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7A279DDB-920E-E0A7-5392-8706451A462A}"/>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A2407BE8-E0B0-D00F-7AE4-50F3CC4CF7FD}"/>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EF1E584F-EA96-0956-6057-D13CEA924225}"/>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0475FF65-01EC-1712-D5CB-922E9AA80B6C}"/>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EC06BD0E-ACE6-0AFF-42C0-4FAA119F7018}"/>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BDB0308F-F24B-774B-23EC-6A45DA905F97}"/>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CE916789-0C29-861D-BF9C-588C1D5EC318}"/>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31B0E5F6-D662-A821-C5C1-F7E8BD13CE80}"/>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4F7BD21B-86ED-66F4-2096-AFA24D5DCCA1}"/>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F430F73D-12E4-BA2E-8CF1-8CC4AFD089F4}"/>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9C685AC8-CF8C-5FFC-D9CF-BD307847F872}"/>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3AFCEA18-93E5-8AA9-8AA1-4046FF855681}"/>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8309C614-DA4E-405A-AF33-B5DF0D364904}"/>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ADE87579-24C8-B290-C13E-3229293980AB}"/>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D6E16A73-AAC4-0E43-9402-7C3836B9118F}"/>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BAD96013-7942-66CF-B970-D4647F4EDB22}"/>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7967EA8D-0C17-15E1-2762-871B2905A345}"/>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BD357EFA-55DC-C5D4-47B4-EB417A834D25}"/>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7D7904A0-47DD-1B0A-AF3E-A68CCE0C5B9D}"/>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29644BE8-E810-3E31-0F4C-A7EC98E29F1B}"/>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35A64BBD-632C-77AE-2D25-9C6CA8F0E432}"/>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DD57D9FF-167A-9AEE-5E39-C5125D2DD6DF}"/>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E08359E5-EDA1-187A-6D4A-F605300701B4}"/>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19042896-9FAD-C630-74E1-5BDDB774B476}"/>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251F8EEC-9232-FCA0-3B07-31B3B2B694B2}"/>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28" name="Graphic 2">
              <a:extLst>
                <a:ext uri="{FF2B5EF4-FFF2-40B4-BE49-F238E27FC236}">
                  <a16:creationId xmlns:a16="http://schemas.microsoft.com/office/drawing/2014/main" id="{D57A575A-DC72-6145-927F-50629CF4085F}"/>
                </a:ext>
              </a:extLst>
            </p:cNvPr>
            <p:cNvGrpSpPr/>
            <p:nvPr/>
          </p:nvGrpSpPr>
          <p:grpSpPr>
            <a:xfrm>
              <a:off x="-1350054" y="4031449"/>
              <a:ext cx="13299963" cy="3500111"/>
              <a:chOff x="-1350054" y="4031449"/>
              <a:chExt cx="13299963" cy="3500111"/>
            </a:xfrm>
            <a:grpFill/>
          </p:grpSpPr>
          <p:sp>
            <p:nvSpPr>
              <p:cNvPr id="29" name="Freeform: Shape 28">
                <a:extLst>
                  <a:ext uri="{FF2B5EF4-FFF2-40B4-BE49-F238E27FC236}">
                    <a16:creationId xmlns:a16="http://schemas.microsoft.com/office/drawing/2014/main" id="{42099A28-50E7-EDDC-6BCC-393D77CC0A37}"/>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 name="Freeform: Shape 29">
                <a:extLst>
                  <a:ext uri="{FF2B5EF4-FFF2-40B4-BE49-F238E27FC236}">
                    <a16:creationId xmlns:a16="http://schemas.microsoft.com/office/drawing/2014/main" id="{5E515925-904C-2561-0910-A50E65200F81}"/>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 name="Freeform: Shape 30">
                <a:extLst>
                  <a:ext uri="{FF2B5EF4-FFF2-40B4-BE49-F238E27FC236}">
                    <a16:creationId xmlns:a16="http://schemas.microsoft.com/office/drawing/2014/main" id="{E81A7A1E-1D69-FA99-D8BE-AC569851CCC3}"/>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 name="Freeform: Shape 31">
                <a:extLst>
                  <a:ext uri="{FF2B5EF4-FFF2-40B4-BE49-F238E27FC236}">
                    <a16:creationId xmlns:a16="http://schemas.microsoft.com/office/drawing/2014/main" id="{E0F6AA3D-CD07-0DA6-E365-8164FCB494D7}"/>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09037D9C-9EB3-CD78-3A7A-574D7DE53435}"/>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DAFDD5F9-B828-8F71-B961-8A15896D4572}"/>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71750049-B8F9-6293-3FCD-F98567795871}"/>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02048A65-156C-5BC6-47F9-9D5B64490767}"/>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F52BB02E-23B2-810A-3F90-501512F8B942}"/>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0792CE19-195D-062E-1B25-B94D73FB2B36}"/>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9F571332-7FC2-F626-F7E5-8989F505DEEE}"/>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5B1955EE-448C-4CAB-5083-E4A887E19C69}"/>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6A986173-BF24-2414-7419-4695F7E5D3CF}"/>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84EA4F22-47A2-75E4-98AA-11E6A58B9E2E}"/>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1D9BBEA3-DFEA-6565-3826-E63A12EBC33D}"/>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A99BF4D5-D2F6-DC5F-EFA7-A2EA17C746A9}"/>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A2559877-6887-5922-95F3-D8BEB2C80741}"/>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F0EF4021-5022-1E74-0103-46357756868B}"/>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F897736B-10D7-FF71-76C8-24868DFE1918}"/>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31B67FBE-FB03-9147-8963-9290AEA81510}"/>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71B35709-8583-E5B1-B467-D9158D3DC8EC}"/>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6F39D298-7869-44CF-3E87-8A668547E02C}"/>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6D8E66E2-5422-C2BC-EDAB-CF12FF48AC74}"/>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FEEEED34-45CD-C524-C3F4-38069C2CE657}"/>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8B064F7B-64A2-A713-EC9C-C456F0DFC270}"/>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F575D79A-47F5-8D88-AAE1-5C30A29A5415}"/>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ED09CB5C-BA32-D37D-9DC4-5BEBE447E665}"/>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C975BFC1-934B-1724-15A1-DE9F651E243E}"/>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AE66A154-A6ED-AA1D-4571-3B2CA88D2D93}"/>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174F29E5-8DB0-48EF-D62A-9F7AB7993E13}"/>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3014DDA9-4345-31F7-0EAD-A4F6573F29B7}"/>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5CBAF63B-12DF-AE2F-D1B3-FBB6A403D2BD}"/>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033D5A3D-E36F-F00D-40F6-0E16D76E06EF}"/>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E0C549C9-C63A-1166-0F34-E3DFE1CEDC12}"/>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88EB7104-6ED2-3A50-9B5B-B2A498188672}"/>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28985AD5-47CD-83A5-55D3-D81E8CD18CF6}"/>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2040AB11-3DC2-C6E5-5A64-A31BDFC5D377}"/>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1C212238-0A2D-9D7D-A3C5-669325FCD0AC}"/>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7636EDE6-E467-722C-0CD5-31D00DE3A140}"/>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36641EA5-34E3-6985-8220-A3E2990062F8}"/>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0DDF2CB6-0465-DA2B-A279-332692B4978C}"/>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5F65480C-03DA-95AB-89BD-929250D34DB8}"/>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A176F73F-271F-8D34-AF3E-28CC86428125}"/>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4C03C75B-50EC-D69B-20F7-508143FB4061}"/>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C26F6C39-60F9-6241-BAEA-70FDA96054BF}"/>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0F6528CE-37A0-5988-CB06-E34BA4D08616}"/>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CB341A1B-3F6F-D41C-EEC2-5F579CA55A2F}"/>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B7E26D3F-C5AC-A19B-C063-A863E119C871}"/>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01ACC7FA-C371-4787-929F-5DBBEA489A06}"/>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BC311651-7061-4CEE-3F5C-7EED9F4C56A9}"/>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4D033C83-2C40-4AA9-3967-DC520A40083B}"/>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33507579-7E50-1DC7-6F3C-5F15CBB89F87}"/>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DDBBC9E4-E589-45FA-107E-E9146616E387}"/>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A7996C7A-FA3B-311C-6295-32C94713FA3E}"/>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4604AEC5-8BCD-9F72-35C4-3626DAEB1E20}"/>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DC0DD595-3505-BD70-AD81-F7DA8B653191}"/>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44169E0E-3FBD-8861-F1B2-966BC01353EB}"/>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1B8C830E-2C93-766E-A27E-BF408438F3F8}"/>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F16AEFAF-4A99-9280-4223-2705449A3BCB}"/>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BBBC60BD-2673-1304-C3FC-92BF409A35D8}"/>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3D435C39-9A65-BA28-E736-D17F211D8630}"/>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D5DBD675-E57B-7C4C-E3C5-CB11A89396B2}"/>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1F5CB702-9107-A268-27CD-88CD45522D77}"/>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EC4AC445-4F5B-D85E-BACA-1E0EB09DD6DB}"/>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4D6819F7-62A5-A579-0FDD-16CB9B484C2B}"/>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8259B096-8E6C-9B79-BD12-57DDC709EB50}"/>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79F2978B-99E2-3AF4-F8A5-540564B2B2BC}"/>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827E36F8-D904-4AF9-9FF9-108A1DE741AC}"/>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B80D710D-AA86-95CE-4B7F-190172B9F227}"/>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05D2C638-534C-C752-92A1-02801DF1EEA2}"/>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B79B805E-C3D2-BCBB-E1F8-C0B6753251E4}"/>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B3CB3644-56C0-0E96-FFA5-D32D198D019C}"/>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1C00C77E-28D6-64D7-5F98-04440EAD693C}"/>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DCDFCD4B-36C7-62BB-FA39-0E72791DC1ED}"/>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0E9B71AC-F8CF-3C3A-CE34-0582FB2DC13B}"/>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45548B31-A33C-C792-242D-4793E8EE3FC9}"/>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E03AFD3F-C247-5B2F-982C-44A911EC9C72}"/>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0C42AD76-7680-2076-C041-6BB1A20B9449}"/>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AB171C54-B7B4-C607-B906-956DD503E62D}"/>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0759FC54-C06B-B479-713D-A856B68C6695}"/>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0B85094A-F317-E66B-4425-0BEBEB868468}"/>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E18E4D49-DAAD-A7E5-198A-1F61EA53FCC6}"/>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8B9E0E2D-B0CC-A68B-8DCE-C89A9D3F7D83}"/>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55B6A95A-265D-7E70-8A03-F4E785A4E442}"/>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F5B04BD2-5E43-08B9-1FA4-F4367F9892E7}"/>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42A961FC-2AF8-438D-6790-52D392667D41}"/>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FBCA99ED-2A64-E81D-54B4-7E4DEEDAA964}"/>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3F2C29E1-7182-F8C1-C108-02B0ACF435FE}"/>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287A4DE4-958F-1020-61F8-77822E1C648B}"/>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5EF01A9B-DFDA-E004-7D9F-002C77F48CC2}"/>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C7AAA5D1-B601-183A-AB74-FB2F61FC15C1}"/>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C9A573CF-9550-09BB-FF30-1EEB297EC8AF}"/>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6BE152C5-B691-7700-DA90-FB6A22508FBD}"/>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5166E400-49BB-2425-0B4D-1E4A89F38A63}"/>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E92E6950-3BE6-F500-0124-B209FA5A94B4}"/>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EE9D2F53-4033-FD98-F0A1-C45568637C51}"/>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8E938DB3-330D-0442-C7BA-49F87A7BFA99}"/>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A0B33555-2494-D668-8F32-DD57EC21D98D}"/>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F0FCDC81-E649-C4C3-1206-09BF00B0B41C}"/>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20483ED2-24EC-8B0C-8F6D-ED334AE302FC}"/>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89293841-E4EE-8F6D-C000-C952841336D4}"/>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24B2CA9B-8F81-ED0F-06B8-3C4B341B7CF8}"/>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7905C12A-3A31-8E2A-B63C-20F12F7E061A}"/>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69241C3E-E49C-C638-4EB1-F0E787AC8277}"/>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FD768AB4-8C12-0A48-EADD-7152CA2AB69A}"/>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CF82A543-67B7-1266-BA0F-BDB0CA53A061}"/>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F89717FC-2B49-5990-2237-7DDABCD76F85}"/>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D8408132-3648-C764-C03C-121C729D3879}"/>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3E9E3A90-294D-3FFD-5B2D-4E143C5F3664}"/>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51CBFF32-C41B-37C1-F16D-55AEA439A34D}"/>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32CC1D32-F25B-5424-8CCD-E0BF80193EC0}"/>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023731A6-8FE6-1EA9-4A9A-5B72952DB884}"/>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8760A5FE-A089-4E2E-2D82-3D3BFC29E130}"/>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12F705C9-F1E4-37D2-5235-5CAAC2A48FA7}"/>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8A832D7B-5813-0285-DE5A-1EF113BFA4A5}"/>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9AA70DF9-4E7D-18E9-6A9C-6CB108E1B1E4}"/>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0B59F87B-4751-6707-1D92-2CAE377816B4}"/>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ED378AD8-89A6-88B6-1055-F6C454BA70B8}"/>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3944AF2B-50CF-C473-3E2A-41216C82E620}"/>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0C3CA66A-59BF-1F72-2764-1C93CA14C2E0}"/>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3055CCAB-A575-DC6B-674E-587838697391}"/>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4E7BBC27-08F7-F2D2-1181-A302183EBEAC}"/>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D65403DB-FA03-B01A-0FD2-53C44A3AB47F}"/>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42631671-5758-E6E6-4ED4-7030CDD46C8B}"/>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C2204E13-966D-9FF8-3F79-7BE60224F485}"/>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05A9C97A-0BFA-D150-46CE-0C9FD8A84FF9}"/>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908C89A5-98D0-CBA5-C0E9-B38347C5D586}"/>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82633FDB-8995-377C-D1BD-756F76568069}"/>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061F168B-ECFF-7314-12FF-94E311D82773}"/>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793D9546-6969-FADB-8AAA-1B3786AF4908}"/>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5F411DFC-1AF9-CF9D-267B-D2B95942BCC0}"/>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F32C6968-AAF3-DB37-92DA-0392C354E376}"/>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5F519086-F91A-0BEE-051F-1BC4A35613F5}"/>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D9B3D23B-ECF6-CAA0-EBF2-100FB9534B21}"/>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D1D11C8D-65D8-9C42-0BCE-E31102A9E2A5}"/>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5F5090CE-6C36-102A-7105-DB47A12EAF51}"/>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97CA90D2-525F-224F-648F-5498B93E869F}"/>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E1587856-A53B-AC96-4BD4-56EA1CA079F8}"/>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75514700-8E15-2C8E-57F9-200BC4765C06}"/>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C61A9148-C97E-FB9E-2B6D-E8A7010E62B4}"/>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C7F329E6-E5FE-4301-DC27-F094D705C962}"/>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268C3AAC-D0D3-7013-7D19-D45C85827FC8}"/>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AAE111B6-5426-804E-041A-D58C6DC88A60}"/>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B0525E9C-54A3-DFDA-A36C-9F612FD93B3D}"/>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11206B60-6E86-7516-6C50-46B26698C149}"/>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8BE53052-9796-B9A6-F89A-F2669AB45F48}"/>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D66895E2-B143-0404-13B6-013093399244}"/>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F05B5C3D-B61E-1EAB-C00D-B7182456331A}"/>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90E394B3-AB8D-AD94-323F-F317B381E523}"/>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2E6CD9D0-3242-F913-25F5-3FFE2CDC2EDC}"/>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82D37642-F22F-45B5-64B6-FDA0FF9915A1}"/>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410559C2-DC32-600F-DFC5-7839DB98CC01}"/>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CE61E1A2-7A81-D196-9B5E-611898396B51}"/>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B2BDD826-AC50-4161-8E73-58FB32A71D33}"/>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3F53CB04-52FA-E902-0ECA-A2CBD5CDF67C}"/>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4180E26B-E8D3-77FF-73B3-3DB9F0E8687D}"/>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AEC6B2F2-8265-56B6-F1BB-DAA5FB8CD5B0}"/>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96D958FD-5E5E-3C23-A4F9-727AC8A8CFD1}"/>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4430EC98-9A1D-D85A-1A72-7343BE82177D}"/>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13E124CA-3FDC-4C4A-60C0-9BB7D809E00C}"/>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1B56FE1A-3899-327C-A889-D79DF4E1F150}"/>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39A64AEC-AEAB-A72A-ABB7-76743F3481E4}"/>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9DFB7BEA-E14A-365A-A045-9AFF7D6D6E8E}"/>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392B4DB3-CB02-5399-721C-5B85BAB75BA8}"/>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E93CCAE7-6676-EF78-8B3D-A18946635074}"/>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5A2FD577-2159-1B87-9EF6-D0D32A1A36F1}"/>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22D21F95-B49E-6A83-3E0F-94A4E3ADDDB8}"/>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0137BDB5-C3EB-CA92-B372-55CCB8B335F4}"/>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F9F4C742-8DC5-0C63-3AE1-0057F0BCF006}"/>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CFD00203-10E4-BFB4-D79D-593A20B7BB85}"/>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C0A3321A-FFB0-D8A1-DB6F-9A5D10333577}"/>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98CB6FCA-4E79-42DA-AB5D-7A18AC23938C}"/>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7B6A55E3-EA51-8A28-0A6E-417DB60C1600}"/>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D6F30203-A923-443A-0142-2B46841075CA}"/>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53399378-F0D2-450E-C2A7-ECDECC70EA04}"/>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C2D34623-017C-AD58-01C3-631A86ABAEDC}"/>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D29F3AA6-E347-87E6-331D-D974E2B98F2D}"/>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6F2CAE4B-0605-2169-E4F9-D2F77C6AA558}"/>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082AC7A8-F9D1-8109-CAEE-EA06ED82FF16}"/>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BEC1B37E-7B7F-BC6E-5EE0-6BB736627032}"/>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DD1D6204-EE21-DF41-ED7B-786D2D775DD7}"/>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8546E990-55F6-CDEB-20D4-233991246BEF}"/>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B94DC7F4-EE32-1707-474F-967AD2FBFFB2}"/>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954B1BD6-BA93-5FEE-A856-5F5D2231D1D9}"/>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EFCB0143-0167-C7B2-1E32-3082FBE3B96B}"/>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DCAAE7BF-B330-6B5D-56CE-FE8DE5A34BD6}"/>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B1D43817-8833-A6DE-E8DA-3E07330DDF6B}"/>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83216404-40FE-7917-C044-27DCCE4070C6}"/>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36B6FADC-71C9-81B5-6E3B-F753BD790780}"/>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8B9B6B39-2DCF-C8E2-0BCE-094088B362B3}"/>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C4618326-539D-5E4A-5C4A-76851F401F7B}"/>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4D86E279-CE3F-56E6-C8BA-0819F054BC4C}"/>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BF19736E-61A7-9118-C211-97542A2767F7}"/>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F7964FE6-4C82-6A50-0C42-04037403CECE}"/>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616687CB-6444-5472-EAE6-B25B9EB8500B}"/>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9F3E49DF-68C3-1477-D3A2-4071888CEC33}"/>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A89B0D1C-93F9-771A-09FA-0D214CB1E93F}"/>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6509A088-CB67-B27E-B132-307BA39C9023}"/>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C6D09CA6-7F9E-41EF-64A9-A89E41A61C68}"/>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172B6872-7B0F-2728-7B12-44138AC362AF}"/>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827FE098-4802-D4F5-552F-27B7155E4E1B}"/>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0F53FFDA-3250-81F9-8B93-456241A5B317}"/>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B5D07769-1FBB-3B16-1F25-7B5A391C6214}"/>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237803C3-E11C-69BD-EA02-718B254A64A8}"/>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B4BE810C-65AE-0DD7-CB20-E5034D8AE828}"/>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8FC03A95-07FF-70A3-528F-7CC19F8E626A}"/>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1118EF30-E189-AC70-59C6-320C7DB0404E}"/>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C7D9EDD0-D57A-215D-411D-C6704BF3CF61}"/>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6C092BCC-297A-773E-CE7D-1E5D914D18F1}"/>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1AF37394-78F5-FD45-07DE-6954B47E92CF}"/>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330CF7C4-B2A4-2B2F-4752-1B7E75006AC1}"/>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83F22762-790C-EEC3-A50E-FC0D102BB96F}"/>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ABF8C11D-F2FE-F65D-B994-8AF16F117F65}"/>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CCEC5D7D-872F-9833-2FC0-DA54759FC3AF}"/>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E65E2198-4F64-88D2-D047-1137DA9E71AA}"/>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E18E2141-A58D-3746-A86F-8EADF04C019D}"/>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6CD0DE0B-0A60-197B-B524-20D5307DB7E1}"/>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03531B5C-162D-B029-D0AC-266DDDDF88CA}"/>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92406496-3B60-FBA1-0806-6419E29779D0}"/>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BD98796A-A16F-D322-31AE-382C7D6B0037}"/>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CB58A27A-FD42-DC4B-F89E-69894941C87B}"/>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39404469-6E09-99D5-9D08-5E2BAD9E9B93}"/>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F1EC3B40-8D1E-8089-AEBF-C6EA6FE7BAEF}"/>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5BF95212-F619-2741-764F-1798494C72E2}"/>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FBF99208-56AF-0EB3-2E16-A4DB4EE47613}"/>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AFEF5434-8EC5-2DCA-4666-F03382EEF2D2}"/>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8A0007DA-83F9-0A18-D4F1-B1BF41727695}"/>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F7C3FFA6-FC8C-E4BC-5183-0E6558C7C31C}"/>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8DD3A970-5DB1-1D4B-75FD-AF0CBE5C2C0E}"/>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378762B7-C0BF-5A73-5B41-2C57085853D1}"/>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19152806-44A1-D124-E1EF-B94B810AE65D}"/>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581F5A39-8FCE-CEE2-7075-2CE0454294A6}"/>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EF617C5D-51E2-2B43-59C6-E5DAE26712CA}"/>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ECFCD6F8-ADB5-7148-2EAD-23778A750C8C}"/>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6E9D5B53-08E0-736B-8496-73C40944DEE6}"/>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3F53A22F-F7D1-3AB8-3726-E6E7561DC2DE}"/>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FE4806A0-BA03-F2AB-104F-14F52DD0E203}"/>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F062F6AC-7C15-6450-F601-DFFAB2CE4D65}"/>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94FA14B1-1144-037C-7B7D-1AD5B1836DC5}"/>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42C8F044-EB6C-E871-4F17-BED82F0244CB}"/>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FDDDFFE7-BDD1-61F9-DB85-FAA0688438AC}"/>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F4DFA814-C78B-86C3-AFA7-6BE36FBA3FBC}"/>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2FA3D52A-ECCA-BD17-49EE-56DEB9B1149F}"/>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CFEC8BE1-231A-CA06-069D-4B05BBD5FE73}"/>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2A74D6C8-5DE1-F76F-283F-6A4434A1ECBB}"/>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FF4A339B-1491-47EA-FC4A-4A67C1964939}"/>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171F1026-DE58-4D5F-F75B-609C55F0F382}"/>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C1C9ABA6-0402-DCBD-E6F0-FFCB3BBBC042}"/>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D7C30B23-E062-55EF-1B39-F22F064AFA81}"/>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4C7A5287-B4F4-5338-4865-6309D3D9CAC5}"/>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56F0F9B1-8522-2C5B-C40D-B428E71D83F5}"/>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7859E1C9-3D2E-DDCF-AE67-F12A0E25964A}"/>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4B11B6D6-EDB2-48DB-EB19-73A326045E32}"/>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8E9946BF-43A4-E5F2-45D9-71071384ED56}"/>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E10092A8-B12E-ED40-1A07-3420A6ADEA12}"/>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B5799E0D-7169-85EC-B3C0-52EF8B0673F9}"/>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2EFC479D-7A0F-DBCB-CE46-CEC7CC706D19}"/>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BE904731-ADE2-B363-2537-4AA3F1F9AB6E}"/>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B6037222-FF15-6FF1-E81F-8B4E3C09502F}"/>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2BCAEE4C-E0F6-B0EB-D152-E37B806CBC96}"/>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8677A542-BA61-8794-0829-0FA65A12454C}"/>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D105F89F-9CD6-0963-818E-884A41E91916}"/>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7A126A14-1617-530C-858D-CB1C47F440E6}"/>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FF9DC53C-85E6-79ED-4894-07E0EE514611}"/>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44A19172-4E6E-1E67-53CF-4C2BD27544C3}"/>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8B8B2767-3B3E-4342-4C28-8CA01B2A6D62}"/>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46A1C9F1-7B5F-1460-677A-6C63F7F8B054}"/>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B207E013-D375-4312-7644-72B627D4A215}"/>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19CDF46C-66B8-EEE5-BAFD-7E212293C1CF}"/>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A24EAC4D-F620-2280-D0F7-C6425E589FC5}"/>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195E19DA-968B-4896-778F-E34F5BFB891C}"/>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AF3D596B-2781-D14F-189B-A58929EF1E05}"/>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68807DD8-7CC0-8511-96D4-998FFCAD16E0}"/>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52D0323B-04BF-58C8-47F2-2B7859E0F55E}"/>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685D9A0E-5938-8AE0-FA51-A218B8D4F7F8}"/>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98611EE0-BE5B-D7A6-B013-C794E8E67980}"/>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D50A9135-9ECC-DBED-920F-56313089795B}"/>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DB844EAD-71F5-1DB1-4160-369B22EF40AB}"/>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92EBF9EB-D2C9-2778-1BE5-F494DE4E829E}"/>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DBDF4CD8-3A5E-4955-7041-C5BF7D758181}"/>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0E1440F8-8E16-C362-3964-2FFE1CE51C1C}"/>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F1513D92-431A-7DEE-D4BD-6359287B2A2A}"/>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81E32787-A202-EF6D-EC7A-5DFAA5D21CCC}"/>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BD8A93E5-2689-8FA6-3011-636D545DC049}"/>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CD58AD24-5E40-7AF0-F1CB-43F5186C7E51}"/>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981AE205-0744-4BF2-A47D-94F4ABDC155E}"/>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53DAB390-6AE5-B5A0-330E-528B2E36E148}"/>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976B01FF-3BA4-5CAC-93CA-5EBD2B73260B}"/>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FCF23B2E-9EE2-1385-8F19-BFC8E2B8F1B5}"/>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63C41E83-EA54-8A57-E092-239BDA854842}"/>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960DDCA5-06DD-2626-FF18-480DE9B2CA9F}"/>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20972237-A2F2-2CB7-3A96-9237366D8869}"/>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0AA4AF47-CB76-3385-F094-A3FACF22EF1C}"/>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8F901C57-8C58-FE5D-74A2-8D1A651A9B25}"/>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F4DECC28-D822-A28D-EE12-6A16DAC442B8}"/>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C2612B98-2763-25AB-84E0-14AAAA8D2D91}"/>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BC3223C5-2C37-925E-0B29-8EBC3BA8EEE5}"/>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5305AFB9-FF50-8E0F-CB9A-3525FC5FF97A}"/>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A8D8507B-8BC5-A26E-C0E3-23CDBC8022A9}"/>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16F8029A-3763-3774-7F5D-693DCB24C278}"/>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D4018CA0-0877-A54A-1275-980A955C2A94}"/>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81EBFC43-6AE6-F63E-EA66-9BBF2A3C88FB}"/>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8EA868AD-7390-7769-93BD-B3D449B4DA2E}"/>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546CD07D-460D-CD31-25C1-C275647DA470}"/>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C8A4B225-941B-A321-CD62-F39217419008}"/>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4B527933-337F-9286-96C1-711B5823B265}"/>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7E277309-1072-8AC8-E39F-9013C01D36EC}"/>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D4B4EA0E-A7CD-FA2B-8B5E-AD634DB1D835}"/>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B89379B9-4743-3D15-1875-6136C907C6EB}"/>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A98894E9-A830-9A33-1B5A-CFC34BCFDE2E}"/>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8A03B1D9-08F7-1B50-F40C-06A683A82C2C}"/>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22AD8309-6FC7-B999-E9AF-43C9611AB54C}"/>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56759995-9C97-3AB9-B04B-C3EFAFAA097E}"/>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56BF91B8-F4F8-B113-2958-EDC3A359DF53}"/>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64D032E6-11F1-F426-1F16-0E2DCDDE9416}"/>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2FD8909A-AE64-B033-1C3A-97C615085269}"/>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EA2F9D35-0186-E46A-DE9E-4BB428F74650}"/>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2F618B52-2C84-F09A-53FB-A56D376BD467}"/>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A181D024-94B8-B273-EE67-19DE7207FE8B}"/>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EDD68BF2-95DA-132F-25AA-D8F89F585D77}"/>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A791F477-302F-9993-2236-D97A7512E278}"/>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BDC63A9B-A411-7CFC-C8DE-BC191137E4AD}"/>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A86A1553-6D73-EEDC-E433-59CD76E9672F}"/>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67C9DA06-88B2-528C-8CC3-C4BDFE370CD7}"/>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05A3ACA2-7644-2836-40D8-69B57BB9AEF9}"/>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44F78339-1F43-72E6-152A-C1669C291FDC}"/>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36EF70A2-178B-FB1A-63F8-FEC5217F863E}"/>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A179252A-63FE-E5E1-B9F8-2C02EB8B84DD}"/>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54FFC009-7777-9262-2C74-4FC1B629BEFC}"/>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6F9CBFA0-1EB8-89E9-3F3C-BC69D15CA505}"/>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DA59E8E7-3E4E-D0F3-8D6F-FE9529235347}"/>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F663264A-DD38-D351-B016-740CD4258B2F}"/>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A81CB633-85C4-3A02-40AC-D96FB720EE79}"/>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91DDF246-220B-9895-E451-863B863F7BEF}"/>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A244E079-09ED-47D8-92F0-857EC9940C5B}"/>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6468F0AB-23E1-7CED-A426-9EA115EBBDB1}"/>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1589A57E-E2BA-2321-C97C-336C94581050}"/>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944EB1D3-7BBA-58B7-C603-CAE9C8A27F3B}"/>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112A2DCC-E45A-FA80-865B-79DCC45E59DA}"/>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2EA807D8-4953-F429-9AD6-3CC3DC01392C}"/>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7C1B05DB-9DC0-4100-C47F-F795D28CB163}"/>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BDAABE3C-15A9-3ED7-9A03-54CC62CE1B9C}"/>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C382FE8C-0E75-2B20-4EB9-B60A17EAA327}"/>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B93B74F7-8A35-E467-1E92-BC46C8C1D705}"/>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F02D9AD6-DA99-AFCE-D14E-6BAE862EBDA3}"/>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26DA98C1-062A-8F33-4E19-F594E8A1A68D}"/>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848BE2B9-B100-2B6A-9191-C5FFE2F8DB6A}"/>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0BB384B3-3F2F-1FDF-E9AD-700872562E85}"/>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BD837DAE-DDE0-4988-4854-A1D5C195F810}"/>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5AC41B21-AB52-D95E-FF2B-33CEFC2527A2}"/>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2A63BC4B-BC2A-BC94-EADE-240F133AE5DC}"/>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34964444-70B5-52B9-A3E4-27C7F8504F18}"/>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F4E3E080-9BF7-6E8E-514D-0329170F1CDE}"/>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CD3D89A6-6223-2DF3-92E9-2DB2134C8923}"/>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E5F62BC6-FEEB-6903-976D-3BE0C71B253C}"/>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B8A0844B-9692-D9A2-4EAF-07F0F364B61E}"/>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46146374-9BD6-BEE5-C9E4-E301560365E6}"/>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81A36A9B-CA56-F629-F048-74E827A96347}"/>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C48B68E7-6455-584F-8433-138D65EDDCFD}"/>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B619DB1D-FA7D-8C86-2CBB-91213AB09806}"/>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89670597-98AC-0211-95F9-0040CB765CA6}"/>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6EBF7E05-533D-C899-45C2-DD0DDD982820}"/>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8F3FFAF4-83EC-9D32-2B6F-212441609A08}"/>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E52827BB-0336-68D9-070A-B0767DABFBCE}"/>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F14434F5-857D-71DA-115B-8CB22BC103F3}"/>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D0BC8E2F-1CC5-E18D-8668-C389B60E7ED9}"/>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D84D39AF-6DC7-DF10-C283-CCF1E658C466}"/>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5DED69B0-1D8C-4F3F-B5E8-7E16C399B734}"/>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8D0453FF-E961-C4BD-C4EC-1DCA83398DD6}"/>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15CA1243-42A7-3EAE-C68B-C273F13BA6DE}"/>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8F77B9F0-3224-03D1-5E73-7687D4310F69}"/>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422C6CF4-B914-C0AB-90BC-D32402CBE429}"/>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558C155D-A227-7F49-BAE6-982639719E81}"/>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A8148A2E-AEB8-3513-54DB-06CA40620508}"/>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5ADAE1F9-1833-C789-5CC0-CBEDDBD4C30E}"/>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7499EE89-5E50-1F39-924E-8384C1C8D602}"/>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6B4C83D7-2AF6-576B-0629-6F2E50C9F128}"/>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0CA91210-99F7-F89D-2478-4A8040B17C09}"/>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2DADF45A-FF57-3EBB-BB8B-64C18CD0BD97}"/>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55C70B9A-00D5-4C7F-F728-489AE4D2F514}"/>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E6613A19-1CE4-8A42-BED3-E07A71B93EC8}"/>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C9097B5E-A9C7-B241-7EF2-6C84957A7A85}"/>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82B597FC-907E-EA60-2D13-444D508A5062}"/>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EDCE8CCF-BF6C-3136-F6C2-D7D3074FD05E}"/>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CAE2B495-AE15-A629-7C7B-8A8798C3917C}"/>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5C7E1D14-CE8A-E7DB-ABE0-69C8C18C8AC8}"/>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3C07FA88-AC81-77B8-D227-64993D769117}"/>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24FD54F1-C0AD-281A-ED90-548876B6EABB}"/>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8FEBB54E-1B9B-D07D-55EA-3D5494773184}"/>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7B857540-5915-BA69-9324-31CF84C53FBD}"/>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146BA861-BEDA-625A-71D6-B68C2F890248}"/>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A1965EF2-4328-D7C9-CD43-4147A4554627}"/>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2FB8F465-E2DD-7E8A-DCDF-C808818A3BD1}"/>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ED2F4B74-CFB2-579A-7098-AC7C00EC09FA}"/>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1CF1035E-A22B-5D3E-7EAD-D2B7EB061D9A}"/>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4FC39D1A-71C9-453C-DF67-067D20B0D5C8}"/>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61CDD9EA-1462-5BBE-5AD8-9AB6FD522E23}"/>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51A65D10-D853-A637-2D48-C030426C3FC0}"/>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0CA0F4E9-B26F-12EB-A213-E6B75F864CA9}"/>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8752CBCE-4199-0606-58F9-C44AA29D53B8}"/>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0033E313-1173-F904-B0F2-258BC9FC8EDD}"/>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A7E35B5D-EC15-4B14-63E4-E587CCBAFF41}"/>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3825D531-9B1D-0215-ED48-35D410484641}"/>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476651D4-BC71-C762-7D5A-A667DB6E9598}"/>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E1A9DE96-0620-E820-7243-1FDB873524BD}"/>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3722DC5F-78B7-BF49-0B73-45C0E295F646}"/>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D94CD0C9-46E2-2C76-46B3-B366FF2C9424}"/>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A8B2078D-2743-1029-16DD-0017EC7CBE25}"/>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2CBB757C-53AF-9B19-9B7F-657EF173B78B}"/>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8F582B5F-0D16-254B-97D0-8BBB8861949C}"/>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02CBDDE5-FB6F-E2D0-CBE3-C6D3413DE80C}"/>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7568D37B-BE65-AA78-FCA6-7AC994F26DF5}"/>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B918ED05-3F21-6862-018F-1262CC1DE220}"/>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F040BD76-E741-24A1-393E-146DFE5235AC}"/>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9E35D780-CB72-159A-0C5D-39DD51AE0D5E}"/>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15E1A383-78C5-15D4-8125-DD7F078BF656}"/>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6BEB470B-5009-34BA-530C-E1FFC81203E1}"/>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7FC5689C-CA79-FDF6-5386-218A70FB2E8B}"/>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A97D8C1A-FD33-DD92-FCA8-BC018E3FF222}"/>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B0D7E9B7-903C-A0B7-C48A-73202B921320}"/>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F256A9B3-26BF-7CF6-D793-D47D7A65DE5D}"/>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9A1F7432-549E-4481-3DCB-8023733E52AD}"/>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294081B9-5E63-D361-87FE-FFACFF3655F6}"/>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03622069-BFDD-6E20-0B20-FCE9D07990B2}"/>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CF749AAE-3F56-594A-19B5-B8AF948805B7}"/>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10C4BDC4-359D-962A-1DBF-92A4A1D40557}"/>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CD84A1C5-DCB7-581A-A760-716414DED932}"/>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623855B9-15C2-56B1-2B4E-4947B035BEE3}"/>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39884F19-4D64-634B-8438-2B22398BCF87}"/>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6CDB201D-67E5-8557-ECF6-0E9DCF813D31}"/>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B31D1044-F742-450E-5105-E1A33B8BDFD7}"/>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FF56C156-41B3-ACD4-3812-740ECB3ED0C6}"/>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1322BB4B-0964-3C6C-C1C6-BB80C41BF7FD}"/>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0F73ECE4-F8CC-4DF1-A86C-A1FDA44AA75D}"/>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CD08617E-0967-42DE-ACD1-3BFCA001774C}"/>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9FC9932B-1542-9DA5-C9E5-E252FBDF71DC}"/>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9561F8C6-257F-9C91-B001-8336CAD4A34C}"/>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36FBF5A5-3C9F-335C-0E6B-4715B53AEE1F}"/>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1A68AF8C-4CA1-91D0-B85B-02563C16A8DB}"/>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085219E9-CF83-770A-BC54-E3D38D1B036E}"/>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AE4421E4-0B70-5C7E-F955-FC566163D5E3}"/>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C393765B-D5E7-0E77-884B-F9994BB43056}"/>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10BDF411-FFB0-5DD4-6A22-CC3EB6A99BA5}"/>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A66FF1C7-05C0-9A14-6213-1DC29768DD1E}"/>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21550EC2-D632-E1E5-6526-CBA16D22C518}"/>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F0295C7E-14F7-A57B-A68A-AC29B1DE3F35}"/>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F3F6AEFC-EBEE-5FF0-FFDB-3AA9633831C5}"/>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CAEC3366-9253-6F57-6ABB-C8B95B579211}"/>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0E346925-B618-5E10-F6F8-82ADD0912EE4}"/>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8B0D2571-C64B-7ADC-317B-6740F6CE3425}"/>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38636302-EAAD-1F1D-721C-8D962E1066E4}"/>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D4BCB89A-216B-095B-1EDD-257958ACA0D0}"/>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1DC4FFC3-B7E2-BCA7-DB6F-9326FDD302D7}"/>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40D1E144-7145-7412-94D0-AE337B0E3D31}"/>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41C74D53-91BC-C51B-D379-433E2CBD86EC}"/>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52B90968-E676-90F0-12C7-EBCE70BBF27D}"/>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BBAD91AD-368F-CC04-2A0D-4CE466D6ED9B}"/>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29DD2AD4-5D08-9178-8B81-8DF77A14E987}"/>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1604B7E2-4F02-D7B9-6D3E-D6CAAF37F1E2}"/>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1DC91D7C-C2D8-BA19-3177-D1D2FE6E17AF}"/>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6CC96187-73BE-C4C1-F405-B810E5E13805}"/>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BAB6BAB6-D721-9AF1-3BC1-7B75298A8130}"/>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2DEF0FB1-2B80-044F-CD34-00DA3932ECCD}"/>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E4B4DD67-CD1E-89BF-F863-453CBD49541A}"/>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1C674AE9-79A5-9AAC-48DC-DD8D7EC89B6E}"/>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1132B350-A887-4811-08CE-609DCB0DD1AF}"/>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DDD02320-97A4-9C65-13A4-3EA9CCD09E50}"/>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98B7B152-6493-2115-F128-60B3C4C2ACAC}"/>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C8FA0C1A-D81A-E66E-F43D-2F791F8C510B}"/>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0D102C36-2692-B13F-27C6-3A0A969B7507}"/>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EA1F8265-57C1-ADAF-F619-551A7C7F1684}"/>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8886E0CC-0EFC-A606-6C78-29E228CC89F0}"/>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A6563CB8-4508-EEBB-11DB-252D405BC324}"/>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DEBB747F-B0BD-746D-C31D-1F1C18E4E974}"/>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D6FDB37C-D9A8-4ED6-170F-377629B3483B}"/>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76589DBB-895D-016A-44CE-3144D9F5A033}"/>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DCE8F4A1-A252-78CA-9CA8-9D4A093D78D6}"/>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FB087586-BBA7-093C-64C6-9CC236F9C687}"/>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22764957-F5E6-8902-9885-04B973E4B4FC}"/>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EEBAA563-59BE-ECAB-46B5-2B3690877172}"/>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DBEEB790-3C64-D760-8173-7C5F5347C25C}"/>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A53C6ED7-FD89-6D05-2117-C113C9324851}"/>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8D067812-1CFE-651F-B2EB-6D3B5847FB83}"/>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785696C1-5675-1B38-ECC8-72417EC1B57F}"/>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CF520DA9-BD3D-B1DB-3A97-D2F453413F16}"/>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8C56B8DB-3673-C012-ABD5-48F213B04031}"/>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955F677D-10D6-937E-5F7E-E93D88102982}"/>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D4C3EDBF-5FFE-359D-4614-E4702C5C28B6}"/>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BB18A64C-5CF9-E49A-682C-8E0261217D5D}"/>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26B23FD7-03F3-F856-8822-B1A6F7D84873}"/>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37020CA3-11C5-5F75-2503-2AA924254403}"/>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CF5A01AD-F940-C894-D92F-FF2F60122FAF}"/>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B72C9A33-09BE-06BE-8981-BDDBDD6B4694}"/>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EDF78DC4-8952-1FDC-DADD-A7DB77819F46}"/>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8D751661-D368-16F6-9C4F-CE45A32E6B1E}"/>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6282FDF7-7DC4-CCB1-E234-55C1DC16F6CE}"/>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214FCC2D-0595-91F8-01AC-3D3E44520B83}"/>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44BA50F0-5BED-27F6-20A1-D47D21AFB3D9}"/>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850DA880-CDED-0698-5F91-0F81833F1839}"/>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903C3A96-D04E-4374-62D3-A4E1D101FBB2}"/>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D6FCEB2C-FDB7-39BC-56BE-E89C6B7C207F}"/>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BFD8D88C-B3C9-923B-18C0-177074DB7EF8}"/>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0EB1B8F9-D921-9CA2-C261-F6B7D19BFE9F}"/>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ED8146BC-55C3-20ED-551D-2245F6032856}"/>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65AE7928-4F4F-AA63-452A-13E8C55D184E}"/>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3A199FF7-EEF3-4188-FBAC-84B62C4C1981}"/>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BFC5B273-06F5-97D8-D6EB-1E221BF01A31}"/>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800889CC-BEC8-75EB-DBA7-32D97B289E19}"/>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AD3A3CBA-1034-6148-BB42-D4D164AC65FD}"/>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F04EDE11-10C2-C26B-9615-178FAAD2EF08}"/>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27C5F6DA-45BA-4F31-36F2-ABC503D1CA3E}"/>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8FF7D1C0-35AD-4972-0946-2A4B70E9C713}"/>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AE37BFCA-8F4F-ADCB-29B4-7AF36F3A3926}"/>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55AFB437-F397-02E3-3FE1-6AFA0E8B1B41}"/>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5795C3DC-D4AD-78AA-39CA-547474D78EFA}"/>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56373671-35F1-4114-D6D8-DC36201E590E}"/>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4A7CF73B-3796-3C7B-B190-BAE58C14FA5A}"/>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3EEE9AEF-EFC4-7554-4E18-0C3118517DC7}"/>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DD39ABFE-9AF9-96E1-9FE6-236859535ACD}"/>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DF24D56D-F3B1-F3C1-3123-DC6C5F1D54D6}"/>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BAEC716B-EBD3-0153-5E7F-B0A28ED0C3C8}"/>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8E3DD9B1-65B8-1931-76C8-55C91D1A7968}"/>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76195E04-93E8-1771-A2CE-01EFDB05E641}"/>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15728A20-4C11-98A5-A9C0-2D63E978F318}"/>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E9FCA95B-6AAC-60F5-129D-AC5E7FFFFF90}"/>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A582C773-E8C1-1A47-7FE7-2CDA45D683CA}"/>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3BE9EEAE-B30C-DD7D-358A-D511B3F0C636}"/>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5E344674-79E2-6DBF-6EA8-FC3AD3C07B9C}"/>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2B565973-754D-098E-056D-E3EAC9A63A82}"/>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4C09150D-4683-BAC1-D7E3-6FC2295E775A}"/>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68CF77AA-0B1B-33AC-E787-2460B403F141}"/>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70629493-345E-960A-AAD0-4F8A638B5E3F}"/>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C3FB1A9E-57D0-20B4-1F74-3DCC0BB86F53}"/>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D20094D0-D754-84FE-DC34-DDB96FCCB8CD}"/>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8F00EDD5-2BA7-56F2-5250-E4EBD77E0610}"/>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A15CFAC1-8A81-10DC-DD0E-048327FA7E58}"/>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3F458BDA-2EF2-E2A9-B5B4-CB15FFDDAADF}"/>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667AE756-7CFB-37ED-74AC-9AAB8FE7C0D5}"/>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39C3CD9B-ADE9-4D15-14D4-B596B6D773CE}"/>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B5298538-08A1-A96B-C824-680CEA87C95D}"/>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752127B7-E5CA-9444-7B32-EE1EA2E5E52F}"/>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6B477079-37D8-B2A9-F7DB-56A00230E487}"/>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5B30A99F-50FE-59ED-B04A-382A870A8081}"/>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6A884F74-3C44-199C-CF7B-B10B8D6E8399}"/>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794FB75C-7EA8-0D5D-DEAB-494A6C5E57C1}"/>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ABDB9352-A8E0-204E-9E76-F3FEE987B58C}"/>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C1A5FAAD-E64E-66CB-1AB3-75477BD7A3DD}"/>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8A39F621-1A64-5FBF-B685-04EF43C50CC5}"/>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089F43E3-EC86-682F-90F8-D16919302B39}"/>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B1BFD270-4577-5CC5-3CA0-B08BA4F45A04}"/>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80DCA9FA-DF37-592D-7FFE-491CDBA19BCB}"/>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9E675323-607D-C4E2-FF03-AAA32A37CC30}"/>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D2831FE8-EA88-384F-0F05-8C97A2AB8155}"/>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7D995BD2-910C-FE48-8876-B68C66C64AD8}"/>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7C3B3C51-371F-59B5-AA5A-38EF8A1A6B08}"/>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6501D89D-542C-5A0E-909B-66264C1712D8}"/>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608159E1-7D82-DB34-ECA0-380B59ED9016}"/>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E1DFB095-7BCB-4B1B-4512-02C12E83F8D4}"/>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CB76A727-792C-1AE1-EB0E-6C5242A80E1C}"/>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106DB03E-D007-9325-2AFC-FF3AEE934B18}"/>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A9015712-D7C1-4F1D-9844-6E842F5FB7DC}"/>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4ACD0FAC-48C1-187D-DF03-B008BE90D746}"/>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81EA20CA-E510-E4CF-E1CB-A9EE2D55B206}"/>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6469B62A-6EAB-8252-8FF5-3BF51E0E5824}"/>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81A4E9EF-5226-9CA3-52BF-23D89565DB98}"/>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196E431A-1316-B094-E75A-46F97F3AEFC0}"/>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5AACB4A9-C2AF-01DC-F571-A0E9CDF9BBC2}"/>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8C121DAA-95D7-9360-CBBF-75FEBCF08DBF}"/>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DD639033-011E-4700-C9B9-EF885FF165B5}"/>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2A45BDB5-C9E0-61BE-C5A9-773B3ACA3B98}"/>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04FEF4E0-2B5F-CA12-A849-985A45812B75}"/>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BDC112E9-1F8B-3C15-F935-ED888DBADB09}"/>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FE50F355-44AD-A818-C2C1-3D76C64A2391}"/>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BA78B3D5-CFE8-BF9D-F7CC-480DF8B3948C}"/>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76DE3A45-C452-FCDE-67D1-D441512D34A0}"/>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49CAB34C-BD50-D7A0-E696-BD77999A8E9F}"/>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68035C6E-DC65-B2B3-0E67-9CC68292D92A}"/>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A969CAE4-3984-D0AA-66A7-DB4E81A7E578}"/>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D954EC72-B9E5-8FCA-8AE3-0E0DCF12FD1B}"/>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9A680F27-F2AA-07FB-764B-572FF1DA03F9}"/>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95B3F642-AB46-5C88-FF3F-291E63A9FA83}"/>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321CA034-0867-14D6-4F13-69D33BD17782}"/>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4B000D35-F793-CF46-45C8-9E005E1BDC4E}"/>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D1BE55FA-9BBE-D120-454C-69DD651F2E94}"/>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69C4C412-5F39-E1B0-4D2E-EA267BCC722F}"/>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045D0DB6-7C9E-B770-BC60-E237C9D917A6}"/>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0AD51A63-E442-CE3D-47CD-E0CF632D9FAA}"/>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5A6E2CB1-262D-5469-39E5-59BE65D52293}"/>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5B323288-B772-C08B-ECDA-281E1CF03401}"/>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53E66C97-B65B-596C-C413-9D9222723A1D}"/>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C54BCEAC-08E4-2220-2FDC-64C04C37D7CE}"/>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A34624E1-3706-1D7A-AB28-9F0B2EA5AB38}"/>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4A3EF564-BD1E-9AEA-1368-DCC6BE94D91E}"/>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53CF3ED4-EC0F-CA28-0B75-FB9E7C00A9DE}"/>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BEF942EA-F13B-FF95-58AD-A4C7F564CE59}"/>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716C692A-E110-AEB6-58E3-A25998537EAE}"/>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A5CA7E19-CA08-4864-3A50-E15351BF2FD2}"/>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EB5C5E9A-A98D-6699-3FB3-F92A61557BED}"/>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CCAE190C-9EF6-5DC7-4C4D-68615DD116B0}"/>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B0ADE9FA-6DF0-98D2-FD8F-9AB4A211403E}"/>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26DA0FAE-E899-B9A6-CE64-D51627CA2833}"/>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81D861C6-0804-D76E-CA9B-9E3B8F0C02E7}"/>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EE163584-3358-356F-AC40-AD903A47A67F}"/>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37F6C1E1-DF80-A270-C78C-ABCC7222519F}"/>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CA845786-40CA-1761-1115-EACB57974F0B}"/>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2DC773E5-918B-8305-D95B-35BDECC45C8A}"/>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851EBE8B-02E4-D98D-1D75-561CA3210FF2}"/>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0275C951-4D40-93CE-9BA0-CFCF9E2959DF}"/>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355BF8A1-117C-77B7-0C65-E25D05653F94}"/>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BBF999E0-8160-237B-9B9C-001F164EB55D}"/>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C2AF4E59-B28C-B571-5EDA-C61C96F17303}"/>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8E932DAC-69AB-BAC0-FBAC-D1F8E59F8106}"/>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259CF4D7-1028-E2F7-6BC2-E0F732258CA5}"/>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70BEAAD1-9FC7-60D3-8593-FF208C8DDA79}"/>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9ED33D9D-1DFC-7731-6C87-13C49173E44C}"/>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BDE086E7-AE1B-5AD0-B0FE-F83858C7D496}"/>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A2401F65-4040-16DF-8BC4-46346C8DB57B}"/>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6322CEAB-A6F6-7F31-84EA-2F2EE12B2032}"/>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D3D0E9A1-82C5-5818-B7FA-1C139DF43420}"/>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CC412323-D956-B0C0-ED40-EF6871BE633A}"/>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F42579FF-AE25-22BF-3704-62428D21A77B}"/>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1E7C29BE-37F9-A865-57EC-DC5798ECF04B}"/>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8E95EDE5-4DDF-FD62-0C10-844672F4AA36}"/>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6C6C4957-DCEB-CB5D-8AE9-68FA04F7EDFB}"/>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0C806BE1-2677-1433-DD52-87C61C4B2993}"/>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DB651FFD-C18D-8359-240C-15D49D37D652}"/>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6D6783F7-BEF4-4AB5-6AE9-4F67CF6266ED}"/>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2EDCD661-2EE0-A80F-EE6C-F2D64E4B9CEB}"/>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4A155559-3E33-9A39-F337-8A8B1E48E8EB}"/>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0710DC8D-C60C-648C-E69B-ACE63230B9E2}"/>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7999A43B-BFDE-6AFE-D106-6A7B286622DB}"/>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53A33C85-63A2-ED56-7932-C47344E38ACA}"/>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D627F041-4A6E-E7AA-9121-B2BA31B1AFC8}"/>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170C1B41-63DB-D598-4336-7A759A6C3148}"/>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5AC92571-866A-27AC-9365-551164E00F8F}"/>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729CF4FC-E157-45D8-1BC1-82584E93D4F2}"/>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4B1DDA36-39CF-16D2-6C52-6AD12CBCEAD8}"/>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607AFFB1-3B03-F743-A795-BEE15851F360}"/>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C693C755-EAD5-AF4A-981C-192F4EBC7375}"/>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FE7D05B3-0A90-54C8-5BE1-904C18BDE0A2}"/>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4F8C0B0D-DEE1-AF24-1ADD-496F69CB17A6}"/>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359B4F9F-E0B1-72D9-7E15-58D48B022A65}"/>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7C546BB7-FE4E-1688-0106-8203C14D6C7E}"/>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9E46F551-A1F1-27FB-34A0-EAF234870C72}"/>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B51D0F73-D6AE-4AF3-4DE0-BE8021203C71}"/>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73C68E11-A94F-88F8-9F60-672CDE5364A7}"/>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DA856E8D-8CA4-23A8-B02C-D72E1529EDDC}"/>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5AE0D35B-72FC-9044-B091-7AE1D066CAE6}"/>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1BD727E4-B482-7F46-3AB7-6D2E33920143}"/>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C8E891E6-13F3-6C13-D54C-CEA28BAD86A1}"/>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78A69B11-6532-F560-924B-5216A48F5E49}"/>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5C771088-5226-FFE9-841B-998C14528691}"/>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9DD62DB8-B948-DBF4-9F25-085F1E3C2025}"/>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982E370C-6AD8-F9A3-9DB6-51CEBB520685}"/>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CE1847AA-B75E-4C3D-F0FB-C6A522AD0C7A}"/>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1318B444-CFE2-91E5-924F-16ACD0F44D3F}"/>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ED3A82C4-9742-E327-4CF7-9201B2C2FF1A}"/>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6A52993E-8E04-9C30-97C3-AFE2EF38CA77}"/>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40074EA5-4E1D-E29A-4E46-FF34A4E62D8A}"/>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9629C789-89CE-9C4C-D846-C05C94E76C37}"/>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79637378-5355-8B1E-28DB-2672C2CD7EDC}"/>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DD37D4D9-21A1-4A15-0EFE-2B45CE6B0B7C}"/>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E64B1342-310B-25FC-F99B-C76A760DB847}"/>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D0C5BB7D-A4C1-F632-0EBD-B7007CA98075}"/>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F4D80D76-88E6-CF0C-3963-53C7392B3276}"/>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3C4A6CB7-76BE-57F6-DD79-55B48BB6F45A}"/>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66A9D49B-EB61-5524-075C-1BEEA10924EA}"/>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B9F34BAD-DA9B-6A24-C183-39F41D343728}"/>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5B4DE940-17E0-189B-EFF1-159BD52954AE}"/>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F4AE1B40-B8DF-C446-C538-6B6683794A8C}"/>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AF6828D2-47FE-22A6-93AC-975E12912E17}"/>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5E64B12E-C4BA-502E-2EA5-6CE13A7C34E0}"/>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3145643F-3D50-2E94-0EFD-C8943D625E81}"/>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F2561470-9826-6C0F-2428-3A5A2626BBF9}"/>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868DB19B-7CE5-FC82-35C5-A9D75B6D7C16}"/>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EA0CF8DC-3882-9C77-1E89-354525F23A88}"/>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BB60FFB9-B8FD-50FD-DA9C-686C75BD4590}"/>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61D40DF5-6C98-3A54-2727-FF722F7C4176}"/>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DA83433A-EEA7-CA85-B256-AA5B86699063}"/>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7D938301-026D-C687-CDAC-361C2732698B}"/>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9E3CE7E8-8681-B82B-6CE4-17AFFF3752F5}"/>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88D99AB5-1106-E8A2-058A-C4F07D8CA7E9}"/>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6DDC668D-7E89-B538-D375-2A261D259917}"/>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DE80B183-5CEB-D076-FFC6-6CB6D2F8342B}"/>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300B7D84-E927-3DEF-A7AF-FEEC34E5F643}"/>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63897884-FBC0-6E29-0E9C-732D5143C26A}"/>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21180F9B-F39E-3E82-7F87-753CC7B0FC97}"/>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3B73B9E1-1D6B-FACB-92FB-21EF0F6DFF41}"/>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AAD8E2A1-F297-AD50-5196-566181A1FE9F}"/>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DE95BE9A-0D16-DB9F-53E7-6EAD54B65167}"/>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BB43B3C7-18C5-C3FE-17DD-DC08E5A0C9AD}"/>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B7562CC8-74A1-EC19-C99A-5CA89A0455F5}"/>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E9648985-F1C8-0EC1-66ED-30E39486469D}"/>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CE8E4CE6-1520-21BE-81A8-3C785F9B7FD1}"/>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67B7E1FA-EC2F-B092-90A0-8555AE5714C7}"/>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11333EEC-697F-4341-C522-7C8835E9C285}"/>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4B413EDA-7EAE-33DA-E045-5BECA8748B28}"/>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508EDE78-FDCA-3BE4-CBE8-9FE599E9FE1E}"/>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2EF2C89C-2655-5C40-C8D3-4D62442A5B8A}"/>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A45AA370-F5BA-B298-66AD-947D6200DCED}"/>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3A999DE5-56BC-11DD-4DB3-6CB032EF6ECD}"/>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AA041749-1D90-8ABE-E5E3-D9D8320322D3}"/>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74015D03-DEC2-91FC-B82F-75F099945A88}"/>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86EA2720-83D3-4F53-86A1-92964911E0BD}"/>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4EDE98C5-36C7-1458-3E71-D9FBD7B3EE4F}"/>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F58D0B42-272F-4D51-73BD-4B8E65D893F2}"/>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D73D1CC7-9139-5B14-43B4-B9512B10771F}"/>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64A3922F-7DFC-A82F-669C-B46735A8DB48}"/>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687B1720-26B8-DCB4-B790-0CF97AE5958D}"/>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EAD3C52C-2669-E64D-9CB9-B9D63DE62541}"/>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A51B0362-13E4-A7ED-3B4F-FF4BF9C0C240}"/>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DF078803-AD61-C8C4-CAAA-05E51E49EFDE}"/>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A49C443B-5F52-B849-03CD-1EDB1DEA2A39}"/>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D32EEB9F-348C-CA7B-3149-120044467234}"/>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05E397C6-674F-BA57-8747-D9B141717E25}"/>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B411F7A5-8EC2-E5A5-8507-93CF01C80734}"/>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DE3AB084-2B14-6C35-284E-2DB93886C4C3}"/>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0D3DD4E4-D579-4164-55B4-04DD97A0BC71}"/>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BCFD5DB0-BD29-B264-9189-D547170EEA49}"/>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8229A1F7-833A-11FA-D64D-E1C7642CEB2D}"/>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DDD8D8AC-5524-E105-959E-6A1B5927EB5D}"/>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5BB13D44-06D9-ADF5-235A-5CF0829947D2}"/>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348816FA-7A20-6C8C-23BB-09019F774A95}"/>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45BFE74D-7CB5-FD57-402E-6F5E4DF34F23}"/>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474B8B23-D3B8-AB4F-19B1-4C929E0E5D93}"/>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51A10066-C854-AE24-0AC1-1D269A4A47B2}"/>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149D8C5A-3645-C4D8-9F95-E2AFAA0726D4}"/>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03E22620-EB9F-E34E-9EA8-94DD6206D74F}"/>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02C43891-3B43-90BF-E4D7-17DB7CADA624}"/>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C7E192C0-328E-1D41-734E-6A638BDBD1B6}"/>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C80E1CB8-294D-24F2-1ADC-ED61A18FD553}"/>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20572BBF-BA8D-872C-107B-9D1634202C77}"/>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AC730CF9-073E-C362-7552-6AEC8A008E23}"/>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B8811677-A718-A0BC-D9B9-B4E3F051ED10}"/>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3E6F36B7-39CC-3148-E00A-95DC289CC9AA}"/>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D68F95A8-DE4A-8DD9-4136-A0F28CF3CEA6}"/>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33A749A2-3A32-A372-D0AA-2BB4B18D6DF3}"/>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C38EE4D0-496C-BBC8-5301-F4DA7B7B09C6}"/>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3480FBF9-05E2-9C5F-5E32-067F0329F8AB}"/>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47B7D30D-87AE-754E-C1D3-489344156FA1}"/>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299C8AE5-B7A8-C366-C015-AAD8AD4944FF}"/>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188839D8-32F5-E843-D40A-405FE70AA1ED}"/>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5F9CBB51-6D8B-554C-EDF3-D60BB5ED9011}"/>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B50ED44F-8F33-D371-59A5-D6BD094D3740}"/>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91F44085-6267-6884-A360-C1A292FE510F}"/>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D0B7FFEF-C88A-90DA-BA35-067B8AD8DC5B}"/>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D1A53B5D-06EB-BD44-54D8-22565394CA74}"/>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EEE85337-AA6F-4FA5-3B28-8A44C20358C3}"/>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63F80185-13C4-86C1-033D-0599C2E8900E}"/>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9CFE7E47-C2E8-6333-0853-A98CD0E260C8}"/>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5A102C82-393F-468E-DF4D-042B791CB2B4}"/>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78BE2DB6-6C89-BDE9-0319-90E41BCD9672}"/>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A0FBA894-13A5-CDAF-EBC7-56B01B2479E0}"/>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A3FA2FCE-214D-E9CC-6E71-C58A5D9DB288}"/>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AECC3AF5-3E83-0F60-EB84-1DADA8A9F540}"/>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1A4AE991-F9BE-D101-831C-17F641104377}"/>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82D5272F-7C15-4348-2A63-241972B7E06A}"/>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839245EF-B833-D696-222A-4D91E900E451}"/>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ABACF9F1-09B8-6302-1CD6-3952F6A326ED}"/>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647CC0E8-29D2-14DD-5C7C-33CE22F12F7B}"/>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A06BF8FD-E30A-D890-89F1-0CF0E1BA422D}"/>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017F81AD-B021-43CD-6D89-C59E4AB048A1}"/>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C6097788-332A-5686-EA02-2A7076C6D5D7}"/>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913D8A15-BB99-7EC4-FF08-862E4A370E9A}"/>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F00AD7B3-4B75-14CE-8D19-6677CD45B88D}"/>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9A483032-6A6A-EE1F-F14C-B134B7298B90}"/>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48A95324-41CC-3443-0D52-B30D5D348531}"/>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512CC242-93D9-0747-750C-7E1AF7BCC53B}"/>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F8AAC101-F5F0-0696-8941-72169C0E4968}"/>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44D85273-2F30-BA8E-7015-C398616A1521}"/>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771D3B58-F290-15DE-F58B-BB9A8825E562}"/>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0C84CCBF-3F04-C00E-F65E-E51B46BC3DFA}"/>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5756EB2C-A7EB-57CB-6E67-3317A11EFA94}"/>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C657EE33-D6B1-740E-F2D1-A998E4A1A3DE}"/>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651D259E-F85C-B129-620D-1535387C932C}"/>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C9D95832-2C23-2F9C-7C76-469FB8B72AA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B17C0332-AE43-BFBD-7037-2C04B5DF173B}"/>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61289662-8D79-3C20-D2A6-363B8239BF24}"/>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81F08866-562A-4C2A-BF9E-BB1BDAF71CFC}"/>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955B7655-D40D-DFE1-6F46-9D49ABDF5015}"/>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31E891FD-593E-3016-A5CF-4097EEAE9B65}"/>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B3C793BB-2785-5E81-41F2-A6975BB8F1F6}"/>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F2876622-6005-DEC5-51D9-FAD4384D0CB9}"/>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6175C132-50E6-BEB6-72A2-4AC51942515B}"/>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3D0B84CD-CF1A-EE2D-66D9-98FA478215BC}"/>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29F2EB3D-0EAA-8DC7-5190-D7507161E8BA}"/>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7538888F-B60C-AB81-BB4E-48CF36833F8B}"/>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1C5AC864-2B91-40CC-E157-2BBDAAAE711E}"/>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7ADAB564-69BE-EF2F-F074-749ED15148CF}"/>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06E694EF-AFE5-2B27-32A1-4BAA42D70A77}"/>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1280590B-A275-E2FD-7434-E744283E3628}"/>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B8284914-B825-A70B-514A-A2C64408C0AE}"/>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9425421A-143B-C913-C4C5-37A3F0F2EEA8}"/>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A1AB87BB-7B48-B2BB-1610-E361FC5018CE}"/>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FB05CE47-80AA-C613-ECE5-8EB417A4B0D1}"/>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32B8198D-5BEE-1737-9BA1-A8F63235F2C9}"/>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7909776A-ED45-F124-07A0-74C75F9BE568}"/>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248D6ABD-7C86-651A-938F-46391D5ADC11}"/>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1BBF82DC-6233-3460-95FA-2CFA0FDF7EA2}"/>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07C6CB8E-9C0F-B5CA-2C35-9DB40003F342}"/>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6AAE6683-CD39-196D-A3F6-E3CF15F70EF9}"/>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5117F5E6-4C9F-916F-1EB1-DA1250BCABB9}"/>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EAAE87C0-3AA9-D5FF-9A45-0BD4782045C2}"/>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9586B4F0-6A87-4856-4D3F-D4FCCFB06506}"/>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50015ABD-DA83-6106-9E54-D9B7818BB78D}"/>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BFA8877D-BC1D-7408-9E2B-2CBE5F2372D3}"/>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BB8243E1-FFA1-8BA2-117B-654C1F33BF66}"/>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80918F80-F1DE-A85D-752B-9B5481858EFB}"/>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85EA4CD2-7E50-42B5-15FC-F5558ACEF82A}"/>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238C4160-5F68-7C2C-C661-9F87D4C0BFF8}"/>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6964D4DD-5307-0557-704A-6ECE0C2E1D12}"/>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5F3C2E1E-912C-716D-BEFA-311202E9CBD2}"/>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35AC0B18-1825-47BF-22E2-B77698CC5483}"/>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A5AFE316-FF86-F6ED-DF0F-19D3DCACEDD4}"/>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D8D230A3-6318-8FF2-79EC-1C1925922621}"/>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83D3EA72-DF4F-198A-5AD3-281D2913319B}"/>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DDB034B2-4919-B48F-FE49-495D52EB96D8}"/>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6AD4CFEF-6D0E-AF2D-58F6-35CC9B593967}"/>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91E3533B-9B40-8B7A-3FB6-1BBB01495901}"/>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42FAF44E-9848-57C6-0A98-368635A6E9F9}"/>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9517A212-1453-E582-D3CD-0904B9C2EEA0}"/>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B132D4D6-F74C-3746-E09F-58815F3EA2E7}"/>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9B41DA1F-569C-816C-B56D-CE3F48DF81C5}"/>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7A72890D-94E8-4580-F453-DAF1C9CC8795}"/>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3944F9DC-86EF-A6C8-7BF1-FAD89C4DCB97}"/>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3D1E2D62-41DF-4FCA-616F-7B618BEF9B03}"/>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1ED2013A-4B55-023B-D8C3-0A7532299F40}"/>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8DC5C51D-EF4F-8E66-B444-4FAC00A53EAC}"/>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7331AB52-8E04-1DCD-BBE8-6AADC23B812D}"/>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86CC0059-F1F7-B51F-D276-C00EF32F7142}"/>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AF7452C7-6805-C505-7F30-30A3186FB447}"/>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A6B5A6E4-3BC4-3DB8-2C0F-B8EDB9D53CA6}"/>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CF1CAF83-DC2F-10DC-9C13-94ED45478332}"/>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F1911B50-A60D-80B8-253F-1ECA8E2933B4}"/>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8A91D203-7F78-2580-2F43-BCDFB7C373C7}"/>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C48883F7-DE0B-8EF3-DFA9-C268C11D2082}"/>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628ABB1D-050B-1523-8AEB-A0775C77F0BE}"/>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1C24E24A-7C21-B3F9-5AD8-64FEFB0E0D8B}"/>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84BD42E8-98AF-AC2D-038B-38A730C2A00B}"/>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6C37E462-A998-7F8C-BB25-E1D589E8E925}"/>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A0912AEA-C31E-4A95-2792-183B3DD0F8B2}"/>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5A0DF193-9297-B413-4BAE-92000BCF1D37}"/>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C82BFE17-1ACF-85A3-8E23-23743CC6922B}"/>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4DC4AFF0-4C24-18FF-CC32-2125C49EE5EE}"/>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AEEC21A4-A82E-9A1B-DEA4-6A6138D52439}"/>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BA3D3930-F470-D751-F1AD-C5E40241BF24}"/>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F75DB24A-2771-7D3D-8863-3AEC53F40F5B}"/>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2D7EAF2A-5E4B-7DFE-7F1F-8AB9D814CC3F}"/>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E014C9F3-9A88-64FA-D160-E45107FC6F06}"/>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D135E18B-453B-F9D4-0F52-CEBDC4AA543C}"/>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99D933E2-4DFB-6F21-643F-400AF442D8EC}"/>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BFD06B71-C188-02F8-B039-E1FD1966E87C}"/>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B7EB2338-9D3E-A074-1DA6-99A4D45B49AD}"/>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8021A0B6-6494-C54A-ABEC-D26CC075EFEB}"/>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65559EF2-9A88-46F5-FA20-B9845E204329}"/>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C590A042-AD90-B421-3AA0-FB1325E350AE}"/>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26CE3AEC-1168-582D-CF99-80CEE86D7BC3}"/>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4CA28470-19E1-82FA-869E-5CEDF74DC007}"/>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0FB29E7E-1062-DE13-9997-48B18CC80C81}"/>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294B46C0-88E1-2F47-004D-EA274010B4E6}"/>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8971D747-9E3A-8505-AA6E-EA9D59C55E26}"/>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A4C421BF-F078-0931-BF61-9BF9B73FC3CF}"/>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71F5E523-898D-F16D-B056-B1CABD54F35A}"/>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B8BDC1A0-C779-C713-BC86-10F1B3B99A5F}"/>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AA68969C-63CD-B1FB-9ECD-6C116A9F4240}"/>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8761AD85-08F6-E24B-A858-D525CE731D8D}"/>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B1E529CD-23AC-A850-607A-DA2423FB790A}"/>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B9B7A337-9045-79C2-5318-47DBCBD019B6}"/>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ADBE30D2-ACBF-3DE1-2EDC-4436B6A4A569}"/>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25BCA1D8-2F07-A362-50B1-CADA5C2361BB}"/>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D6D84029-D8A8-E600-1AD9-D3EE12B462F8}"/>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031769D1-EF0E-98CA-5A72-128DB9C4694C}"/>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C8148D4A-A2A9-0C12-9C6B-F68FCECA9AF6}"/>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5155EB81-802F-5CBE-0AFC-74429435D147}"/>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BA4CAA48-ECF8-EEAB-80FD-1BCDF1D9619F}"/>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A8AC07E4-E39F-FBD6-A91E-954292283B9C}"/>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D99DECB2-A11B-B7D7-DBF0-4D102060D5FB}"/>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AE2E419E-EAD5-3257-C82D-CFC1A984F4FC}"/>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E6FB76F9-43F0-8EA0-30E1-DFBF060322C2}"/>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6BE3E5EC-D543-4496-7CB8-FA5305637774}"/>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17F76437-F207-342A-1879-49F1D3E85412}"/>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83AF4F8A-FC32-0AB4-DA11-E6586F30D99B}"/>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B3A6D43D-70E9-76A8-8F2D-9090CE708119}"/>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489C47B5-132B-D432-B956-7D42E42E710A}"/>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8A99A681-0441-DB70-66B1-FB3957E095D0}"/>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75519DF3-CCB4-EFE9-F103-F1900A07A2DD}"/>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F664948A-8A57-158B-C35D-8AD654EF2F39}"/>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3E41F157-BF1A-32FE-9DDD-A1EC7D540E0B}"/>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65E2675D-1DBD-208A-B8D8-A3BF51D1BB24}"/>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A8B69A28-9B3F-80C8-8887-FC16E542D234}"/>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F135083D-F97E-4035-073E-79031BA8AA38}"/>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383AAC1C-3635-95F6-CCF5-1125657C882F}"/>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3CD566A4-1AC6-95E6-8562-372E0631813E}"/>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863CA9E0-095D-B93E-5A09-EC216EB0D825}"/>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08252167-EDF2-FFF3-7EE9-D5C71BB5CA74}"/>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F566AF49-ACA6-9C54-B2C8-1343A74A11E5}"/>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8C076209-719B-1DE7-8030-9AA25F91F08C}"/>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7D58E731-8C5D-CB91-EDDA-0D3466108980}"/>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D006EDD3-EBD3-965B-688B-602F3D61CD76}"/>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A951D553-103A-DD8F-89B4-2DBF02AB2063}"/>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73B5AD2E-32EA-26DD-3483-F734355C00AB}"/>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C8A2D441-CE90-1967-C271-DCA6B25901BD}"/>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2EE516E7-3860-8F63-3819-8C08DF230432}"/>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75908A32-2049-B738-6F06-5ABDE58CB5EC}"/>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E43DBA1A-0741-2B2D-FE49-BC7D8ACAAF14}"/>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A0FE3117-389A-22C1-B7E1-B14F4C177052}"/>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8D7A016E-9839-238D-2E68-096767147189}"/>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68925100-9F93-E2E2-1433-30570178BABA}"/>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DB2EE0DB-EF63-E56A-0BAA-BA684EF861B6}"/>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45F59F8D-3340-75D4-7E00-EDBCD0E29D87}"/>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4E135E98-6339-31EE-AC04-A470A6B36BD8}"/>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5F728AB6-86C2-F7F9-DF2B-9539960F28E4}"/>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Soft Blue Left"/>
          <p:cNvSpPr/>
          <p:nvPr/>
        </p:nvSpPr>
        <p:spPr>
          <a:xfrm>
            <a:off x="-1828800" y="4389120"/>
            <a:ext cx="8229600" cy="4023360"/>
          </a:xfrm>
          <a:prstGeom prst="ellipse">
            <a:avLst/>
          </a:prstGeom>
          <a:solidFill>
            <a:srgbClr val="DCEBFA">
              <a:alpha val="50000"/>
            </a:srgbClr>
          </a:solidFill>
          <a:ln w="12700">
            <a:solidFill>
              <a:srgbClr val="DCEBFA">
                <a:alpha val="0"/>
              </a:srgbClr>
            </a:solidFill>
            <a:prstDash val="solid"/>
          </a:ln>
        </p:spPr>
      </p:sp>
      <p:sp>
        <p:nvSpPr>
          <p:cNvPr id="3" name="BG Soft Blue Top"/>
          <p:cNvSpPr/>
          <p:nvPr/>
        </p:nvSpPr>
        <p:spPr>
          <a:xfrm>
            <a:off x="5486400" y="-2011680"/>
            <a:ext cx="8229600" cy="4206240"/>
          </a:xfrm>
          <a:prstGeom prst="ellipse">
            <a:avLst/>
          </a:prstGeom>
          <a:solidFill>
            <a:srgbClr val="E6F1FD">
              <a:alpha val="60000"/>
            </a:srgbClr>
          </a:solidFill>
          <a:ln w="12700">
            <a:solidFill>
              <a:srgbClr val="E6F1FD">
                <a:alpha val="0"/>
              </a:srgbClr>
            </a:solidFill>
            <a:prstDash val="solid"/>
          </a:ln>
        </p:spPr>
      </p:sp>
      <p:sp>
        <p:nvSpPr>
          <p:cNvPr id="4" name="Accent Top-Left Gold"/>
          <p:cNvSpPr/>
          <p:nvPr/>
        </p:nvSpPr>
        <p:spPr>
          <a:xfrm>
            <a:off x="0" y="0"/>
            <a:ext cx="2194560" cy="1188720"/>
          </a:xfrm>
          <a:custGeom>
            <a:avLst/>
            <a:gdLst/>
            <a:ahLst/>
            <a:cxnLst/>
            <a:rect l="l" t="t" r="r" b="b"/>
            <a:pathLst>
              <a:path w="2194560" h="1188720">
                <a:moveTo>
                  <a:pt x="0" y="0"/>
                </a:moveTo>
                <a:lnTo>
                  <a:pt x="2194560" y="0"/>
                </a:lnTo>
                <a:cubicBezTo>
                  <a:pt x="1280160" y="365760"/>
                  <a:pt x="457200" y="731520"/>
                  <a:pt x="0" y="1188720"/>
                </a:cubicBezTo>
                <a:close/>
              </a:path>
            </a:pathLst>
          </a:custGeom>
          <a:solidFill>
            <a:srgbClr val="FFC533"/>
          </a:solidFill>
          <a:ln w="12700">
            <a:solidFill>
              <a:srgbClr val="FFC533"/>
            </a:solidFill>
            <a:prstDash val="solid"/>
          </a:ln>
        </p:spPr>
      </p:sp>
      <p:sp>
        <p:nvSpPr>
          <p:cNvPr id="5" name="Accent Top-Left Navy"/>
          <p:cNvSpPr/>
          <p:nvPr/>
        </p:nvSpPr>
        <p:spPr>
          <a:xfrm>
            <a:off x="0" y="0"/>
            <a:ext cx="2011680" cy="1051560"/>
          </a:xfrm>
          <a:custGeom>
            <a:avLst/>
            <a:gdLst/>
            <a:ahLst/>
            <a:cxnLst/>
            <a:rect l="l" t="t" r="r" b="b"/>
            <a:pathLst>
              <a:path w="2011680" h="1051560">
                <a:moveTo>
                  <a:pt x="0" y="0"/>
                </a:moveTo>
                <a:lnTo>
                  <a:pt x="2011680" y="0"/>
                </a:lnTo>
                <a:cubicBezTo>
                  <a:pt x="1188720" y="320040"/>
                  <a:pt x="411480" y="640080"/>
                  <a:pt x="0" y="1051560"/>
                </a:cubicBezTo>
                <a:close/>
              </a:path>
            </a:pathLst>
          </a:custGeom>
          <a:solidFill>
            <a:srgbClr val="0B2854"/>
          </a:solidFill>
          <a:ln w="12700">
            <a:solidFill>
              <a:srgbClr val="0B2854"/>
            </a:solidFill>
            <a:prstDash val="solid"/>
          </a:ln>
        </p:spPr>
      </p:sp>
      <p:sp>
        <p:nvSpPr>
          <p:cNvPr id="8" name="Watermark Circle 1"/>
          <p:cNvSpPr/>
          <p:nvPr/>
        </p:nvSpPr>
        <p:spPr>
          <a:xfrm>
            <a:off x="10287000" y="45720"/>
            <a:ext cx="1645920" cy="1645920"/>
          </a:xfrm>
          <a:prstGeom prst="ellipse">
            <a:avLst/>
          </a:prstGeom>
          <a:ln w="15875">
            <a:solidFill>
              <a:srgbClr val="D3E1F2"/>
            </a:solidFill>
            <a:prstDash val="solid"/>
          </a:ln>
        </p:spPr>
      </p:sp>
      <p:sp>
        <p:nvSpPr>
          <p:cNvPr id="9" name="Watermark Circle 2"/>
          <p:cNvSpPr/>
          <p:nvPr/>
        </p:nvSpPr>
        <p:spPr>
          <a:xfrm>
            <a:off x="10469880" y="228600"/>
            <a:ext cx="1280160" cy="1280160"/>
          </a:xfrm>
          <a:prstGeom prst="ellipse">
            <a:avLst/>
          </a:prstGeom>
          <a:ln w="15875">
            <a:solidFill>
              <a:srgbClr val="D3E1F2"/>
            </a:solidFill>
            <a:prstDash val="solid"/>
          </a:ln>
        </p:spPr>
      </p:sp>
      <p:sp>
        <p:nvSpPr>
          <p:cNvPr id="10" name="Watermark Roof"/>
          <p:cNvSpPr/>
          <p:nvPr/>
        </p:nvSpPr>
        <p:spPr>
          <a:xfrm>
            <a:off x="10652760" y="347472"/>
            <a:ext cx="960120" cy="256032"/>
          </a:xfrm>
          <a:prstGeom prst="triangle">
            <a:avLst/>
          </a:prstGeom>
          <a:solidFill>
            <a:srgbClr val="C5D5EA">
              <a:alpha val="75000"/>
            </a:srgbClr>
          </a:solidFill>
          <a:ln w="12700">
            <a:solidFill>
              <a:srgbClr val="C5D5EA">
                <a:alpha val="0"/>
              </a:srgbClr>
            </a:solidFill>
            <a:prstDash val="solid"/>
          </a:ln>
        </p:spPr>
      </p:sp>
      <p:sp>
        <p:nvSpPr>
          <p:cNvPr id="11" name="Watermark Cornice"/>
          <p:cNvSpPr/>
          <p:nvPr/>
        </p:nvSpPr>
        <p:spPr>
          <a:xfrm>
            <a:off x="10698480" y="621792"/>
            <a:ext cx="868680" cy="54864"/>
          </a:xfrm>
          <a:prstGeom prst="rect">
            <a:avLst/>
          </a:prstGeom>
          <a:solidFill>
            <a:srgbClr val="C5D5EA">
              <a:alpha val="75000"/>
            </a:srgbClr>
          </a:solidFill>
          <a:ln w="12700">
            <a:solidFill>
              <a:srgbClr val="C5D5EA">
                <a:alpha val="0"/>
              </a:srgbClr>
            </a:solidFill>
            <a:prstDash val="solid"/>
          </a:ln>
        </p:spPr>
      </p:sp>
      <p:sp>
        <p:nvSpPr>
          <p:cNvPr id="12" name="Watermark Column 1"/>
          <p:cNvSpPr/>
          <p:nvPr/>
        </p:nvSpPr>
        <p:spPr>
          <a:xfrm>
            <a:off x="10771632" y="713232"/>
            <a:ext cx="155448" cy="365760"/>
          </a:xfrm>
          <a:prstGeom prst="rect">
            <a:avLst/>
          </a:prstGeom>
          <a:solidFill>
            <a:srgbClr val="C5D5EA">
              <a:alpha val="75000"/>
            </a:srgbClr>
          </a:solidFill>
          <a:ln w="12700">
            <a:solidFill>
              <a:srgbClr val="C5D5EA">
                <a:alpha val="0"/>
              </a:srgbClr>
            </a:solidFill>
            <a:prstDash val="solid"/>
          </a:ln>
        </p:spPr>
      </p:sp>
      <p:sp>
        <p:nvSpPr>
          <p:cNvPr id="13" name="Watermark Column 2"/>
          <p:cNvSpPr/>
          <p:nvPr/>
        </p:nvSpPr>
        <p:spPr>
          <a:xfrm>
            <a:off x="11045952" y="713232"/>
            <a:ext cx="155448" cy="365760"/>
          </a:xfrm>
          <a:prstGeom prst="rect">
            <a:avLst/>
          </a:prstGeom>
          <a:solidFill>
            <a:srgbClr val="C5D5EA">
              <a:alpha val="75000"/>
            </a:srgbClr>
          </a:solidFill>
          <a:ln w="12700">
            <a:solidFill>
              <a:srgbClr val="C5D5EA">
                <a:alpha val="0"/>
              </a:srgbClr>
            </a:solidFill>
            <a:prstDash val="solid"/>
          </a:ln>
        </p:spPr>
      </p:sp>
      <p:sp>
        <p:nvSpPr>
          <p:cNvPr id="14" name="Watermark Column 3"/>
          <p:cNvSpPr/>
          <p:nvPr/>
        </p:nvSpPr>
        <p:spPr>
          <a:xfrm>
            <a:off x="11320272" y="713232"/>
            <a:ext cx="155448" cy="365760"/>
          </a:xfrm>
          <a:prstGeom prst="rect">
            <a:avLst/>
          </a:prstGeom>
          <a:solidFill>
            <a:srgbClr val="C5D5EA">
              <a:alpha val="75000"/>
            </a:srgbClr>
          </a:solidFill>
          <a:ln w="12700">
            <a:solidFill>
              <a:srgbClr val="C5D5EA">
                <a:alpha val="0"/>
              </a:srgbClr>
            </a:solidFill>
            <a:prstDash val="solid"/>
          </a:ln>
        </p:spPr>
      </p:sp>
      <p:sp>
        <p:nvSpPr>
          <p:cNvPr id="15" name="Watermark Step 1"/>
          <p:cNvSpPr/>
          <p:nvPr/>
        </p:nvSpPr>
        <p:spPr>
          <a:xfrm>
            <a:off x="10698480" y="1097280"/>
            <a:ext cx="868680" cy="54864"/>
          </a:xfrm>
          <a:prstGeom prst="rect">
            <a:avLst/>
          </a:prstGeom>
          <a:solidFill>
            <a:srgbClr val="C5D5EA">
              <a:alpha val="75000"/>
            </a:srgbClr>
          </a:solidFill>
          <a:ln w="12700">
            <a:solidFill>
              <a:srgbClr val="C5D5EA">
                <a:alpha val="0"/>
              </a:srgbClr>
            </a:solidFill>
            <a:prstDash val="solid"/>
          </a:ln>
        </p:spPr>
      </p:sp>
      <p:sp>
        <p:nvSpPr>
          <p:cNvPr id="16" name="Watermark Step 2"/>
          <p:cNvSpPr/>
          <p:nvPr/>
        </p:nvSpPr>
        <p:spPr>
          <a:xfrm>
            <a:off x="10625328" y="1170432"/>
            <a:ext cx="1014984" cy="64008"/>
          </a:xfrm>
          <a:prstGeom prst="rect">
            <a:avLst/>
          </a:prstGeom>
          <a:solidFill>
            <a:srgbClr val="C5D5EA">
              <a:alpha val="75000"/>
            </a:srgbClr>
          </a:solidFill>
          <a:ln w="12700">
            <a:solidFill>
              <a:srgbClr val="C5D5EA">
                <a:alpha val="0"/>
              </a:srgbClr>
            </a:solidFill>
            <a:prstDash val="solid"/>
          </a:ln>
        </p:spPr>
      </p:sp>
      <p:sp>
        <p:nvSpPr>
          <p:cNvPr id="17" name="Logo Stem"/>
          <p:cNvSpPr/>
          <p:nvPr/>
        </p:nvSpPr>
        <p:spPr>
          <a:xfrm>
            <a:off x="886968" y="896112"/>
            <a:ext cx="100584" cy="402336"/>
          </a:xfrm>
          <a:prstGeom prst="roundRect">
            <a:avLst>
              <a:gd name="adj" fmla="val 36364"/>
            </a:avLst>
          </a:prstGeom>
          <a:solidFill>
            <a:srgbClr val="12356B"/>
          </a:solidFill>
          <a:ln w="12700">
            <a:solidFill>
              <a:srgbClr val="12356B"/>
            </a:solidFill>
            <a:prstDash val="solid"/>
          </a:ln>
        </p:spPr>
      </p:sp>
      <p:sp>
        <p:nvSpPr>
          <p:cNvPr id="18" name="Logo Leaf Left"/>
          <p:cNvSpPr/>
          <p:nvPr/>
        </p:nvSpPr>
        <p:spPr>
          <a:xfrm rot="2100000">
            <a:off x="566928" y="731520"/>
            <a:ext cx="384048" cy="182880"/>
          </a:xfrm>
          <a:prstGeom prst="ellipse">
            <a:avLst/>
          </a:prstGeom>
          <a:solidFill>
            <a:srgbClr val="F5AB00"/>
          </a:solidFill>
          <a:ln w="12700">
            <a:solidFill>
              <a:srgbClr val="F5AB00"/>
            </a:solidFill>
            <a:prstDash val="solid"/>
          </a:ln>
        </p:spPr>
      </p:sp>
      <p:sp>
        <p:nvSpPr>
          <p:cNvPr id="19" name="Logo Leaf Right"/>
          <p:cNvSpPr/>
          <p:nvPr/>
        </p:nvSpPr>
        <p:spPr>
          <a:xfrm rot="19500000">
            <a:off x="987552" y="658368"/>
            <a:ext cx="365760" cy="182880"/>
          </a:xfrm>
          <a:prstGeom prst="ellipse">
            <a:avLst/>
          </a:prstGeom>
          <a:solidFill>
            <a:srgbClr val="12356B"/>
          </a:solidFill>
          <a:ln w="12700">
            <a:solidFill>
              <a:srgbClr val="12356B"/>
            </a:solidFill>
            <a:prstDash val="solid"/>
          </a:ln>
        </p:spPr>
      </p:sp>
      <p:sp>
        <p:nvSpPr>
          <p:cNvPr id="20" name="Title"/>
          <p:cNvSpPr txBox="1"/>
          <p:nvPr/>
        </p:nvSpPr>
        <p:spPr>
          <a:xfrm>
            <a:off x="1517904" y="566928"/>
            <a:ext cx="8595360" cy="685800"/>
          </a:xfrm>
          <a:prstGeom prst="rect">
            <a:avLst/>
          </a:prstGeom>
          <a:noFill/>
          <a:ln/>
        </p:spPr>
        <p:txBody>
          <a:bodyPr wrap="square" lIns="0" tIns="0" rIns="0" bIns="0" rtlCol="0" anchor="ctr"/>
          <a:lstStyle/>
          <a:p>
            <a:pPr marL="0" indent="0">
              <a:buNone/>
            </a:pPr>
            <a:r>
              <a:rPr lang="en-US" sz="3800" b="1" dirty="0">
                <a:solidFill>
                  <a:srgbClr val="12356B"/>
                </a:solidFill>
                <a:latin typeface="Times New Roman" pitchFamily="34" charset="0"/>
                <a:ea typeface="Times New Roman" pitchFamily="34" charset="-122"/>
                <a:cs typeface="Times New Roman" pitchFamily="34" charset="-120"/>
              </a:rPr>
              <a:t>Future Scope of Financial Inclusion</a:t>
            </a:r>
            <a:endParaRPr lang="en-US" sz="3800" dirty="0"/>
          </a:p>
        </p:txBody>
      </p:sp>
      <p:sp>
        <p:nvSpPr>
          <p:cNvPr id="21" name="Title Underline"/>
          <p:cNvSpPr/>
          <p:nvPr/>
        </p:nvSpPr>
        <p:spPr>
          <a:xfrm>
            <a:off x="1517904" y="1298448"/>
            <a:ext cx="2240280" cy="36576"/>
          </a:xfrm>
          <a:prstGeom prst="rect">
            <a:avLst/>
          </a:prstGeom>
          <a:solidFill>
            <a:srgbClr val="FFC533"/>
          </a:solidFill>
          <a:ln w="12700">
            <a:solidFill>
              <a:srgbClr val="FFC533"/>
            </a:solidFill>
            <a:prstDash val="solid"/>
          </a:ln>
        </p:spPr>
      </p:sp>
      <p:sp>
        <p:nvSpPr>
          <p:cNvPr id="22" name="Connector 1"/>
          <p:cNvSpPr/>
          <p:nvPr/>
        </p:nvSpPr>
        <p:spPr>
          <a:xfrm>
            <a:off x="2221992" y="2331720"/>
            <a:ext cx="969264" cy="0"/>
          </a:xfrm>
          <a:prstGeom prst="line">
            <a:avLst/>
          </a:prstGeom>
          <a:noFill/>
          <a:ln w="19050">
            <a:solidFill>
              <a:srgbClr val="63AEE0"/>
            </a:solidFill>
            <a:prstDash val="solid"/>
          </a:ln>
        </p:spPr>
      </p:sp>
      <p:sp>
        <p:nvSpPr>
          <p:cNvPr id="23" name="Connector 1 Dot Left"/>
          <p:cNvSpPr/>
          <p:nvPr/>
        </p:nvSpPr>
        <p:spPr>
          <a:xfrm>
            <a:off x="2180844" y="2290572"/>
            <a:ext cx="82296" cy="82296"/>
          </a:xfrm>
          <a:prstGeom prst="ellipse">
            <a:avLst/>
          </a:prstGeom>
          <a:solidFill>
            <a:srgbClr val="0866C6"/>
          </a:solidFill>
          <a:ln w="12700">
            <a:solidFill>
              <a:srgbClr val="0866C6"/>
            </a:solidFill>
            <a:prstDash val="solid"/>
          </a:ln>
        </p:spPr>
      </p:sp>
      <p:sp>
        <p:nvSpPr>
          <p:cNvPr id="24" name="Connector 1 Dot Right"/>
          <p:cNvSpPr/>
          <p:nvPr/>
        </p:nvSpPr>
        <p:spPr>
          <a:xfrm>
            <a:off x="3150108" y="2290572"/>
            <a:ext cx="82296" cy="82296"/>
          </a:xfrm>
          <a:prstGeom prst="ellipse">
            <a:avLst/>
          </a:prstGeom>
          <a:solidFill>
            <a:srgbClr val="63AEE0"/>
          </a:solidFill>
          <a:ln w="12700">
            <a:solidFill>
              <a:srgbClr val="63AEE0"/>
            </a:solidFill>
            <a:prstDash val="solid"/>
          </a:ln>
        </p:spPr>
      </p:sp>
      <p:sp>
        <p:nvSpPr>
          <p:cNvPr id="25" name="Connector 2"/>
          <p:cNvSpPr/>
          <p:nvPr/>
        </p:nvSpPr>
        <p:spPr>
          <a:xfrm>
            <a:off x="4489704" y="2331720"/>
            <a:ext cx="960120" cy="0"/>
          </a:xfrm>
          <a:prstGeom prst="line">
            <a:avLst/>
          </a:prstGeom>
          <a:noFill/>
          <a:ln w="19050">
            <a:solidFill>
              <a:srgbClr val="63AEE0"/>
            </a:solidFill>
            <a:prstDash val="solid"/>
          </a:ln>
        </p:spPr>
      </p:sp>
      <p:sp>
        <p:nvSpPr>
          <p:cNvPr id="26" name="Connector 2 Dot Left"/>
          <p:cNvSpPr/>
          <p:nvPr/>
        </p:nvSpPr>
        <p:spPr>
          <a:xfrm>
            <a:off x="4448556" y="2290572"/>
            <a:ext cx="82296" cy="82296"/>
          </a:xfrm>
          <a:prstGeom prst="ellipse">
            <a:avLst/>
          </a:prstGeom>
          <a:solidFill>
            <a:srgbClr val="F5AB00"/>
          </a:solidFill>
          <a:ln w="12700">
            <a:solidFill>
              <a:srgbClr val="F5AB00"/>
            </a:solidFill>
            <a:prstDash val="solid"/>
          </a:ln>
        </p:spPr>
      </p:sp>
      <p:sp>
        <p:nvSpPr>
          <p:cNvPr id="27" name="Connector 2 Dot Right"/>
          <p:cNvSpPr/>
          <p:nvPr/>
        </p:nvSpPr>
        <p:spPr>
          <a:xfrm>
            <a:off x="5408676" y="2290572"/>
            <a:ext cx="82296" cy="82296"/>
          </a:xfrm>
          <a:prstGeom prst="ellipse">
            <a:avLst/>
          </a:prstGeom>
          <a:solidFill>
            <a:srgbClr val="63AEE0"/>
          </a:solidFill>
          <a:ln w="12700">
            <a:solidFill>
              <a:srgbClr val="63AEE0"/>
            </a:solidFill>
            <a:prstDash val="solid"/>
          </a:ln>
        </p:spPr>
      </p:sp>
      <p:sp>
        <p:nvSpPr>
          <p:cNvPr id="28" name="Connector 3"/>
          <p:cNvSpPr/>
          <p:nvPr/>
        </p:nvSpPr>
        <p:spPr>
          <a:xfrm>
            <a:off x="6748272" y="2331720"/>
            <a:ext cx="960120" cy="0"/>
          </a:xfrm>
          <a:prstGeom prst="line">
            <a:avLst/>
          </a:prstGeom>
          <a:noFill/>
          <a:ln w="19050">
            <a:solidFill>
              <a:srgbClr val="63AEE0"/>
            </a:solidFill>
            <a:prstDash val="solid"/>
          </a:ln>
        </p:spPr>
      </p:sp>
      <p:sp>
        <p:nvSpPr>
          <p:cNvPr id="29" name="Connector 3 Dot Left"/>
          <p:cNvSpPr/>
          <p:nvPr/>
        </p:nvSpPr>
        <p:spPr>
          <a:xfrm>
            <a:off x="6707124" y="2290572"/>
            <a:ext cx="82296" cy="82296"/>
          </a:xfrm>
          <a:prstGeom prst="ellipse">
            <a:avLst/>
          </a:prstGeom>
          <a:solidFill>
            <a:srgbClr val="138B68"/>
          </a:solidFill>
          <a:ln w="12700">
            <a:solidFill>
              <a:srgbClr val="138B68"/>
            </a:solidFill>
            <a:prstDash val="solid"/>
          </a:ln>
        </p:spPr>
      </p:sp>
      <p:sp>
        <p:nvSpPr>
          <p:cNvPr id="30" name="Connector 3 Dot Right"/>
          <p:cNvSpPr/>
          <p:nvPr/>
        </p:nvSpPr>
        <p:spPr>
          <a:xfrm>
            <a:off x="7667244" y="2290572"/>
            <a:ext cx="82296" cy="82296"/>
          </a:xfrm>
          <a:prstGeom prst="ellipse">
            <a:avLst/>
          </a:prstGeom>
          <a:solidFill>
            <a:srgbClr val="63AEE0"/>
          </a:solidFill>
          <a:ln w="12700">
            <a:solidFill>
              <a:srgbClr val="63AEE0"/>
            </a:solidFill>
            <a:prstDash val="solid"/>
          </a:ln>
        </p:spPr>
      </p:sp>
      <p:sp>
        <p:nvSpPr>
          <p:cNvPr id="31" name="Connector 4"/>
          <p:cNvSpPr/>
          <p:nvPr/>
        </p:nvSpPr>
        <p:spPr>
          <a:xfrm>
            <a:off x="9006840" y="2331720"/>
            <a:ext cx="960120" cy="0"/>
          </a:xfrm>
          <a:prstGeom prst="line">
            <a:avLst/>
          </a:prstGeom>
          <a:noFill/>
          <a:ln w="19050">
            <a:solidFill>
              <a:srgbClr val="63AEE0"/>
            </a:solidFill>
            <a:prstDash val="solid"/>
          </a:ln>
        </p:spPr>
      </p:sp>
      <p:sp>
        <p:nvSpPr>
          <p:cNvPr id="32" name="Connector 4 Dot Left"/>
          <p:cNvSpPr/>
          <p:nvPr/>
        </p:nvSpPr>
        <p:spPr>
          <a:xfrm>
            <a:off x="8965692" y="2290572"/>
            <a:ext cx="82296" cy="82296"/>
          </a:xfrm>
          <a:prstGeom prst="ellipse">
            <a:avLst/>
          </a:prstGeom>
          <a:solidFill>
            <a:srgbClr val="7040C8"/>
          </a:solidFill>
          <a:ln w="12700">
            <a:solidFill>
              <a:srgbClr val="7040C8"/>
            </a:solidFill>
            <a:prstDash val="solid"/>
          </a:ln>
        </p:spPr>
      </p:sp>
      <p:sp>
        <p:nvSpPr>
          <p:cNvPr id="33" name="Connector 4 Dot Right"/>
          <p:cNvSpPr/>
          <p:nvPr/>
        </p:nvSpPr>
        <p:spPr>
          <a:xfrm>
            <a:off x="9925812" y="2290572"/>
            <a:ext cx="82296" cy="82296"/>
          </a:xfrm>
          <a:prstGeom prst="ellipse">
            <a:avLst/>
          </a:prstGeom>
          <a:solidFill>
            <a:srgbClr val="63AEE0"/>
          </a:solidFill>
          <a:ln w="12700">
            <a:solidFill>
              <a:srgbClr val="63AEE0"/>
            </a:solidFill>
            <a:prstDash val="solid"/>
          </a:ln>
        </p:spPr>
      </p:sp>
      <p:sp>
        <p:nvSpPr>
          <p:cNvPr id="34" name="Rural Expansion Hex Outline"/>
          <p:cNvSpPr/>
          <p:nvPr/>
        </p:nvSpPr>
        <p:spPr>
          <a:xfrm rot="5400000">
            <a:off x="786384" y="1636776"/>
            <a:ext cx="1572768" cy="1389888"/>
          </a:xfrm>
          <a:prstGeom prst="hexagon">
            <a:avLst/>
          </a:prstGeom>
          <a:ln w="12700">
            <a:solidFill>
              <a:srgbClr val="6FB0EA"/>
            </a:solidFill>
            <a:prstDash val="solid"/>
          </a:ln>
        </p:spPr>
      </p:sp>
      <p:sp>
        <p:nvSpPr>
          <p:cNvPr id="35" name="Rural Expansion Hexagon"/>
          <p:cNvSpPr/>
          <p:nvPr/>
        </p:nvSpPr>
        <p:spPr>
          <a:xfrm rot="5400000">
            <a:off x="873252" y="1719072"/>
            <a:ext cx="1399032" cy="1225296"/>
          </a:xfrm>
          <a:prstGeom prst="hexagon">
            <a:avLst/>
          </a:prstGeom>
          <a:solidFill>
            <a:srgbClr val="0866C6"/>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36" name="Map"/>
          <p:cNvSpPr/>
          <p:nvPr/>
        </p:nvSpPr>
        <p:spPr>
          <a:xfrm>
            <a:off x="1289304" y="2276856"/>
            <a:ext cx="566928" cy="384048"/>
          </a:xfrm>
          <a:custGeom>
            <a:avLst/>
            <a:gdLst/>
            <a:ahLst/>
            <a:cxnLst/>
            <a:rect l="l" t="t" r="r" b="b"/>
            <a:pathLst>
              <a:path w="566928" h="384048">
                <a:moveTo>
                  <a:pt x="0" y="73152"/>
                </a:moveTo>
                <a:lnTo>
                  <a:pt x="182880" y="0"/>
                </a:lnTo>
                <a:lnTo>
                  <a:pt x="374904" y="73152"/>
                </a:lnTo>
                <a:lnTo>
                  <a:pt x="566928" y="0"/>
                </a:lnTo>
                <a:lnTo>
                  <a:pt x="566928" y="310896"/>
                </a:lnTo>
                <a:lnTo>
                  <a:pt x="374904" y="384048"/>
                </a:lnTo>
                <a:lnTo>
                  <a:pt x="182880" y="310896"/>
                </a:lnTo>
                <a:lnTo>
                  <a:pt x="0" y="384048"/>
                </a:lnTo>
                <a:close/>
              </a:path>
            </a:pathLst>
          </a:custGeom>
          <a:solidFill>
            <a:srgbClr val="FFFFFF"/>
          </a:solidFill>
          <a:ln w="12700">
            <a:solidFill>
              <a:srgbClr val="FFFFFF"/>
            </a:solidFill>
            <a:prstDash val="solid"/>
          </a:ln>
        </p:spPr>
      </p:sp>
      <p:sp>
        <p:nvSpPr>
          <p:cNvPr id="37" name="Map Fold 1"/>
          <p:cNvSpPr/>
          <p:nvPr/>
        </p:nvSpPr>
        <p:spPr>
          <a:xfrm>
            <a:off x="1472184" y="2295144"/>
            <a:ext cx="0" cy="292608"/>
          </a:xfrm>
          <a:prstGeom prst="line">
            <a:avLst/>
          </a:prstGeom>
          <a:noFill/>
          <a:ln w="19050">
            <a:solidFill>
              <a:srgbClr val="0866C6"/>
            </a:solidFill>
            <a:prstDash val="solid"/>
          </a:ln>
        </p:spPr>
      </p:sp>
      <p:sp>
        <p:nvSpPr>
          <p:cNvPr id="38" name="Map Fold 2"/>
          <p:cNvSpPr/>
          <p:nvPr/>
        </p:nvSpPr>
        <p:spPr>
          <a:xfrm>
            <a:off x="1664208" y="2350008"/>
            <a:ext cx="0" cy="292608"/>
          </a:xfrm>
          <a:prstGeom prst="line">
            <a:avLst/>
          </a:prstGeom>
          <a:noFill/>
          <a:ln w="19050">
            <a:solidFill>
              <a:srgbClr val="0866C6"/>
            </a:solidFill>
            <a:prstDash val="solid"/>
          </a:ln>
        </p:spPr>
      </p:sp>
      <p:sp>
        <p:nvSpPr>
          <p:cNvPr id="39" name="Pin"/>
          <p:cNvSpPr/>
          <p:nvPr/>
        </p:nvSpPr>
        <p:spPr>
          <a:xfrm rot="8100000">
            <a:off x="1435608" y="1965960"/>
            <a:ext cx="274320" cy="274320"/>
          </a:xfrm>
          <a:prstGeom prst="teardrop">
            <a:avLst/>
          </a:prstGeom>
          <a:solidFill>
            <a:srgbClr val="FFFFFF"/>
          </a:solidFill>
          <a:ln w="19050">
            <a:solidFill>
              <a:srgbClr val="0866C6"/>
            </a:solidFill>
            <a:prstDash val="solid"/>
          </a:ln>
        </p:spPr>
      </p:sp>
      <p:sp>
        <p:nvSpPr>
          <p:cNvPr id="40" name="Pin Hole"/>
          <p:cNvSpPr/>
          <p:nvPr/>
        </p:nvSpPr>
        <p:spPr>
          <a:xfrm>
            <a:off x="1522476" y="2061972"/>
            <a:ext cx="100584" cy="100584"/>
          </a:xfrm>
          <a:prstGeom prst="ellipse">
            <a:avLst/>
          </a:prstGeom>
          <a:solidFill>
            <a:srgbClr val="0866C6"/>
          </a:solidFill>
          <a:ln w="12700">
            <a:solidFill>
              <a:srgbClr val="0866C6"/>
            </a:solidFill>
            <a:prstDash val="solid"/>
          </a:ln>
        </p:spPr>
      </p:sp>
      <p:sp>
        <p:nvSpPr>
          <p:cNvPr id="41" name="Regional Languages Hex Outline"/>
          <p:cNvSpPr/>
          <p:nvPr/>
        </p:nvSpPr>
        <p:spPr>
          <a:xfrm rot="5400000">
            <a:off x="3054096" y="1636776"/>
            <a:ext cx="1572768" cy="1389888"/>
          </a:xfrm>
          <a:prstGeom prst="hexagon">
            <a:avLst/>
          </a:prstGeom>
          <a:ln w="12700">
            <a:solidFill>
              <a:srgbClr val="F7CF6E"/>
            </a:solidFill>
            <a:prstDash val="solid"/>
          </a:ln>
        </p:spPr>
      </p:sp>
      <p:sp>
        <p:nvSpPr>
          <p:cNvPr id="42" name="Regional Languages Hexagon"/>
          <p:cNvSpPr/>
          <p:nvPr/>
        </p:nvSpPr>
        <p:spPr>
          <a:xfrm rot="5400000">
            <a:off x="3140964" y="1719072"/>
            <a:ext cx="1399032" cy="1225296"/>
          </a:xfrm>
          <a:prstGeom prst="hexagon">
            <a:avLst/>
          </a:prstGeom>
          <a:solidFill>
            <a:srgbClr val="F5AB00"/>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43" name="Translate Box Right"/>
          <p:cNvSpPr/>
          <p:nvPr/>
        </p:nvSpPr>
        <p:spPr>
          <a:xfrm>
            <a:off x="3813048" y="2313432"/>
            <a:ext cx="365760" cy="347472"/>
          </a:xfrm>
          <a:prstGeom prst="roundRect">
            <a:avLst>
              <a:gd name="adj" fmla="val 13158"/>
            </a:avLst>
          </a:prstGeom>
          <a:solidFill>
            <a:srgbClr val="FFFFFF"/>
          </a:solidFill>
          <a:ln w="19050">
            <a:solidFill>
              <a:srgbClr val="F5AB00"/>
            </a:solidFill>
            <a:prstDash val="solid"/>
          </a:ln>
        </p:spPr>
      </p:sp>
      <p:sp>
        <p:nvSpPr>
          <p:cNvPr id="44" name="Translate Box Left"/>
          <p:cNvSpPr/>
          <p:nvPr/>
        </p:nvSpPr>
        <p:spPr>
          <a:xfrm>
            <a:off x="3502152" y="2130552"/>
            <a:ext cx="365760" cy="347472"/>
          </a:xfrm>
          <a:prstGeom prst="roundRect">
            <a:avLst>
              <a:gd name="adj" fmla="val 13158"/>
            </a:avLst>
          </a:prstGeom>
          <a:solidFill>
            <a:srgbClr val="FFFFFF"/>
          </a:solidFill>
          <a:ln w="19050">
            <a:solidFill>
              <a:srgbClr val="F5AB00"/>
            </a:solidFill>
            <a:prstDash val="solid"/>
          </a:ln>
        </p:spPr>
      </p:sp>
      <p:sp>
        <p:nvSpPr>
          <p:cNvPr id="45" name="Translate Letter A"/>
          <p:cNvSpPr txBox="1"/>
          <p:nvPr/>
        </p:nvSpPr>
        <p:spPr>
          <a:xfrm>
            <a:off x="3502152" y="2130552"/>
            <a:ext cx="365760" cy="347472"/>
          </a:xfrm>
          <a:prstGeom prst="rect">
            <a:avLst/>
          </a:prstGeom>
          <a:noFill/>
          <a:ln/>
        </p:spPr>
        <p:txBody>
          <a:bodyPr wrap="square" lIns="0" tIns="0" rIns="0" bIns="0" rtlCol="0" anchor="ctr"/>
          <a:lstStyle/>
          <a:p>
            <a:pPr marL="0" indent="0" algn="ctr">
              <a:buNone/>
            </a:pPr>
            <a:r>
              <a:rPr lang="en-US" sz="2000" b="1" dirty="0">
                <a:solidFill>
                  <a:srgbClr val="F5AB00"/>
                </a:solidFill>
                <a:latin typeface="Times New Roman" pitchFamily="34" charset="0"/>
                <a:ea typeface="Times New Roman" pitchFamily="34" charset="-122"/>
                <a:cs typeface="Times New Roman" pitchFamily="34" charset="-120"/>
              </a:rPr>
              <a:t>A</a:t>
            </a:r>
            <a:endParaRPr lang="en-US" sz="2000" dirty="0"/>
          </a:p>
        </p:txBody>
      </p:sp>
      <p:sp>
        <p:nvSpPr>
          <p:cNvPr id="46" name="Translate Character"/>
          <p:cNvSpPr txBox="1"/>
          <p:nvPr/>
        </p:nvSpPr>
        <p:spPr>
          <a:xfrm>
            <a:off x="3813048" y="2313432"/>
            <a:ext cx="365760" cy="347472"/>
          </a:xfrm>
          <a:prstGeom prst="rect">
            <a:avLst/>
          </a:prstGeom>
          <a:noFill/>
          <a:ln/>
        </p:spPr>
        <p:txBody>
          <a:bodyPr wrap="square" lIns="0" tIns="0" rIns="0" bIns="0" rtlCol="0" anchor="ctr"/>
          <a:lstStyle/>
          <a:p>
            <a:pPr marL="0" indent="0" algn="ctr">
              <a:buNone/>
            </a:pPr>
            <a:r>
              <a:rPr lang="en-US" sz="1800" b="1" dirty="0">
                <a:solidFill>
                  <a:srgbClr val="F5AB00"/>
                </a:solidFill>
                <a:latin typeface="Arial Unicode MS" pitchFamily="34" charset="0"/>
                <a:ea typeface="Arial Unicode MS" pitchFamily="34" charset="-122"/>
                <a:cs typeface="Arial Unicode MS" pitchFamily="34" charset="-120"/>
              </a:rPr>
              <a:t>文</a:t>
            </a:r>
            <a:endParaRPr lang="en-US" sz="1800" dirty="0"/>
          </a:p>
        </p:txBody>
      </p:sp>
      <p:sp>
        <p:nvSpPr>
          <p:cNvPr id="47" name="Financial Literacy Hex Outline"/>
          <p:cNvSpPr/>
          <p:nvPr/>
        </p:nvSpPr>
        <p:spPr>
          <a:xfrm rot="5400000">
            <a:off x="5312664" y="1636776"/>
            <a:ext cx="1572768" cy="1389888"/>
          </a:xfrm>
          <a:prstGeom prst="hexagon">
            <a:avLst/>
          </a:prstGeom>
          <a:ln w="12700">
            <a:solidFill>
              <a:srgbClr val="6FCBAE"/>
            </a:solidFill>
            <a:prstDash val="solid"/>
          </a:ln>
        </p:spPr>
      </p:sp>
      <p:sp>
        <p:nvSpPr>
          <p:cNvPr id="48" name="Financial Literacy Hexagon"/>
          <p:cNvSpPr/>
          <p:nvPr/>
        </p:nvSpPr>
        <p:spPr>
          <a:xfrm rot="5400000">
            <a:off x="5399532" y="1719072"/>
            <a:ext cx="1399032" cy="1225296"/>
          </a:xfrm>
          <a:prstGeom prst="hexagon">
            <a:avLst/>
          </a:prstGeom>
          <a:solidFill>
            <a:srgbClr val="138B68"/>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49" name="Cap Base"/>
          <p:cNvSpPr/>
          <p:nvPr/>
        </p:nvSpPr>
        <p:spPr>
          <a:xfrm rot="10800000">
            <a:off x="5861304" y="2313432"/>
            <a:ext cx="475488" cy="256032"/>
          </a:xfrm>
          <a:prstGeom prst="round2SameRect">
            <a:avLst/>
          </a:prstGeom>
          <a:solidFill>
            <a:srgbClr val="FFFFFF"/>
          </a:solidFill>
          <a:ln w="12700">
            <a:solidFill>
              <a:srgbClr val="FFFFFF"/>
            </a:solidFill>
            <a:prstDash val="solid"/>
          </a:ln>
        </p:spPr>
      </p:sp>
      <p:sp>
        <p:nvSpPr>
          <p:cNvPr id="50" name="Cap Top"/>
          <p:cNvSpPr/>
          <p:nvPr/>
        </p:nvSpPr>
        <p:spPr>
          <a:xfrm>
            <a:off x="5733288" y="2075688"/>
            <a:ext cx="731520" cy="365760"/>
          </a:xfrm>
          <a:prstGeom prst="diamond">
            <a:avLst/>
          </a:prstGeom>
          <a:solidFill>
            <a:srgbClr val="FFFFFF"/>
          </a:solidFill>
          <a:ln w="19050">
            <a:solidFill>
              <a:srgbClr val="138B68"/>
            </a:solidFill>
            <a:prstDash val="solid"/>
          </a:ln>
        </p:spPr>
      </p:sp>
      <p:sp>
        <p:nvSpPr>
          <p:cNvPr id="51" name="Cap Tassel Cord"/>
          <p:cNvSpPr/>
          <p:nvPr/>
        </p:nvSpPr>
        <p:spPr>
          <a:xfrm>
            <a:off x="6409944" y="2258568"/>
            <a:ext cx="0" cy="256032"/>
          </a:xfrm>
          <a:prstGeom prst="line">
            <a:avLst/>
          </a:prstGeom>
          <a:noFill/>
          <a:ln w="25400">
            <a:solidFill>
              <a:srgbClr val="FFFFFF"/>
            </a:solidFill>
            <a:prstDash val="solid"/>
          </a:ln>
        </p:spPr>
      </p:sp>
      <p:sp>
        <p:nvSpPr>
          <p:cNvPr id="52" name="Cap Tassel"/>
          <p:cNvSpPr/>
          <p:nvPr/>
        </p:nvSpPr>
        <p:spPr>
          <a:xfrm>
            <a:off x="6373368" y="2496312"/>
            <a:ext cx="73152" cy="91440"/>
          </a:xfrm>
          <a:prstGeom prst="ellipse">
            <a:avLst/>
          </a:prstGeom>
          <a:solidFill>
            <a:srgbClr val="FFFFFF"/>
          </a:solidFill>
          <a:ln w="12700">
            <a:solidFill>
              <a:srgbClr val="FFFFFF"/>
            </a:solidFill>
            <a:prstDash val="solid"/>
          </a:ln>
        </p:spPr>
      </p:sp>
      <p:sp>
        <p:nvSpPr>
          <p:cNvPr id="53" name="Insurance Pensions Loans Hex Outline"/>
          <p:cNvSpPr/>
          <p:nvPr/>
        </p:nvSpPr>
        <p:spPr>
          <a:xfrm rot="5400000">
            <a:off x="7571232" y="1636776"/>
            <a:ext cx="1572768" cy="1389888"/>
          </a:xfrm>
          <a:prstGeom prst="hexagon">
            <a:avLst/>
          </a:prstGeom>
          <a:ln w="12700">
            <a:solidFill>
              <a:srgbClr val="AE90E8"/>
            </a:solidFill>
            <a:prstDash val="solid"/>
          </a:ln>
        </p:spPr>
      </p:sp>
      <p:sp>
        <p:nvSpPr>
          <p:cNvPr id="54" name="Insurance Pensions Loans Hexagon"/>
          <p:cNvSpPr/>
          <p:nvPr/>
        </p:nvSpPr>
        <p:spPr>
          <a:xfrm rot="5400000">
            <a:off x="7658100" y="1719072"/>
            <a:ext cx="1399032" cy="1225296"/>
          </a:xfrm>
          <a:prstGeom prst="hexagon">
            <a:avLst/>
          </a:prstGeom>
          <a:solidFill>
            <a:srgbClr val="7040C8"/>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55" name="Umbrella Canopy"/>
          <p:cNvSpPr/>
          <p:nvPr/>
        </p:nvSpPr>
        <p:spPr>
          <a:xfrm>
            <a:off x="7991856" y="1965960"/>
            <a:ext cx="731520" cy="731520"/>
          </a:xfrm>
          <a:prstGeom prst="pie">
            <a:avLst>
              <a:gd name="adj1" fmla="val 10800000"/>
              <a:gd name="adj2" fmla="val 21600000"/>
            </a:avLst>
          </a:prstGeom>
          <a:solidFill>
            <a:srgbClr val="FFFFFF"/>
          </a:solidFill>
          <a:ln w="12700">
            <a:solidFill>
              <a:srgbClr val="FFFFFF"/>
            </a:solidFill>
            <a:prstDash val="solid"/>
          </a:ln>
        </p:spPr>
      </p:sp>
      <p:sp>
        <p:nvSpPr>
          <p:cNvPr id="56" name="Umbrella Tip"/>
          <p:cNvSpPr/>
          <p:nvPr/>
        </p:nvSpPr>
        <p:spPr>
          <a:xfrm>
            <a:off x="8357616" y="1911096"/>
            <a:ext cx="0" cy="73152"/>
          </a:xfrm>
          <a:prstGeom prst="line">
            <a:avLst/>
          </a:prstGeom>
          <a:noFill/>
          <a:ln w="38100">
            <a:solidFill>
              <a:srgbClr val="FFFFFF"/>
            </a:solidFill>
            <a:prstDash val="solid"/>
          </a:ln>
        </p:spPr>
      </p:sp>
      <p:sp>
        <p:nvSpPr>
          <p:cNvPr id="57" name="Umbrella Shaft"/>
          <p:cNvSpPr/>
          <p:nvPr/>
        </p:nvSpPr>
        <p:spPr>
          <a:xfrm>
            <a:off x="8357616" y="2331720"/>
            <a:ext cx="0" cy="274320"/>
          </a:xfrm>
          <a:prstGeom prst="line">
            <a:avLst/>
          </a:prstGeom>
          <a:noFill/>
          <a:ln w="44450">
            <a:solidFill>
              <a:srgbClr val="FFFFFF"/>
            </a:solidFill>
            <a:prstDash val="solid"/>
          </a:ln>
        </p:spPr>
      </p:sp>
      <p:sp>
        <p:nvSpPr>
          <p:cNvPr id="58" name="Umbrella Handle"/>
          <p:cNvSpPr/>
          <p:nvPr/>
        </p:nvSpPr>
        <p:spPr>
          <a:xfrm>
            <a:off x="8174736" y="2514600"/>
            <a:ext cx="182880" cy="182880"/>
          </a:xfrm>
          <a:prstGeom prst="arc">
            <a:avLst>
              <a:gd name="adj1" fmla="val 0"/>
              <a:gd name="adj2" fmla="val 10800000"/>
            </a:avLst>
          </a:prstGeom>
          <a:noFill/>
          <a:ln w="44450">
            <a:solidFill>
              <a:srgbClr val="FFFFFF"/>
            </a:solidFill>
            <a:prstDash val="solid"/>
          </a:ln>
        </p:spPr>
      </p:sp>
      <p:sp>
        <p:nvSpPr>
          <p:cNvPr id="59" name="Consumer Protection Hex Outline"/>
          <p:cNvSpPr/>
          <p:nvPr/>
        </p:nvSpPr>
        <p:spPr>
          <a:xfrm rot="5400000">
            <a:off x="9829800" y="1636776"/>
            <a:ext cx="1572768" cy="1389888"/>
          </a:xfrm>
          <a:prstGeom prst="hexagon">
            <a:avLst/>
          </a:prstGeom>
          <a:ln w="12700">
            <a:solidFill>
              <a:srgbClr val="6BCADB"/>
            </a:solidFill>
            <a:prstDash val="solid"/>
          </a:ln>
        </p:spPr>
      </p:sp>
      <p:sp>
        <p:nvSpPr>
          <p:cNvPr id="60" name="Consumer Protection Hexagon"/>
          <p:cNvSpPr/>
          <p:nvPr/>
        </p:nvSpPr>
        <p:spPr>
          <a:xfrm rot="5400000">
            <a:off x="9916668" y="1719072"/>
            <a:ext cx="1399032" cy="1225296"/>
          </a:xfrm>
          <a:prstGeom prst="hexagon">
            <a:avLst/>
          </a:prstGeom>
          <a:solidFill>
            <a:srgbClr val="078FA6"/>
          </a:solidFill>
          <a:ln w="190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61" name="Shield"/>
          <p:cNvSpPr/>
          <p:nvPr/>
        </p:nvSpPr>
        <p:spPr>
          <a:xfrm>
            <a:off x="10378440" y="2057400"/>
            <a:ext cx="475488" cy="548640"/>
          </a:xfrm>
          <a:custGeom>
            <a:avLst/>
            <a:gdLst/>
            <a:ahLst/>
            <a:cxnLst/>
            <a:rect l="l" t="t" r="r" b="b"/>
            <a:pathLst>
              <a:path w="475488" h="548640">
                <a:moveTo>
                  <a:pt x="237744" y="0"/>
                </a:moveTo>
                <a:lnTo>
                  <a:pt x="475488" y="82296"/>
                </a:lnTo>
                <a:lnTo>
                  <a:pt x="475488" y="274320"/>
                </a:lnTo>
                <a:cubicBezTo>
                  <a:pt x="475488" y="411480"/>
                  <a:pt x="365760" y="493776"/>
                  <a:pt x="237744" y="548640"/>
                </a:cubicBezTo>
                <a:cubicBezTo>
                  <a:pt x="109728" y="493776"/>
                  <a:pt x="0" y="411480"/>
                  <a:pt x="0" y="274320"/>
                </a:cubicBezTo>
                <a:lnTo>
                  <a:pt x="0" y="82296"/>
                </a:lnTo>
                <a:close/>
              </a:path>
            </a:pathLst>
          </a:custGeom>
          <a:solidFill>
            <a:srgbClr val="FFFFFF"/>
          </a:solidFill>
          <a:ln w="12700">
            <a:solidFill>
              <a:srgbClr val="FFFFFF"/>
            </a:solidFill>
            <a:prstDash val="solid"/>
          </a:ln>
        </p:spPr>
      </p:sp>
      <p:sp>
        <p:nvSpPr>
          <p:cNvPr id="62" name="Shield Inner"/>
          <p:cNvSpPr/>
          <p:nvPr/>
        </p:nvSpPr>
        <p:spPr>
          <a:xfrm>
            <a:off x="10616184" y="2139696"/>
            <a:ext cx="155448" cy="402336"/>
          </a:xfrm>
          <a:custGeom>
            <a:avLst/>
            <a:gdLst/>
            <a:ahLst/>
            <a:cxnLst/>
            <a:rect l="l" t="t" r="r" b="b"/>
            <a:pathLst>
              <a:path w="155448" h="402336">
                <a:moveTo>
                  <a:pt x="0" y="0"/>
                </a:moveTo>
                <a:lnTo>
                  <a:pt x="155448" y="54864"/>
                </a:lnTo>
                <a:lnTo>
                  <a:pt x="155448" y="201168"/>
                </a:lnTo>
                <a:cubicBezTo>
                  <a:pt x="155448" y="301752"/>
                  <a:pt x="82296" y="365760"/>
                  <a:pt x="0" y="402336"/>
                </a:cubicBezTo>
                <a:close/>
              </a:path>
            </a:pathLst>
          </a:custGeom>
          <a:solidFill>
            <a:srgbClr val="078FA6"/>
          </a:solidFill>
          <a:ln w="12700">
            <a:solidFill>
              <a:srgbClr val="078FA6"/>
            </a:solidFill>
            <a:prstDash val="solid"/>
          </a:ln>
        </p:spPr>
      </p:sp>
      <p:sp>
        <p:nvSpPr>
          <p:cNvPr id="63" name="Rural Expansion Card"/>
          <p:cNvSpPr/>
          <p:nvPr/>
        </p:nvSpPr>
        <p:spPr>
          <a:xfrm>
            <a:off x="411480" y="3191256"/>
            <a:ext cx="2190902" cy="2532888"/>
          </a:xfrm>
          <a:prstGeom prst="roundRect">
            <a:avLst>
              <a:gd name="adj" fmla="val 5008"/>
            </a:avLst>
          </a:prstGeom>
          <a:solidFill>
            <a:srgbClr val="EAF4FF"/>
          </a:solidFill>
          <a:ln w="9525">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64" name="Rural Expansion Heading"/>
          <p:cNvSpPr txBox="1"/>
          <p:nvPr/>
        </p:nvSpPr>
        <p:spPr>
          <a:xfrm>
            <a:off x="438912" y="3310128"/>
            <a:ext cx="2136038" cy="731520"/>
          </a:xfrm>
          <a:prstGeom prst="rect">
            <a:avLst/>
          </a:prstGeom>
          <a:noFill/>
          <a:ln/>
        </p:spPr>
        <p:txBody>
          <a:bodyPr wrap="square" lIns="0" tIns="0" rIns="0" bIns="0" rtlCol="0" anchor="ctr"/>
          <a:lstStyle/>
          <a:p>
            <a:pPr marL="0" indent="0" algn="ctr">
              <a:buNone/>
            </a:pPr>
            <a:r>
              <a:rPr lang="en-US" sz="1800" b="1" dirty="0">
                <a:solidFill>
                  <a:srgbClr val="12356B"/>
                </a:solidFill>
                <a:latin typeface="Times New Roman" pitchFamily="34" charset="0"/>
                <a:ea typeface="Times New Roman" pitchFamily="34" charset="-122"/>
                <a:cs typeface="Times New Roman" pitchFamily="34" charset="-120"/>
              </a:rPr>
              <a:t>Rural expansion</a:t>
            </a:r>
            <a:endParaRPr lang="en-US" sz="1800" dirty="0"/>
          </a:p>
        </p:txBody>
      </p:sp>
      <p:sp>
        <p:nvSpPr>
          <p:cNvPr id="65" name="Rural Expansion Divider"/>
          <p:cNvSpPr/>
          <p:nvPr/>
        </p:nvSpPr>
        <p:spPr>
          <a:xfrm>
            <a:off x="1232611" y="4114800"/>
            <a:ext cx="548640" cy="27432"/>
          </a:xfrm>
          <a:prstGeom prst="rect">
            <a:avLst/>
          </a:prstGeom>
          <a:solidFill>
            <a:srgbClr val="0866C6"/>
          </a:solidFill>
          <a:ln w="12700">
            <a:solidFill>
              <a:srgbClr val="0866C6"/>
            </a:solidFill>
            <a:prstDash val="solid"/>
          </a:ln>
        </p:spPr>
      </p:sp>
      <p:sp>
        <p:nvSpPr>
          <p:cNvPr id="66" name="Rural Expansion Description"/>
          <p:cNvSpPr txBox="1"/>
          <p:nvPr/>
        </p:nvSpPr>
        <p:spPr>
          <a:xfrm>
            <a:off x="548640" y="4279392"/>
            <a:ext cx="1916582" cy="1234440"/>
          </a:xfrm>
          <a:prstGeom prst="rect">
            <a:avLst/>
          </a:prstGeom>
          <a:noFill/>
          <a:ln/>
        </p:spPr>
        <p:txBody>
          <a:bodyPr wrap="square" lIns="0" tIns="0" rIns="0" bIns="0" rtlCol="0" anchor="t"/>
          <a:lstStyle/>
          <a:p>
            <a:pPr marL="0" indent="0" algn="ctr">
              <a:lnSpc>
                <a:spcPct val="105000"/>
              </a:lnSpc>
              <a:buNone/>
            </a:pPr>
            <a:r>
              <a:rPr lang="en-US" sz="1600" dirty="0">
                <a:solidFill>
                  <a:srgbClr val="12356B"/>
                </a:solidFill>
                <a:latin typeface="Times New Roman" pitchFamily="34" charset="0"/>
                <a:ea typeface="Times New Roman" pitchFamily="34" charset="-122"/>
                <a:cs typeface="Times New Roman" pitchFamily="34" charset="-120"/>
              </a:rPr>
              <a:t>Expansion of digital banking in rural and underserved areas.</a:t>
            </a:r>
            <a:endParaRPr lang="en-US" sz="1600" dirty="0"/>
          </a:p>
        </p:txBody>
      </p:sp>
      <p:sp>
        <p:nvSpPr>
          <p:cNvPr id="67" name="Rural Expansion Bottom Strip"/>
          <p:cNvSpPr/>
          <p:nvPr/>
        </p:nvSpPr>
        <p:spPr>
          <a:xfrm>
            <a:off x="729691" y="5632704"/>
            <a:ext cx="1554480" cy="91440"/>
          </a:xfrm>
          <a:prstGeom prst="roundRect">
            <a:avLst>
              <a:gd name="adj" fmla="val 50000"/>
            </a:avLst>
          </a:prstGeom>
          <a:solidFill>
            <a:srgbClr val="0866C6"/>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68" name="Regional Languages Card"/>
          <p:cNvSpPr/>
          <p:nvPr/>
        </p:nvSpPr>
        <p:spPr>
          <a:xfrm>
            <a:off x="2712110" y="3191256"/>
            <a:ext cx="2190902" cy="2532888"/>
          </a:xfrm>
          <a:prstGeom prst="roundRect">
            <a:avLst>
              <a:gd name="adj" fmla="val 5008"/>
            </a:avLst>
          </a:prstGeom>
          <a:solidFill>
            <a:srgbClr val="FFF9ED"/>
          </a:solidFill>
          <a:ln w="9525">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69" name="Regional Languages Heading"/>
          <p:cNvSpPr txBox="1"/>
          <p:nvPr/>
        </p:nvSpPr>
        <p:spPr>
          <a:xfrm>
            <a:off x="2739542" y="3310128"/>
            <a:ext cx="2136038" cy="731520"/>
          </a:xfrm>
          <a:prstGeom prst="rect">
            <a:avLst/>
          </a:prstGeom>
          <a:noFill/>
          <a:ln/>
        </p:spPr>
        <p:txBody>
          <a:bodyPr wrap="square" lIns="0" tIns="0" rIns="0" bIns="0" rtlCol="0" anchor="ctr"/>
          <a:lstStyle/>
          <a:p>
            <a:pPr marL="0" indent="0" algn="ctr">
              <a:buNone/>
            </a:pPr>
            <a:r>
              <a:rPr lang="en-US" sz="1800" b="1" dirty="0">
                <a:solidFill>
                  <a:srgbClr val="12356B"/>
                </a:solidFill>
                <a:latin typeface="Times New Roman" pitchFamily="34" charset="0"/>
                <a:ea typeface="Times New Roman" pitchFamily="34" charset="-122"/>
                <a:cs typeface="Times New Roman" pitchFamily="34" charset="-120"/>
              </a:rPr>
              <a:t>Regional languages</a:t>
            </a:r>
            <a:endParaRPr lang="en-US" sz="1800" dirty="0"/>
          </a:p>
        </p:txBody>
      </p:sp>
      <p:sp>
        <p:nvSpPr>
          <p:cNvPr id="70" name="Regional Languages Divider"/>
          <p:cNvSpPr/>
          <p:nvPr/>
        </p:nvSpPr>
        <p:spPr>
          <a:xfrm>
            <a:off x="3533242" y="4114800"/>
            <a:ext cx="548640" cy="27432"/>
          </a:xfrm>
          <a:prstGeom prst="rect">
            <a:avLst/>
          </a:prstGeom>
          <a:solidFill>
            <a:srgbClr val="F5AB00"/>
          </a:solidFill>
          <a:ln w="12700">
            <a:solidFill>
              <a:srgbClr val="F5AB00"/>
            </a:solidFill>
            <a:prstDash val="solid"/>
          </a:ln>
        </p:spPr>
      </p:sp>
      <p:sp>
        <p:nvSpPr>
          <p:cNvPr id="71" name="Regional Languages Description"/>
          <p:cNvSpPr txBox="1"/>
          <p:nvPr/>
        </p:nvSpPr>
        <p:spPr>
          <a:xfrm>
            <a:off x="2849270" y="4279392"/>
            <a:ext cx="1916582" cy="1234440"/>
          </a:xfrm>
          <a:prstGeom prst="rect">
            <a:avLst/>
          </a:prstGeom>
          <a:noFill/>
          <a:ln/>
        </p:spPr>
        <p:txBody>
          <a:bodyPr wrap="square" lIns="0" tIns="0" rIns="0" bIns="0" rtlCol="0" anchor="t"/>
          <a:lstStyle/>
          <a:p>
            <a:pPr marL="0" indent="0" algn="ctr">
              <a:lnSpc>
                <a:spcPct val="105000"/>
              </a:lnSpc>
              <a:buNone/>
            </a:pPr>
            <a:r>
              <a:rPr lang="en-US" sz="1600" dirty="0">
                <a:solidFill>
                  <a:srgbClr val="12356B"/>
                </a:solidFill>
                <a:latin typeface="Times New Roman" pitchFamily="34" charset="0"/>
                <a:ea typeface="Times New Roman" pitchFamily="34" charset="-122"/>
                <a:cs typeface="Times New Roman" pitchFamily="34" charset="-120"/>
              </a:rPr>
              <a:t>Development of financial applications in regional languages.</a:t>
            </a:r>
            <a:endParaRPr lang="en-US" sz="1600" dirty="0"/>
          </a:p>
        </p:txBody>
      </p:sp>
      <p:sp>
        <p:nvSpPr>
          <p:cNvPr id="72" name="Regional Languages Bottom Strip"/>
          <p:cNvSpPr/>
          <p:nvPr/>
        </p:nvSpPr>
        <p:spPr>
          <a:xfrm>
            <a:off x="3030322" y="5632704"/>
            <a:ext cx="1554480" cy="91440"/>
          </a:xfrm>
          <a:prstGeom prst="roundRect">
            <a:avLst>
              <a:gd name="adj" fmla="val 50000"/>
            </a:avLst>
          </a:prstGeom>
          <a:solidFill>
            <a:srgbClr val="F5AB00"/>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73" name="Financial Literacy Card"/>
          <p:cNvSpPr/>
          <p:nvPr/>
        </p:nvSpPr>
        <p:spPr>
          <a:xfrm>
            <a:off x="5012741" y="3191256"/>
            <a:ext cx="2190902" cy="2532888"/>
          </a:xfrm>
          <a:prstGeom prst="roundRect">
            <a:avLst>
              <a:gd name="adj" fmla="val 5008"/>
            </a:avLst>
          </a:prstGeom>
          <a:solidFill>
            <a:srgbClr val="EAF8F3"/>
          </a:solidFill>
          <a:ln w="9525">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74" name="Financial Literacy Heading"/>
          <p:cNvSpPr txBox="1"/>
          <p:nvPr/>
        </p:nvSpPr>
        <p:spPr>
          <a:xfrm>
            <a:off x="5040173" y="3310128"/>
            <a:ext cx="2136038" cy="731520"/>
          </a:xfrm>
          <a:prstGeom prst="rect">
            <a:avLst/>
          </a:prstGeom>
          <a:noFill/>
          <a:ln/>
        </p:spPr>
        <p:txBody>
          <a:bodyPr wrap="square" lIns="0" tIns="0" rIns="0" bIns="0" rtlCol="0" anchor="ctr"/>
          <a:lstStyle/>
          <a:p>
            <a:pPr marL="0" indent="0" algn="ctr">
              <a:buNone/>
            </a:pPr>
            <a:r>
              <a:rPr lang="en-US" sz="1800" b="1" dirty="0">
                <a:solidFill>
                  <a:srgbClr val="12356B"/>
                </a:solidFill>
                <a:latin typeface="Times New Roman" pitchFamily="34" charset="0"/>
                <a:ea typeface="Times New Roman" pitchFamily="34" charset="-122"/>
                <a:cs typeface="Times New Roman" pitchFamily="34" charset="-120"/>
              </a:rPr>
              <a:t>Financial literacy</a:t>
            </a:r>
            <a:endParaRPr lang="en-US" sz="1800" dirty="0"/>
          </a:p>
        </p:txBody>
      </p:sp>
      <p:sp>
        <p:nvSpPr>
          <p:cNvPr id="75" name="Financial Literacy Divider"/>
          <p:cNvSpPr/>
          <p:nvPr/>
        </p:nvSpPr>
        <p:spPr>
          <a:xfrm>
            <a:off x="5833872" y="4114800"/>
            <a:ext cx="548640" cy="27432"/>
          </a:xfrm>
          <a:prstGeom prst="rect">
            <a:avLst/>
          </a:prstGeom>
          <a:solidFill>
            <a:srgbClr val="138B68"/>
          </a:solidFill>
          <a:ln w="12700">
            <a:solidFill>
              <a:srgbClr val="138B68"/>
            </a:solidFill>
            <a:prstDash val="solid"/>
          </a:ln>
        </p:spPr>
      </p:sp>
      <p:sp>
        <p:nvSpPr>
          <p:cNvPr id="76" name="Financial Literacy Description"/>
          <p:cNvSpPr txBox="1"/>
          <p:nvPr/>
        </p:nvSpPr>
        <p:spPr>
          <a:xfrm>
            <a:off x="5149901" y="4279392"/>
            <a:ext cx="1916582" cy="1234440"/>
          </a:xfrm>
          <a:prstGeom prst="rect">
            <a:avLst/>
          </a:prstGeom>
          <a:noFill/>
          <a:ln/>
        </p:spPr>
        <p:txBody>
          <a:bodyPr wrap="square" lIns="0" tIns="0" rIns="0" bIns="0" rtlCol="0" anchor="t"/>
          <a:lstStyle/>
          <a:p>
            <a:pPr marL="0" indent="0" algn="ctr">
              <a:lnSpc>
                <a:spcPct val="105000"/>
              </a:lnSpc>
              <a:buNone/>
            </a:pPr>
            <a:r>
              <a:rPr lang="en-US" sz="1600" dirty="0">
                <a:solidFill>
                  <a:srgbClr val="12356B"/>
                </a:solidFill>
                <a:latin typeface="Times New Roman" pitchFamily="34" charset="0"/>
                <a:ea typeface="Times New Roman" pitchFamily="34" charset="-122"/>
                <a:cs typeface="Times New Roman" pitchFamily="34" charset="-120"/>
              </a:rPr>
              <a:t>Greater awareness through financial literacy programmes.</a:t>
            </a:r>
            <a:endParaRPr lang="en-US" sz="1600" dirty="0"/>
          </a:p>
        </p:txBody>
      </p:sp>
      <p:sp>
        <p:nvSpPr>
          <p:cNvPr id="77" name="Financial Literacy Bottom Strip"/>
          <p:cNvSpPr/>
          <p:nvPr/>
        </p:nvSpPr>
        <p:spPr>
          <a:xfrm>
            <a:off x="5330952" y="5632704"/>
            <a:ext cx="1554480" cy="91440"/>
          </a:xfrm>
          <a:prstGeom prst="roundRect">
            <a:avLst>
              <a:gd name="adj" fmla="val 50000"/>
            </a:avLst>
          </a:prstGeom>
          <a:solidFill>
            <a:srgbClr val="138B68"/>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78" name="Insurance Pensions Loans Card"/>
          <p:cNvSpPr/>
          <p:nvPr/>
        </p:nvSpPr>
        <p:spPr>
          <a:xfrm>
            <a:off x="7313371" y="3191256"/>
            <a:ext cx="2190902" cy="2532888"/>
          </a:xfrm>
          <a:prstGeom prst="roundRect">
            <a:avLst>
              <a:gd name="adj" fmla="val 5008"/>
            </a:avLst>
          </a:prstGeom>
          <a:solidFill>
            <a:srgbClr val="F3EEFF"/>
          </a:solidFill>
          <a:ln w="9525">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79" name="Insurance Pensions Loans Heading"/>
          <p:cNvSpPr txBox="1"/>
          <p:nvPr/>
        </p:nvSpPr>
        <p:spPr>
          <a:xfrm>
            <a:off x="7340803" y="3310128"/>
            <a:ext cx="2136038" cy="731520"/>
          </a:xfrm>
          <a:prstGeom prst="rect">
            <a:avLst/>
          </a:prstGeom>
          <a:noFill/>
          <a:ln/>
        </p:spPr>
        <p:txBody>
          <a:bodyPr wrap="square" lIns="0" tIns="0" rIns="0" bIns="0" rtlCol="0" anchor="ctr"/>
          <a:lstStyle/>
          <a:p>
            <a:pPr marL="0" indent="0" algn="ctr">
              <a:buNone/>
            </a:pPr>
            <a:r>
              <a:rPr lang="en-US" sz="1800" b="1" dirty="0">
                <a:solidFill>
                  <a:srgbClr val="12356B"/>
                </a:solidFill>
                <a:latin typeface="Times New Roman" pitchFamily="34" charset="0"/>
                <a:ea typeface="Times New Roman" pitchFamily="34" charset="-122"/>
                <a:cs typeface="Times New Roman" pitchFamily="34" charset="-120"/>
              </a:rPr>
              <a:t>Insurance, pensions and loans</a:t>
            </a:r>
            <a:endParaRPr lang="en-US" sz="1800" dirty="0"/>
          </a:p>
        </p:txBody>
      </p:sp>
      <p:sp>
        <p:nvSpPr>
          <p:cNvPr id="80" name="Insurance Pensions Loans Divider"/>
          <p:cNvSpPr/>
          <p:nvPr/>
        </p:nvSpPr>
        <p:spPr>
          <a:xfrm>
            <a:off x="8134502" y="4114800"/>
            <a:ext cx="548640" cy="27432"/>
          </a:xfrm>
          <a:prstGeom prst="rect">
            <a:avLst/>
          </a:prstGeom>
          <a:solidFill>
            <a:srgbClr val="7040C8"/>
          </a:solidFill>
          <a:ln w="12700">
            <a:solidFill>
              <a:srgbClr val="7040C8"/>
            </a:solidFill>
            <a:prstDash val="solid"/>
          </a:ln>
        </p:spPr>
      </p:sp>
      <p:sp>
        <p:nvSpPr>
          <p:cNvPr id="81" name="Insurance Pensions Loans Description"/>
          <p:cNvSpPr txBox="1"/>
          <p:nvPr/>
        </p:nvSpPr>
        <p:spPr>
          <a:xfrm>
            <a:off x="7450531" y="4279392"/>
            <a:ext cx="1916582" cy="1234440"/>
          </a:xfrm>
          <a:prstGeom prst="rect">
            <a:avLst/>
          </a:prstGeom>
          <a:noFill/>
          <a:ln/>
        </p:spPr>
        <p:txBody>
          <a:bodyPr wrap="square" lIns="0" tIns="0" rIns="0" bIns="0" rtlCol="0" anchor="t"/>
          <a:lstStyle/>
          <a:p>
            <a:pPr marL="0" indent="0" algn="ctr">
              <a:lnSpc>
                <a:spcPct val="105000"/>
              </a:lnSpc>
              <a:buNone/>
            </a:pPr>
            <a:r>
              <a:rPr lang="en-US" sz="1600" dirty="0">
                <a:solidFill>
                  <a:srgbClr val="12356B"/>
                </a:solidFill>
                <a:latin typeface="Times New Roman" pitchFamily="34" charset="0"/>
                <a:ea typeface="Times New Roman" pitchFamily="34" charset="-122"/>
                <a:cs typeface="Times New Roman" pitchFamily="34" charset="-120"/>
              </a:rPr>
              <a:t>Improved access to microinsurance, pensions and small loans.</a:t>
            </a:r>
            <a:endParaRPr lang="en-US" sz="1600" dirty="0"/>
          </a:p>
        </p:txBody>
      </p:sp>
      <p:sp>
        <p:nvSpPr>
          <p:cNvPr id="82" name="Insurance Pensions Loans Bottom Strip"/>
          <p:cNvSpPr/>
          <p:nvPr/>
        </p:nvSpPr>
        <p:spPr>
          <a:xfrm>
            <a:off x="7631582" y="5632704"/>
            <a:ext cx="1554480" cy="91440"/>
          </a:xfrm>
          <a:prstGeom prst="roundRect">
            <a:avLst>
              <a:gd name="adj" fmla="val 50000"/>
            </a:avLst>
          </a:prstGeom>
          <a:solidFill>
            <a:srgbClr val="7040C8"/>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83" name="Consumer Protection Card"/>
          <p:cNvSpPr/>
          <p:nvPr/>
        </p:nvSpPr>
        <p:spPr>
          <a:xfrm>
            <a:off x="9614002" y="3191256"/>
            <a:ext cx="2190902" cy="2532888"/>
          </a:xfrm>
          <a:prstGeom prst="roundRect">
            <a:avLst>
              <a:gd name="adj" fmla="val 5008"/>
            </a:avLst>
          </a:prstGeom>
          <a:solidFill>
            <a:srgbClr val="E7F7FC"/>
          </a:solidFill>
          <a:ln w="9525">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84" name="Consumer Protection Heading"/>
          <p:cNvSpPr txBox="1"/>
          <p:nvPr/>
        </p:nvSpPr>
        <p:spPr>
          <a:xfrm>
            <a:off x="9641434" y="3310128"/>
            <a:ext cx="2136038" cy="731520"/>
          </a:xfrm>
          <a:prstGeom prst="rect">
            <a:avLst/>
          </a:prstGeom>
          <a:noFill/>
          <a:ln/>
        </p:spPr>
        <p:txBody>
          <a:bodyPr wrap="square" lIns="0" tIns="0" rIns="0" bIns="0" rtlCol="0" anchor="ctr"/>
          <a:lstStyle/>
          <a:p>
            <a:pPr marL="0" indent="0" algn="ctr">
              <a:buNone/>
            </a:pPr>
            <a:r>
              <a:rPr lang="en-US" sz="1800" b="1" dirty="0">
                <a:solidFill>
                  <a:srgbClr val="12356B"/>
                </a:solidFill>
                <a:latin typeface="Times New Roman" pitchFamily="34" charset="0"/>
                <a:ea typeface="Times New Roman" pitchFamily="34" charset="-122"/>
                <a:cs typeface="Times New Roman" pitchFamily="34" charset="-120"/>
              </a:rPr>
              <a:t>Consumer protection</a:t>
            </a:r>
            <a:endParaRPr lang="en-US" sz="1800" dirty="0"/>
          </a:p>
        </p:txBody>
      </p:sp>
      <p:sp>
        <p:nvSpPr>
          <p:cNvPr id="85" name="Consumer Protection Divider"/>
          <p:cNvSpPr/>
          <p:nvPr/>
        </p:nvSpPr>
        <p:spPr>
          <a:xfrm>
            <a:off x="10435133" y="4114800"/>
            <a:ext cx="548640" cy="27432"/>
          </a:xfrm>
          <a:prstGeom prst="rect">
            <a:avLst/>
          </a:prstGeom>
          <a:solidFill>
            <a:srgbClr val="078FA6"/>
          </a:solidFill>
          <a:ln w="12700">
            <a:solidFill>
              <a:srgbClr val="078FA6"/>
            </a:solidFill>
            <a:prstDash val="solid"/>
          </a:ln>
        </p:spPr>
      </p:sp>
      <p:sp>
        <p:nvSpPr>
          <p:cNvPr id="86" name="Consumer Protection Description"/>
          <p:cNvSpPr txBox="1"/>
          <p:nvPr/>
        </p:nvSpPr>
        <p:spPr>
          <a:xfrm>
            <a:off x="9751162" y="4279392"/>
            <a:ext cx="1916582" cy="1234440"/>
          </a:xfrm>
          <a:prstGeom prst="rect">
            <a:avLst/>
          </a:prstGeom>
          <a:noFill/>
          <a:ln/>
        </p:spPr>
        <p:txBody>
          <a:bodyPr wrap="square" lIns="0" tIns="0" rIns="0" bIns="0" rtlCol="0" anchor="t"/>
          <a:lstStyle/>
          <a:p>
            <a:pPr marL="0" indent="0" algn="ctr">
              <a:lnSpc>
                <a:spcPct val="105000"/>
              </a:lnSpc>
              <a:buNone/>
            </a:pPr>
            <a:r>
              <a:rPr lang="en-US" sz="1600" dirty="0">
                <a:solidFill>
                  <a:srgbClr val="12356B"/>
                </a:solidFill>
                <a:latin typeface="Times New Roman" pitchFamily="34" charset="0"/>
                <a:ea typeface="Times New Roman" pitchFamily="34" charset="-122"/>
                <a:cs typeface="Times New Roman" pitchFamily="34" charset="-120"/>
              </a:rPr>
              <a:t>Stronger consumer protection and secure digital payment systems.</a:t>
            </a:r>
            <a:endParaRPr lang="en-US" sz="1600" dirty="0"/>
          </a:p>
        </p:txBody>
      </p:sp>
      <p:sp>
        <p:nvSpPr>
          <p:cNvPr id="87" name="Consumer Protection Bottom Strip"/>
          <p:cNvSpPr/>
          <p:nvPr/>
        </p:nvSpPr>
        <p:spPr>
          <a:xfrm>
            <a:off x="9932213" y="5632704"/>
            <a:ext cx="1554480" cy="91440"/>
          </a:xfrm>
          <a:prstGeom prst="roundRect">
            <a:avLst>
              <a:gd name="adj" fmla="val 50000"/>
            </a:avLst>
          </a:prstGeom>
          <a:solidFill>
            <a:srgbClr val="078FA6"/>
          </a:solidFill>
          <a:ln w="1270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grpSp>
        <p:nvGrpSpPr>
          <p:cNvPr id="88" name="Graphic 2">
            <a:extLst>
              <a:ext uri="{FF2B5EF4-FFF2-40B4-BE49-F238E27FC236}">
                <a16:creationId xmlns:a16="http://schemas.microsoft.com/office/drawing/2014/main" id="{E821D8C7-6815-F83F-87F3-79AD58542DD4}"/>
              </a:ext>
            </a:extLst>
          </p:cNvPr>
          <p:cNvGrpSpPr/>
          <p:nvPr/>
        </p:nvGrpSpPr>
        <p:grpSpPr>
          <a:xfrm>
            <a:off x="-2566280" y="5632704"/>
            <a:ext cx="22278322" cy="1206501"/>
            <a:chOff x="-1701658" y="3997633"/>
            <a:chExt cx="14003150" cy="3533927"/>
          </a:xfrm>
          <a:noFill/>
          <a:effectLst>
            <a:outerShdw blurRad="635000" algn="ctr" rotWithShape="0">
              <a:schemeClr val="bg1"/>
            </a:outerShdw>
          </a:effectLst>
        </p:grpSpPr>
        <p:grpSp>
          <p:nvGrpSpPr>
            <p:cNvPr id="89" name="Graphic 2">
              <a:extLst>
                <a:ext uri="{FF2B5EF4-FFF2-40B4-BE49-F238E27FC236}">
                  <a16:creationId xmlns:a16="http://schemas.microsoft.com/office/drawing/2014/main" id="{C7E23C5A-59AE-CAE3-A734-E1C52781F645}"/>
                </a:ext>
              </a:extLst>
            </p:cNvPr>
            <p:cNvGrpSpPr/>
            <p:nvPr/>
          </p:nvGrpSpPr>
          <p:grpSpPr>
            <a:xfrm>
              <a:off x="-1701658" y="3997633"/>
              <a:ext cx="14003150" cy="3531261"/>
              <a:chOff x="-1701658" y="3997633"/>
              <a:chExt cx="14003150" cy="3531261"/>
            </a:xfrm>
            <a:grpFill/>
          </p:grpSpPr>
          <p:sp>
            <p:nvSpPr>
              <p:cNvPr id="1003" name="Freeform: Shape 1002">
                <a:extLst>
                  <a:ext uri="{FF2B5EF4-FFF2-40B4-BE49-F238E27FC236}">
                    <a16:creationId xmlns:a16="http://schemas.microsoft.com/office/drawing/2014/main" id="{C23E0F1E-D035-0EA4-78B4-B63E42C89238}"/>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E00BC8A4-839E-7C01-01EA-B93DC0805DAF}"/>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72605824-60BD-B1C0-AF75-713866205A90}"/>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C23D1E95-EB31-EACD-60B9-88C38285CD58}"/>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813A5B80-3341-AFBC-55FD-2197D7E2446A}"/>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C24B6E57-3350-D091-270E-CAA39A6935EE}"/>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2667C6EA-97B6-1B86-5D8F-0A43BF460909}"/>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79A3C194-A5B3-7981-E780-9030169C2677}"/>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64FDA683-3751-D0FA-22F9-75A78A2FA3CA}"/>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FF3EBFC2-D087-C16E-6138-53774A045B0A}"/>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6F202E99-0AA1-A223-AA92-1C03175A8112}"/>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6C379994-44B9-DB35-52F9-161DD17E9BB0}"/>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5612FB7F-6860-1788-AD8A-580C9D56D9BB}"/>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39293754-0A35-7CE0-D035-ADBA3C1C9766}"/>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988BC964-AF30-4C21-7B16-819F0A59FFE9}"/>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70BDE0EB-01AA-0C60-EEB6-728030E67808}"/>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A403E58F-B4CA-0B47-EC91-5C6E22380491}"/>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1C1A9E24-CBB7-16E0-7F52-EAA1FC1186CF}"/>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3E86A63D-7BB4-67DD-52E6-5F3ECA8BD022}"/>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6620D047-AD88-E510-9B17-28E03C374809}"/>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378CCF5D-017E-375E-5FBF-16E7C38EC104}"/>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0D83809E-CC18-07A6-3124-FB4B3A2BD15D}"/>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BF9C2239-1869-16D3-8528-72807A687CAA}"/>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422F7A6C-FC53-172E-FF57-DFC7216FCC97}"/>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CA7287B0-7602-20F5-07D7-122725A31DAB}"/>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8" name="Freeform: Shape 1027">
                <a:extLst>
                  <a:ext uri="{FF2B5EF4-FFF2-40B4-BE49-F238E27FC236}">
                    <a16:creationId xmlns:a16="http://schemas.microsoft.com/office/drawing/2014/main" id="{AB7B1155-873F-86A3-2C7E-BF4026E18CE9}"/>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9" name="Freeform: Shape 1028">
                <a:extLst>
                  <a:ext uri="{FF2B5EF4-FFF2-40B4-BE49-F238E27FC236}">
                    <a16:creationId xmlns:a16="http://schemas.microsoft.com/office/drawing/2014/main" id="{654FCCAA-DF4C-36EC-07AF-D20A86B08A49}"/>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0" name="Freeform: Shape 1029">
                <a:extLst>
                  <a:ext uri="{FF2B5EF4-FFF2-40B4-BE49-F238E27FC236}">
                    <a16:creationId xmlns:a16="http://schemas.microsoft.com/office/drawing/2014/main" id="{47EB4902-8A62-D1EC-9B82-3E0D761B4DC1}"/>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1" name="Freeform: Shape 1030">
                <a:extLst>
                  <a:ext uri="{FF2B5EF4-FFF2-40B4-BE49-F238E27FC236}">
                    <a16:creationId xmlns:a16="http://schemas.microsoft.com/office/drawing/2014/main" id="{3A136F68-B0C7-D66D-D13F-1C7DEEE290C1}"/>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2" name="Freeform: Shape 1031">
                <a:extLst>
                  <a:ext uri="{FF2B5EF4-FFF2-40B4-BE49-F238E27FC236}">
                    <a16:creationId xmlns:a16="http://schemas.microsoft.com/office/drawing/2014/main" id="{9CA5E22B-43A4-13A1-34D7-814E3DB1506C}"/>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3" name="Freeform: Shape 1032">
                <a:extLst>
                  <a:ext uri="{FF2B5EF4-FFF2-40B4-BE49-F238E27FC236}">
                    <a16:creationId xmlns:a16="http://schemas.microsoft.com/office/drawing/2014/main" id="{A6EB6579-3FD8-ACD2-CDF5-79D446101E8C}"/>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4" name="Freeform: Shape 1033">
                <a:extLst>
                  <a:ext uri="{FF2B5EF4-FFF2-40B4-BE49-F238E27FC236}">
                    <a16:creationId xmlns:a16="http://schemas.microsoft.com/office/drawing/2014/main" id="{9DA0B95D-BDD6-8E30-6E26-09B479A12FD6}"/>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5" name="Freeform: Shape 1034">
                <a:extLst>
                  <a:ext uri="{FF2B5EF4-FFF2-40B4-BE49-F238E27FC236}">
                    <a16:creationId xmlns:a16="http://schemas.microsoft.com/office/drawing/2014/main" id="{FD99CBAA-039D-3684-7F75-9E041B299559}"/>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6" name="Freeform: Shape 1035">
                <a:extLst>
                  <a:ext uri="{FF2B5EF4-FFF2-40B4-BE49-F238E27FC236}">
                    <a16:creationId xmlns:a16="http://schemas.microsoft.com/office/drawing/2014/main" id="{A96961EC-5DFF-A98D-9718-55E717549F0B}"/>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7" name="Freeform: Shape 1036">
                <a:extLst>
                  <a:ext uri="{FF2B5EF4-FFF2-40B4-BE49-F238E27FC236}">
                    <a16:creationId xmlns:a16="http://schemas.microsoft.com/office/drawing/2014/main" id="{BEA4B522-4F3C-50CE-5CED-4202906E59F8}"/>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8" name="Freeform: Shape 1037">
                <a:extLst>
                  <a:ext uri="{FF2B5EF4-FFF2-40B4-BE49-F238E27FC236}">
                    <a16:creationId xmlns:a16="http://schemas.microsoft.com/office/drawing/2014/main" id="{0FF2EF37-159F-E87D-8346-BAB1211AAE1C}"/>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9" name="Freeform: Shape 1038">
                <a:extLst>
                  <a:ext uri="{FF2B5EF4-FFF2-40B4-BE49-F238E27FC236}">
                    <a16:creationId xmlns:a16="http://schemas.microsoft.com/office/drawing/2014/main" id="{B9ACC675-86D5-536F-85F4-337F03A20CCF}"/>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0" name="Freeform: Shape 1039">
                <a:extLst>
                  <a:ext uri="{FF2B5EF4-FFF2-40B4-BE49-F238E27FC236}">
                    <a16:creationId xmlns:a16="http://schemas.microsoft.com/office/drawing/2014/main" id="{5AD983C9-0F3A-D1EE-5DC7-A00915E1431E}"/>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1" name="Freeform: Shape 1040">
                <a:extLst>
                  <a:ext uri="{FF2B5EF4-FFF2-40B4-BE49-F238E27FC236}">
                    <a16:creationId xmlns:a16="http://schemas.microsoft.com/office/drawing/2014/main" id="{09C0511A-59E9-8C4E-02E5-5B58CB27449F}"/>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2" name="Freeform: Shape 1041">
                <a:extLst>
                  <a:ext uri="{FF2B5EF4-FFF2-40B4-BE49-F238E27FC236}">
                    <a16:creationId xmlns:a16="http://schemas.microsoft.com/office/drawing/2014/main" id="{BAB7F7B7-89E7-1DA1-5E02-CC2C91E3E35A}"/>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3" name="Freeform: Shape 1042">
                <a:extLst>
                  <a:ext uri="{FF2B5EF4-FFF2-40B4-BE49-F238E27FC236}">
                    <a16:creationId xmlns:a16="http://schemas.microsoft.com/office/drawing/2014/main" id="{4D64E46C-2351-B5E8-41F8-6EA21475CF15}"/>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4" name="Freeform: Shape 1043">
                <a:extLst>
                  <a:ext uri="{FF2B5EF4-FFF2-40B4-BE49-F238E27FC236}">
                    <a16:creationId xmlns:a16="http://schemas.microsoft.com/office/drawing/2014/main" id="{72A62010-D746-D5EF-1AC5-814CCCA8D442}"/>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5" name="Freeform: Shape 1044">
                <a:extLst>
                  <a:ext uri="{FF2B5EF4-FFF2-40B4-BE49-F238E27FC236}">
                    <a16:creationId xmlns:a16="http://schemas.microsoft.com/office/drawing/2014/main" id="{D25D3E84-7008-476C-A0E2-6B71A9A08346}"/>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6" name="Freeform: Shape 1045">
                <a:extLst>
                  <a:ext uri="{FF2B5EF4-FFF2-40B4-BE49-F238E27FC236}">
                    <a16:creationId xmlns:a16="http://schemas.microsoft.com/office/drawing/2014/main" id="{26C84ED1-70E4-7822-E506-D621DEA213F4}"/>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7" name="Freeform: Shape 1046">
                <a:extLst>
                  <a:ext uri="{FF2B5EF4-FFF2-40B4-BE49-F238E27FC236}">
                    <a16:creationId xmlns:a16="http://schemas.microsoft.com/office/drawing/2014/main" id="{9CFF41C2-4624-407A-7449-8760D0499E9F}"/>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8" name="Freeform: Shape 1047">
                <a:extLst>
                  <a:ext uri="{FF2B5EF4-FFF2-40B4-BE49-F238E27FC236}">
                    <a16:creationId xmlns:a16="http://schemas.microsoft.com/office/drawing/2014/main" id="{2B176F6C-5D7F-B94F-2645-604667292C8D}"/>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9" name="Freeform: Shape 1048">
                <a:extLst>
                  <a:ext uri="{FF2B5EF4-FFF2-40B4-BE49-F238E27FC236}">
                    <a16:creationId xmlns:a16="http://schemas.microsoft.com/office/drawing/2014/main" id="{CCB42AEB-004E-625B-8EC5-B893237D9BDE}"/>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0" name="Freeform: Shape 1049">
                <a:extLst>
                  <a:ext uri="{FF2B5EF4-FFF2-40B4-BE49-F238E27FC236}">
                    <a16:creationId xmlns:a16="http://schemas.microsoft.com/office/drawing/2014/main" id="{08637F34-E35F-C67E-99F8-60CC5F4AA1EA}"/>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1" name="Freeform: Shape 1050">
                <a:extLst>
                  <a:ext uri="{FF2B5EF4-FFF2-40B4-BE49-F238E27FC236}">
                    <a16:creationId xmlns:a16="http://schemas.microsoft.com/office/drawing/2014/main" id="{0D8269DD-EFDC-D05D-A7AB-10DC22CA3711}"/>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2" name="Freeform: Shape 1051">
                <a:extLst>
                  <a:ext uri="{FF2B5EF4-FFF2-40B4-BE49-F238E27FC236}">
                    <a16:creationId xmlns:a16="http://schemas.microsoft.com/office/drawing/2014/main" id="{05010B41-3625-7666-D10F-8DFF24ADBCCB}"/>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3" name="Freeform: Shape 1052">
                <a:extLst>
                  <a:ext uri="{FF2B5EF4-FFF2-40B4-BE49-F238E27FC236}">
                    <a16:creationId xmlns:a16="http://schemas.microsoft.com/office/drawing/2014/main" id="{F4D901A7-FAE4-1259-2AC4-3BE75595C496}"/>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4" name="Freeform: Shape 1053">
                <a:extLst>
                  <a:ext uri="{FF2B5EF4-FFF2-40B4-BE49-F238E27FC236}">
                    <a16:creationId xmlns:a16="http://schemas.microsoft.com/office/drawing/2014/main" id="{CE739158-B3F9-7500-F0BE-57CC666BE8F4}"/>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5" name="Freeform: Shape 1054">
                <a:extLst>
                  <a:ext uri="{FF2B5EF4-FFF2-40B4-BE49-F238E27FC236}">
                    <a16:creationId xmlns:a16="http://schemas.microsoft.com/office/drawing/2014/main" id="{B12A1EB8-9A79-A761-26B9-996C66A64AD0}"/>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6" name="Freeform: Shape 1055">
                <a:extLst>
                  <a:ext uri="{FF2B5EF4-FFF2-40B4-BE49-F238E27FC236}">
                    <a16:creationId xmlns:a16="http://schemas.microsoft.com/office/drawing/2014/main" id="{555FF486-E368-7545-92BD-3616743FE933}"/>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7" name="Freeform: Shape 1056">
                <a:extLst>
                  <a:ext uri="{FF2B5EF4-FFF2-40B4-BE49-F238E27FC236}">
                    <a16:creationId xmlns:a16="http://schemas.microsoft.com/office/drawing/2014/main" id="{7B96CE0C-F665-8D50-960C-4AA6B006FDF5}"/>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8" name="Freeform: Shape 1057">
                <a:extLst>
                  <a:ext uri="{FF2B5EF4-FFF2-40B4-BE49-F238E27FC236}">
                    <a16:creationId xmlns:a16="http://schemas.microsoft.com/office/drawing/2014/main" id="{4A0D85B2-11ED-560F-BCF7-6975DEB0C5FE}"/>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9" name="Freeform: Shape 1058">
                <a:extLst>
                  <a:ext uri="{FF2B5EF4-FFF2-40B4-BE49-F238E27FC236}">
                    <a16:creationId xmlns:a16="http://schemas.microsoft.com/office/drawing/2014/main" id="{6333C9C5-587A-2EDD-B1F4-363EA51564B5}"/>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0" name="Freeform: Shape 1059">
                <a:extLst>
                  <a:ext uri="{FF2B5EF4-FFF2-40B4-BE49-F238E27FC236}">
                    <a16:creationId xmlns:a16="http://schemas.microsoft.com/office/drawing/2014/main" id="{E444E5CB-2B51-9920-B3F7-B690ADE2CC17}"/>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1" name="Freeform: Shape 1060">
                <a:extLst>
                  <a:ext uri="{FF2B5EF4-FFF2-40B4-BE49-F238E27FC236}">
                    <a16:creationId xmlns:a16="http://schemas.microsoft.com/office/drawing/2014/main" id="{02E2B732-B928-4776-4701-4F6F93A2D80B}"/>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2" name="Freeform: Shape 1061">
                <a:extLst>
                  <a:ext uri="{FF2B5EF4-FFF2-40B4-BE49-F238E27FC236}">
                    <a16:creationId xmlns:a16="http://schemas.microsoft.com/office/drawing/2014/main" id="{1EB945CA-FE18-E67D-4284-8C03320DBAF1}"/>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3" name="Freeform: Shape 1062">
                <a:extLst>
                  <a:ext uri="{FF2B5EF4-FFF2-40B4-BE49-F238E27FC236}">
                    <a16:creationId xmlns:a16="http://schemas.microsoft.com/office/drawing/2014/main" id="{A23EF991-CA1F-01B1-ABB1-7265FD582F64}"/>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accent2">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90" name="Graphic 2">
              <a:extLst>
                <a:ext uri="{FF2B5EF4-FFF2-40B4-BE49-F238E27FC236}">
                  <a16:creationId xmlns:a16="http://schemas.microsoft.com/office/drawing/2014/main" id="{38A6F634-D0C4-6BC8-5C9D-DB3AB607CFDF}"/>
                </a:ext>
              </a:extLst>
            </p:cNvPr>
            <p:cNvGrpSpPr/>
            <p:nvPr/>
          </p:nvGrpSpPr>
          <p:grpSpPr>
            <a:xfrm>
              <a:off x="-1350054" y="4031449"/>
              <a:ext cx="13299963" cy="3500111"/>
              <a:chOff x="-1350054" y="4031449"/>
              <a:chExt cx="13299963" cy="3500111"/>
            </a:xfrm>
            <a:grpFill/>
          </p:grpSpPr>
          <p:sp>
            <p:nvSpPr>
              <p:cNvPr id="91" name="Freeform: Shape 90">
                <a:extLst>
                  <a:ext uri="{FF2B5EF4-FFF2-40B4-BE49-F238E27FC236}">
                    <a16:creationId xmlns:a16="http://schemas.microsoft.com/office/drawing/2014/main" id="{F7A57027-EA23-284C-8F94-02C4307E4C39}"/>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9748FDCB-F2EA-FA67-7B1E-8635CD59311E}"/>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D96F552D-347E-2092-7F2A-FFB6C04E744F}"/>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A0906617-04DC-D4F9-58CF-EFCE4D0AD432}"/>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EB3FFA8C-ABD2-C3BC-3A83-1BEE514C87D5}"/>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692D47B1-C4D3-3894-4AFB-2DF7EE661F3F}"/>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39678379-1E53-DDF9-2EC2-43C882637560}"/>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60E4060F-6955-5F73-EF8D-6616EBE34D04}"/>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33FEF5F7-C8E9-4B57-8689-7076A6D0CB4F}"/>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43B5DFEB-77B4-BCE8-EEAC-E84D9513A1B4}"/>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19BE1F66-4ABE-86A3-0269-8426D9C11D0A}"/>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576A84DA-97C3-31A7-666C-4F4995DC2192}"/>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30DD8B93-A3FE-161E-4415-FCC027612FC1}"/>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B86B91F0-57B7-242C-8D35-C30F8643E4E8}"/>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B22FBAC9-8E8F-99F6-B7B1-1588B64A9D1E}"/>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52FF4655-88FC-7761-8A3D-6BA5EB354AAB}"/>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3A0582CA-B209-23C0-2163-630FF106A3CA}"/>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696264C0-EE6A-D2BD-A200-09256117BB47}"/>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DA15B8BC-D4CC-8A35-F176-30A2C0E59150}"/>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9D2CA62D-F34F-8A15-96D7-15D8B5003B76}"/>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E8A96798-57BD-B22A-B8FF-2139EA5CCE64}"/>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74DF544E-4B14-AAD4-3DF8-F013C59A3550}"/>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6CB6CAB7-E812-6861-39AF-7BC4A98EF1BC}"/>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D8B67EAF-7EFD-60C0-046B-6733B6CCACF4}"/>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FD9BF26D-98A4-AC08-16B5-6A8E5222127F}"/>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350645F4-C3F1-89BD-2EA8-2527F60406E9}"/>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307A5468-0794-9962-BF58-9EE1C0B66378}"/>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7652A8E6-8AC0-B509-999A-B2630A14581F}"/>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C8760323-7847-A6D6-15A3-840C9E290D8C}"/>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05A6D131-7E5D-5AF5-C2F4-54B373F7B166}"/>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1EEBF566-F241-A785-8B4F-40BF2FF54769}"/>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D2CC2635-416F-BF45-4B63-D6269D6DF87D}"/>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4391953B-4CDB-AF87-C5BD-2C1DDDB4C909}"/>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C6FB504D-E9EB-378D-446D-41D71D4C461C}"/>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DF4E16ED-31DA-E7B1-8712-C4608F5E33EC}"/>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9628BE18-95F8-CEBE-46AA-132CFF8AF318}"/>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B80A4F00-6F10-FAFD-32CD-367C7ABD182B}"/>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F3F93D14-5EFB-25F1-6452-97181C3EA0EF}"/>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A21473E7-9651-63BB-2436-B46EF92B68B3}"/>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A0F9028F-DEC5-7621-B447-9A8BF62F4252}"/>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8A8B6528-AC84-75AD-94D4-1F2FDCCBC0C1}"/>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55854E20-DDE1-1299-65CC-3C95AEE5A7B3}"/>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0C676ACF-3A4F-9B0B-3D81-5764430C8B62}"/>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2DA98BB3-9BDB-08E7-170A-72A78D71FF2F}"/>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989A2469-D9B0-80D1-3758-78F4FE027177}"/>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9B1FD098-30BC-FF80-FE96-17DA0820B77C}"/>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327C3A6C-0274-96B8-0159-1D1481894BB7}"/>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F12350DD-C2DC-74DC-9E2E-C9FEC6037B4C}"/>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2A80D0D8-A72B-1804-DB4D-CB981442F280}"/>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AAF297E6-FE9F-FBDB-E86E-7FF066529DA8}"/>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0A358DE4-B6C7-E77C-333F-9F8F2495A28C}"/>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0C47105D-5CC9-9874-6664-61B940550B8F}"/>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1E1419A8-9A49-8DD3-04E6-A5C1DF0DFF31}"/>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A50B567C-68D9-3CA1-3B97-5A0ACDEED1BF}"/>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2AFC1BCD-1CFE-B4C8-A986-E35FCBB10241}"/>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50191C55-1004-B0DE-F55A-5BC5019A715B}"/>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2BAD9FDC-C983-AD71-2481-98DCE4A86DC5}"/>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D8C1D338-2B01-3F7E-6F2A-7F09BCDAE589}"/>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A9211FD5-B2D4-B6E6-F682-6C3AB1DA1E40}"/>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484B0016-3B28-B0BD-CA2F-9294035B0BBF}"/>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B8797A59-6FAA-A6AB-D359-89D71B8BAD32}"/>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AF89BD95-7EBA-EF67-BE34-19CFBBF78C91}"/>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83EA724F-1010-6247-6D45-B16270080D31}"/>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0387B470-5613-717E-6821-BC7F4DD41EE6}"/>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8F3BB2AD-95CF-7F3A-3E5C-C20E9E2D732C}"/>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F04FBF62-C603-A7EE-ED8E-A88DAD2E95EB}"/>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00C46A71-E748-B2B6-E0B9-C0C08A4E9D89}"/>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2E314028-5FFE-1BA3-F83C-55B27BF469CF}"/>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099885E4-F1CE-DE54-93D4-562F600F6EE3}"/>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2FDEA3B3-7192-C53B-F5E8-9CE35E6AB256}"/>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C1B97A26-DBB2-46EA-3AEE-9601A4622E62}"/>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25869C0E-D35E-4C99-C5CD-0CA00C657D34}"/>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B4B04FF9-7046-6622-1CBA-708EBDEAE4F7}"/>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A9ECE925-48D5-F1BB-60C1-5DED67705C1D}"/>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20C56A72-0E41-316A-C5E3-639C6E9D831E}"/>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DFE71CF9-69EE-5B61-EDE7-44A552F72784}"/>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7D1F964C-9089-9E05-3132-0A4632E9B754}"/>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FBB0CB8F-E325-A745-2C18-DF909CCF0716}"/>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12C521BC-5771-4D1E-1909-C596F0250BB4}"/>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2CF49622-EA9A-4FF1-1623-C93B4C7C1685}"/>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80E84193-A418-5541-8B36-B026DB0B7C3F}"/>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938C82AE-14CA-3D14-63FE-0CBA4384FE8F}"/>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82DD5AFA-82E1-7784-919D-5FDA8E6075C9}"/>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BA1F307E-E25B-903A-02E0-2646957FFDFC}"/>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4DE7D6D4-DBF3-4036-AF56-0FF5FC91EAE2}"/>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5395E94C-2325-BE59-C387-FD2F38691CC0}"/>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0FEBDB91-EDC1-A159-E79A-C8F02839C85E}"/>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69D6F953-66F8-5D30-BBA8-4DB1EBD70DC4}"/>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8983D7E7-525B-ABA3-9911-D29D1872DB23}"/>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F3FF3DB9-45E5-4A24-157F-753C5DA7FB12}"/>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735B87FD-CF38-4933-46B5-C783915F549C}"/>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3A8FC36B-4372-0533-0EC2-A76107FB01DF}"/>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10159D34-E105-0034-B6C3-4DF38B791E79}"/>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26D0CC0C-A16D-DD67-B65B-DF5E859B4E1E}"/>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6A5A3A05-7B51-B69A-0B02-321704BFA964}"/>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159502EF-282D-D7C6-EAA0-39B109F051E8}"/>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EBC3B808-3F72-405A-DACA-A92806247F7D}"/>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4370702C-8611-91B2-1451-A6DE83BBE5A3}"/>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FE245628-5F04-8C77-F2DD-DAB9D8B1C600}"/>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C0D637C0-2540-3304-5279-7D5F6C6F1857}"/>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FABF2901-5139-1EA2-3522-0BA9438A54A5}"/>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3E2A64DB-DB08-341C-4885-5255F9162620}"/>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DB73940F-7704-E1DD-81CE-49C15869EF85}"/>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C095CBD5-BC28-FD20-817C-91E4AB73FD85}"/>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0B0261CA-B51B-C2A5-506B-3E22F06B2DD1}"/>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B85F2F38-0C46-3ADB-D8B7-8CD67B642926}"/>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B76375D9-EA2C-A4C6-E8E4-2C341F998F58}"/>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6DD6AB33-2939-21B1-9C02-99A496397DFE}"/>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CDD82747-6CEE-B701-9513-5C861BE40AAC}"/>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EA61B7C9-2039-2EC7-071B-350A353ADEC5}"/>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EF18AEF5-EA6F-4D0C-9A09-101EA00DEFB5}"/>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F0486AA0-934B-BF2C-8DB0-1CAE7D1C33D5}"/>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3E3CF5A0-961A-14E1-206C-EB8F6F74C0A4}"/>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8E891032-7CB9-E197-0BFB-D1D5CA9C24F9}"/>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2A3FE800-BECD-A001-B7A5-E103140F4396}"/>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E7AFB862-7B93-43E2-5783-65BF9CD57E9E}"/>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DFA37208-1E16-ADBB-2AFB-A9E2DAC82299}"/>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241EFF8A-2493-9F01-5D2C-EF2EF046B50A}"/>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82022C04-C19D-6E38-9ED4-DDE68443C972}"/>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1EF14339-85B5-93C3-B9B9-AC753FAEDC22}"/>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F97395C4-5C3A-F696-65D3-C761BF2C6419}"/>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AA39DB7F-02FA-18E2-D332-3175CD73BDA8}"/>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DAE951B7-B20B-2406-9A2A-59C34A5A3013}"/>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EEDE4617-C12C-FDD5-783C-8EF685F5AA20}"/>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047C07A3-90A5-C835-EC09-97E8FDAB9ACB}"/>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498D331D-7184-C8B2-1685-BD3D1C4929FF}"/>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F56A06B8-BE64-9A4B-62FE-6220688D14A8}"/>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9C95E8AD-C541-6B4C-95F0-F28EECF2493A}"/>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3A0625CA-E8EF-9A6B-AB76-FD9019F37E33}"/>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FDBBAE4E-390C-6D73-7E73-46D3A47BF276}"/>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B2EB5BE0-2B25-9B13-2ED2-9680CFF2C277}"/>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B1378D0D-EB94-AF7E-BB96-E09F91515CC0}"/>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B93039A5-2153-071E-D1DC-7921C15EFED5}"/>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A64CD143-12FB-DDC6-7AFE-C886EC594428}"/>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7CCF381A-B64E-48FB-801E-61A72EEA7EA5}"/>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407AB7E6-1CE5-942A-F262-41E2960FB70C}"/>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55676552-9909-01D4-E980-778CC8A42C2E}"/>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9ACBD047-8A10-E227-E0E9-F50D6C50B094}"/>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D95C5EC5-00DA-80D6-099B-F74877681831}"/>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FDAE6B6C-AF62-CC14-5079-BA564928F656}"/>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8452132A-18F6-ED18-7CD4-529BDC804299}"/>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1A667390-73DB-3015-78A2-1EF59D20363D}"/>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B8C48EE5-9D18-FDD7-60D4-1C215C67239D}"/>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2F43FEC0-BDD4-8269-B5B6-51180E458647}"/>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233CBB6B-8E86-961A-0C04-2F71E5CCA8AF}"/>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0C79CE10-8104-5123-15E5-A9F9F4742A7A}"/>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A632D322-7E11-EC40-23ED-CA5FDF7209B3}"/>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9BF4FD95-7827-08B8-BCE4-4135C212A731}"/>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B990F4D2-066C-E9E5-0A55-32FD7F5D4066}"/>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73096AB2-0C93-0C34-3CAD-A2C40E74558E}"/>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6FD315DE-6F3D-396B-4498-08B561D2F2E5}"/>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5E26ED61-2FA1-7832-82E6-8F9BCB4CC1B2}"/>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1C53E20F-35E8-B00F-8D31-8301FE4CB494}"/>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E2DF55D5-EEEE-7FC6-F665-231EF487524D}"/>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E86F2D66-84CA-87C2-E1A4-FF4B5598957A}"/>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6344161E-3E68-0749-9A5A-8D5A50B8F10D}"/>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E69E9828-F4C8-5DE9-1468-AD16F157FCE1}"/>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6EB1A1A7-076B-469D-7780-B9AA1D277A74}"/>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8A1851CB-FC86-A511-BD6E-DDECBA37C24F}"/>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2549AB44-126A-D323-4556-2EBE59E146C6}"/>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A0AAF457-3F4F-E707-4102-18DAFFDE4019}"/>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D286E8B7-A54E-51FD-6220-6BBFF247DAFA}"/>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D8521A13-ACDF-4B22-50AE-7BB461671C0A}"/>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42DDBA43-C846-1770-FF7B-745CF62597C4}"/>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8A6FF9F5-06A3-50B6-3F77-310E12DF19F3}"/>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3FC9CC6D-6068-6715-2117-5E006DA9EF31}"/>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3F139FCC-D670-21AF-5603-8CA8A2598C74}"/>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FB515BFE-B3FB-9CB0-8638-93272D897E5B}"/>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7B0CB797-8553-BB90-C3E1-F05FDF66C314}"/>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17A76F1C-8659-F19C-FDA2-AC203C664E2E}"/>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FF3ADAA3-87C2-92E3-38DE-CC263FE299CF}"/>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2767E150-E98C-DF05-38F5-C28A4E027D6B}"/>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2B9B454E-8C11-C116-E792-78778C800A73}"/>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89125B7F-28C4-9673-C224-5FE3382C4190}"/>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1D9BE127-6D78-0BA5-E53F-537DB426D20D}"/>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AC0A047C-7A1B-1799-C825-C0F659952ABE}"/>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B9C13E70-E121-866C-E6EC-1760484393D3}"/>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7334E962-8620-8B95-4F6A-6D464D8CC640}"/>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21227510-981A-9E5E-4C30-F632513BE516}"/>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07BAA3EC-6A73-1761-D502-F59D2A53C909}"/>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04A0CF39-9055-8CE6-AA43-0FDFB0C11D84}"/>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B16994B7-3357-45F8-DD1B-11E512B9CC65}"/>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968149F7-4048-7A96-2253-385CC58A09DD}"/>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43E8B7F2-9F3C-2DA4-872F-99F03DF8007C}"/>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C114C05A-0278-0571-81E8-0DDBA92C5759}"/>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AD0757A3-0F85-3E64-1B44-82E709C43D1C}"/>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579972DE-5FAB-DED9-D63D-B1D6A9A984C4}"/>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F9505E01-BA43-A5E5-5A3F-7255E8AEECED}"/>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8BE0C346-EF39-3513-CA6E-CBCC82413DDE}"/>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FFBBEBFE-B733-5D0F-57D1-B2EE7C8ABA84}"/>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56B1A61B-B94A-0A5E-E97E-C9922E293646}"/>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C3F6F58F-0EE2-BD1D-AC22-38E8B30DA646}"/>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EC76A58C-965B-F75D-5EEB-47608F131604}"/>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48792379-DD05-CC79-4CB2-A93912A50500}"/>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955DE8A8-1643-5292-CAB2-87C471B75665}"/>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D1EA220E-36B6-18A7-314D-FE44F54EC2D0}"/>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62AA8531-532A-AA91-5E6C-7F133743B2FC}"/>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8228A3D2-BD15-1422-120D-053098B56EF9}"/>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6EF66319-A6F4-4C52-9C4E-15986FFDAD53}"/>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BDF5BD4E-F186-7AC2-1940-790884CE4567}"/>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7D6243AD-1F22-8260-1FEE-DF752054E313}"/>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82352D70-749E-C7F2-4BDF-F114CF3C263E}"/>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007AA728-FEEA-83CF-C4F6-4A73263E2E57}"/>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A3700E41-5B76-792B-CFC1-E4820943BB44}"/>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93DBA778-DB5E-9DBA-9A3A-F930231D55E7}"/>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EC80CE1F-1942-C5C4-11E3-5E2582CC7D26}"/>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4F0CAF80-413D-ECDB-A1BD-A89CB2AD744D}"/>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4933E5EB-1CD6-01AA-CA8A-D58E3F0F29D8}"/>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97E8152F-26A6-0453-34D5-E41BE92A3278}"/>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66388577-7EC3-BD92-6406-AA7738877FEB}"/>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C20FE860-55D2-1E38-73F9-EC4D25E89628}"/>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D9BEB75E-2FBE-2B38-BFDA-74E773411D1D}"/>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51942105-E8A8-9155-CB3C-A9C657887F3D}"/>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D9D184D5-B84D-9D66-2A70-F95C2073F82D}"/>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252CC43E-B2CD-1AF8-0EE6-257483884B5B}"/>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5D26521B-BA48-3ACE-5D73-DF119E6D231D}"/>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146557E1-3722-82E9-143C-D19CFA05510C}"/>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14782245-C527-AEBF-226D-8DAAA21F49C7}"/>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CFC45BC4-6FBA-E677-8E9F-BEF78018A116}"/>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4BB68CBD-BD1D-ED05-8F0F-3301F6F8C548}"/>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5ACA9185-38EE-7BBF-2511-02454548E650}"/>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FB04306F-302D-AACD-A27F-DA3751423629}"/>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49484020-D29E-19EE-AB13-556045D78318}"/>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BB783304-9B8B-2105-39D1-B19731FE593F}"/>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AEE95525-777A-2E2C-88E6-95A6F944C59B}"/>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86472082-6D28-C1F2-C7F4-18C56FFAB4C2}"/>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7B87877B-9D18-2119-A92C-2BCFF1659642}"/>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C05B9A4E-4013-40CF-DE03-76F44726B396}"/>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E3E32794-678A-AD59-221F-37E8D59CD378}"/>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F34C707E-92D8-40DE-57C8-FB973F781452}"/>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645B814D-E804-457C-68AC-309055E7675A}"/>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79BDF92A-2AF6-0922-A2CD-C05BC377C7D1}"/>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A48644EC-CA23-C542-F627-1522A20CD3DE}"/>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D459B1F7-057B-E3A5-359C-934951EAF1FA}"/>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0A3B2B8D-5733-D484-20F6-2A60C5470366}"/>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9A738658-FA9C-BAD7-7D1D-96A2D39E47F4}"/>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9FEC00D0-AFCC-1045-4E8B-B07C168B1E74}"/>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61E6E9FD-AB39-07F6-EF3C-CE7D85471F1F}"/>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F759A412-26C4-E51A-A82C-992BEE6AA73A}"/>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CEEA3BAE-166D-8613-3507-0BF449AEE98D}"/>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14201D70-867F-A042-9BC9-3C71F86AB49A}"/>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CF221CA5-FCD4-C2EF-23B5-E205F11E14C4}"/>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F7557CB1-EBB9-81F5-DCB5-7E55E69BC295}"/>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CB179B69-8CFC-89E1-B039-62AC5FE9190B}"/>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B313CBC9-6AD6-BAA2-87CA-E673E8CCCAFC}"/>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5CD5AEEB-1ED3-37BA-9962-8E5D825CB690}"/>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CB5E91FB-5650-BBE6-9F6E-F71004C06229}"/>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DF14E1AA-98CE-A290-F27C-86BB51275384}"/>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FD582CB4-8F1F-52B4-D210-D3784B390D58}"/>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D42BD823-2973-040D-93E4-37FF15B0FFB2}"/>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19B36E3E-3BFF-C0D7-2B2B-B7173915255D}"/>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DBEE0C95-E1D2-7C78-5FA9-6E7D37D1D74A}"/>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F7C57B64-6308-5ADF-F180-CE4E17AC7EF2}"/>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2549DF58-A79C-AC63-812D-C0324700E63B}"/>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96765DCB-4743-277C-061A-60C118082182}"/>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56501B15-7BE4-F844-5266-37488B05AD95}"/>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EA57B8A9-CC92-0717-4F1C-38332499B5CB}"/>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CCC041AB-5755-B764-4A2E-89ADA166FED5}"/>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8B6CB022-6E36-CE6D-BF35-7F5D56AF901E}"/>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138FBDFD-B6A2-2B81-0F94-A90BC11A1F95}"/>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EE0A05F5-9EAE-F921-F1FA-253FF1629216}"/>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9D3AF1A8-95E4-6F0B-F0AC-5B62D31DF9C3}"/>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EF1F25BB-F55E-BB9E-EEEF-229A3595A6EA}"/>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F3BFFE87-4319-71A0-2BEB-2D839832920C}"/>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F2463DFA-8B1B-E256-383E-C20AC420337D}"/>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656CACB9-A936-7805-EF33-65E1EEA34E2F}"/>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EB98BE6D-1E38-DB66-6C07-DC2C8B51B4C2}"/>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CF4B31F3-D835-7D0C-6AF2-19D96AEF8F3E}"/>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ABEEECDD-30B3-4272-BBAA-83AFD6A854D1}"/>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5E2BEBFB-90AB-5C11-A425-9A5AB97C31B8}"/>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FAD8786E-DDA2-2B9E-2536-55132A1DF841}"/>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652B7901-E4E4-BFE6-6541-FA85E618E2CD}"/>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4C943FD0-BD75-F781-E5F1-670FF11EAC1B}"/>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55C81A5B-BF54-7603-7760-7A0073DDBED3}"/>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8334BCC5-761E-81C0-E457-8EBED985B30F}"/>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5BCDA949-6A6A-EDDF-75DF-49DB54443EBE}"/>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71950918-DD5F-6625-6299-37CA1867B274}"/>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56C9DC83-5FC0-FFC8-F5D9-140149BAFFD9}"/>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63CDA495-B5A8-5F8D-0F51-8B32C17967F1}"/>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5F0E3464-22A5-350B-4BFF-9AEC9144127A}"/>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FC84E10E-B92A-7AEC-4099-F2429DB86046}"/>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B62005B5-21D2-31CB-2C49-A30543BB96C0}"/>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10B38342-916E-41BE-C536-E25689815F7D}"/>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A3CD7171-B06B-9D84-527A-55F2D2A0E24C}"/>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999625FC-869B-CA98-EED9-64A35A8AC638}"/>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F49409AA-2CDF-C5A5-A52A-458C9ADB6642}"/>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9838B9B0-DDB5-9995-393A-EE6B887C18CC}"/>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C14A9841-4A84-C2BE-BD93-71FB4466FF96}"/>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AD203FD3-0C78-0371-67FE-B30DDC88F0A1}"/>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C40E3CFA-E774-5A50-DC47-E3FB74BFA377}"/>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6F38D173-0D52-9001-EDE5-6F61DA959114}"/>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030E9659-B0D2-C41D-838B-B7D6CC634DD6}"/>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D0C5F5EF-B9AE-53FB-5D47-35F17054D3F7}"/>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32A7D5B0-6AC7-7400-87D5-0E10B66FED32}"/>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1C52F1E0-AD73-6124-E76A-AC3346B65149}"/>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9327544D-569C-8247-40B9-B82011DFD022}"/>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754C711F-AFF1-4A87-2F28-EFC197CBB0C9}"/>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20074B57-6969-F49D-CA34-0260DC0ECAF8}"/>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D9BE1764-6E25-5773-FDAE-532D0249380B}"/>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930F4BC0-6F07-D101-D426-B271222A6CE8}"/>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204DA502-F17C-0E97-885C-513A68064918}"/>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7CE16CD4-8C74-999B-A98B-157CF960C358}"/>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42D0D671-2827-1015-871F-0ABC5571E40D}"/>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AF8B35A5-D435-38C0-A319-973AC439962A}"/>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CDBA5BF7-6987-A193-42BA-9D5DF052E15D}"/>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5E6E8C6E-7460-2E81-F51D-FC453B6C51F1}"/>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57FA37C7-07B7-9D5F-1984-F1E870CB4ED8}"/>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5C6B5A10-2AC5-7FC2-64CB-F6809749631D}"/>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96D004FB-FB77-7F34-155D-6070C7FA87E8}"/>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13F4F754-EAA3-478D-E393-5911991819F3}"/>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A59CCA8B-DDA2-A8C5-A26E-CF0B22D58D53}"/>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375FB793-5566-FB5E-F364-A7D285853F17}"/>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0C20DE17-6455-A077-B18D-546C909E15E3}"/>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7712A499-EC72-3F43-D120-A05B2E8EB654}"/>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3E1912D4-739C-F6CC-4D7A-790564313D24}"/>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A365DC43-872F-7812-83EF-89BD1FCB6A5F}"/>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A3F29E97-DD78-9970-5562-51627EC335D9}"/>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89653A00-5CFE-2641-B140-D86EFA5DDC7C}"/>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986203AF-1E25-99E2-434F-955A03EFEB94}"/>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33986CDD-4181-B91A-2E0D-17247C0DBE18}"/>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8C34AD51-3B2A-1AE3-1EBD-0801F8489BBD}"/>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54BCCD82-F09F-488E-6726-029AD5D790A3}"/>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38C2BF4E-2B4C-EBD2-4CCD-0393046498E5}"/>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8DBD294E-9D8C-7695-3B95-EC268C7A4BB0}"/>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970BE48A-F548-4714-D5D3-E8B85C4CAD77}"/>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E7977BDB-FC97-AF42-857D-CA79F9095C67}"/>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7836EF24-BCBB-813D-4557-3A5FB9A025EC}"/>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1BC7AF6C-B761-173C-CF32-51080C9E5B3E}"/>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98C3461B-E800-D3FA-F461-E320F7A1CD6F}"/>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EBECF2F7-CF83-0364-8E55-EE92C698C3C3}"/>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F69D9BE4-0ADA-7663-C030-D33538998919}"/>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8F2D9F07-B20C-9932-44F0-597C5FEEBFA3}"/>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A6A3829D-62FA-C1A1-7A90-B9C7182F60E4}"/>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111A12A0-C77A-3D0C-A99A-D1674CCC9943}"/>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869F6E85-7AA0-31EC-76FC-30C4AFDE6CD8}"/>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9126BBF8-1906-92FF-9978-6EE3540CC71B}"/>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7FD15038-AC64-AE89-B70C-1FAF63A080B4}"/>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FA6BD4E4-146C-24D1-F37A-41B77DE00DC5}"/>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19C11979-30D1-FE5C-14A1-EA53EB7890AF}"/>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5450ACF8-6BCE-6132-BEB3-CE2DF56ACDF3}"/>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F6150E10-8C2F-BC4B-7144-D3E8462BD51F}"/>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A70DA53C-F00E-3535-2837-76C93C6618A6}"/>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BB67DDC9-CA5D-6046-C50C-4F7C0D5727EC}"/>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CD31B666-5986-C0E2-71D0-631343B5B2B8}"/>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C445EA04-F0EC-D0E7-88E4-65D4BA84563B}"/>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6916F2C5-0A3F-E93C-965B-FDD0E1D0CB80}"/>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3F827C67-351B-EB58-1B7D-C3EAC827C3E6}"/>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302F6B62-2596-0C57-5C48-596B45F81F89}"/>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007352DD-AA72-E493-FBE8-CB53892233B9}"/>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099A90C4-1CFC-8E7B-4A71-FD69A9BB54FF}"/>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DAC02C46-69D6-0958-5E83-FCF4064C0D51}"/>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63E243DA-14A0-4297-4764-DEE5ED12F2D1}"/>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6712111F-5AB0-2DB4-7A4D-4094BA8B0D63}"/>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8047E6D6-6E0C-3EB1-44CF-A26363228480}"/>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EED30AD1-05B6-F8D0-E03C-F445FD38AB2E}"/>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FD232F7B-3CDF-B219-7E89-59B418913F2E}"/>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2F189010-24D8-C323-F021-FE1C82BFA588}"/>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F5B11808-1F99-AE8A-9B4C-87B19143EC68}"/>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CFB68FBC-AB44-4ECD-3466-F081A3CD5BED}"/>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2BF32954-B506-C4DE-91CE-90E774122B07}"/>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D2399A7E-6403-7229-3233-CB2ECCC92463}"/>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D9AC078F-C056-D4F1-1AA9-4C1182D8C016}"/>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638CA763-5DB8-A4A6-98B3-AE7BF732C5E0}"/>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D5AB3808-7E06-462B-E47C-1BF555853C09}"/>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BB903E68-C972-9032-0F96-8B66244725B2}"/>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6917D0BD-B27E-AD49-6A72-E9DEA6BB3F73}"/>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A14B4967-5F7C-637A-F9B5-4FCFE2335F62}"/>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AFD9E08A-70E5-8967-1B93-3443D5937CCA}"/>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350D3A4B-CC05-EF67-A935-BE9D79F716B4}"/>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96068A60-F09C-4D47-DC5C-9EDD76BCF95C}"/>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8FC0DEA2-2D25-9250-F6DE-5B0DC5CDB1E6}"/>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57D535EC-9205-8B26-2D25-3631F2897CA1}"/>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971AE39A-2408-C80E-1FCF-2C14AC7FEC75}"/>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BD50B5F1-2EE3-B52E-9458-1ACEDF5A46C9}"/>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494CD0E5-DB98-DA26-D9DB-5485E849CDC2}"/>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128539E7-C0CD-65AA-171B-9A7739E3AD6D}"/>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482299DD-BE5C-FDF3-25BA-91FB5BF34ECF}"/>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DE9BB109-CC40-B667-7A32-BA0F4FE28B94}"/>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5582D178-25E3-7243-E931-75BE2AFE4CA3}"/>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714A4BFD-B1FF-0E7A-D7C2-EB44C8ABBBEF}"/>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8834BFD6-8E7A-3767-73A0-2E6DFA4B4FDE}"/>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8E2F7277-C3C5-3025-8823-63A27D76F0B0}"/>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5716627C-F11A-5C79-7EBB-A343F3A5FFB9}"/>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B7CACB87-DB44-B81F-BF40-14EFE88511EE}"/>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3CB78B72-6ED4-8813-6007-1CBC5C432959}"/>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749BD02D-7BF5-363C-6BB6-BCBE8385FE31}"/>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575EA956-26A6-8E5D-0093-963C5AAAA2D3}"/>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0BF594C4-EA76-63DA-2438-2126BAD79B4C}"/>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5854DEE4-8B40-B9C4-8B7C-9A4F89AC1AE0}"/>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E7251D8D-900A-2BBC-A1EE-AC25217B70A0}"/>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C86848E8-27CE-19AE-9F4C-E0A938263461}"/>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6642065B-0552-D55D-113F-CE5DFAD549A0}"/>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5EB477E1-60AA-50BA-22AF-8BAC857116EA}"/>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19EC8F49-C77F-52F1-F74B-14B44A922A8B}"/>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6B3F43B1-1D79-4A75-77D9-9A6B0E002ECF}"/>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5BB88839-AABE-E624-BA6A-348BE22B7122}"/>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6EA04A4C-7BF8-5901-493F-D6DBC858AB1B}"/>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9DDA7F0B-D642-8657-307B-D5ACEB6C11F0}"/>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81FF350C-878B-C864-1164-8443B8B6DCBD}"/>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E6568DC6-26DF-BD0B-7861-5487C542231E}"/>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85CEA85C-35C9-840C-02BB-CDABB22F3340}"/>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7325F4FE-4090-40D7-7DC7-094C682B0866}"/>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168A2183-D29C-4337-E458-14A179A63067}"/>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3E7972FC-298D-7DA4-F814-BFFBB41B236E}"/>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35857435-55DD-8C16-A4D0-2F49FF14EF1C}"/>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7630EFEA-306D-3377-EA47-7F8CF501D878}"/>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A924CBE2-2D78-E151-A6CE-E7E5D99949C8}"/>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71874819-1A18-CF0F-6F18-3F7762C1F94D}"/>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9D6BA8FF-998B-F878-CC37-86BFBADC075C}"/>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CBF4DB9C-A589-E586-9981-5F96C60931F3}"/>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55CE8A7A-5535-BB31-E374-66DEDA886046}"/>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3E8E6D77-4C92-BF47-947C-151177ED73BB}"/>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60E58EF4-CAB6-F441-F8AE-17103096EC58}"/>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0ED5D9DB-8998-D0B3-B085-81C5D4EBB84F}"/>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5C9D458E-F8F2-8AE5-35C6-4E17DB99424E}"/>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21FA195E-F663-F0FE-6395-94E37E0C78B2}"/>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43FC25FA-127A-E02C-7867-964B868291E1}"/>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7BC073D7-5523-43A7-C86A-CD1AC881C748}"/>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B4D9D255-107C-EC33-0441-A1AD33917630}"/>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D0C00765-227E-899E-D3D0-1C31D5F60233}"/>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49E9BE85-9CE5-644F-FF4E-92460D943807}"/>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95BA0522-8634-3BEB-F5FC-40B9D9B5A09C}"/>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E52B477C-6292-D893-5581-16825DF08B72}"/>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9781C5BA-1B85-85F1-444E-AF4D8158302E}"/>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FCA976A5-11C8-6EBA-80B3-D585B589B713}"/>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208FBBD1-9017-6D85-161E-A9A9C6D4A58B}"/>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669344CD-4373-EE7C-107C-169E05BDEC03}"/>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C4282B4A-9364-A7C9-278B-8EF1E7652607}"/>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61497152-0812-9265-71FE-96A437959B91}"/>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3474670C-8291-6DDD-C3DE-02013FE16B4D}"/>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D9762625-1967-1A6A-2714-85D31C552DCE}"/>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EDC1CFD2-EFB0-4BE3-FE55-990F69FE2D56}"/>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ADF1DBDF-2B08-60DB-F898-597070D99362}"/>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E9F80873-B5AC-6B69-5A16-ED2E5B3100B2}"/>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722DC07C-AE9E-9A6F-36E5-481076214217}"/>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D27E6B69-538B-388F-DE96-A89E0E578224}"/>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4EAE116F-6EFA-71E1-E514-5EA112A70030}"/>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AF9C40DE-9969-2E83-C57F-3DA2CD0931E4}"/>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55F88ECF-1809-327F-66DB-1968B697E479}"/>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1E800594-0BEE-C4EB-CF8E-C8CCC781BBD8}"/>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C6B8AD21-43FF-732E-C4F5-C7F1C2DEFCE7}"/>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8E21EA1E-6706-1B18-E4F8-8231745DA9A7}"/>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3138AB0B-D007-D093-C309-C9C16A0EB8D7}"/>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87FE8557-83D5-A189-5075-CF2AF347A885}"/>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631C9109-00FA-420C-72CA-8219F04C4B12}"/>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DCF00329-1A67-616D-5ABA-12DD9754E412}"/>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D75EEC2F-BC56-62F2-EA99-2F2B3E8317EF}"/>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6DC2DC6D-FCCB-0B68-4BDD-B491A25D4345}"/>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62B08462-281F-7CB9-308F-89AE614DE2F2}"/>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1C740564-ED4D-BB7D-C9DC-1DCA898EC4B5}"/>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B38326A9-8D8C-0E56-7B31-CD6E0C8FA8E5}"/>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6AD5395E-40DB-64F4-8DDE-E042849BC2EC}"/>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1FAD8380-77FE-0F85-8E29-0CCB5295DAEF}"/>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CBCA6B28-5D16-4702-64F5-F2727B5A9C67}"/>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117A26D1-00C3-E650-B129-08BAD6F38573}"/>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61E174D9-AC24-67C3-69C6-20F62EFC4C9B}"/>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193EA250-82F7-B5A1-53E8-5E456D69BD3E}"/>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2C7AFFEF-4EC6-BB98-F30D-25717774636D}"/>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FDAEC5C7-27CD-BC8B-FD37-4CAF34EBF1C6}"/>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3D4B5617-C7C3-644D-D2E6-C76D6BE9217A}"/>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4C65CA31-5E11-5F14-7432-76A346043214}"/>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82583632-28AF-F242-5A72-60C361CC988F}"/>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A98E65C1-E1C6-D2D6-D1ED-63C298882E60}"/>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2E811370-71DA-90B1-D20B-2F899B94A33A}"/>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4C4D1981-2796-9281-8E16-E5F7BDFCBB3D}"/>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C516C92A-D443-DBBA-1507-18881A3582C0}"/>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7DDD019F-D3F6-A2B5-17A1-C5B10D624F98}"/>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9F3736A5-0EBD-C207-85FF-C5AFAA8CF777}"/>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A21425D5-4F28-08CF-E0C9-D98F48CEEF3B}"/>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4CDAFAD0-B9C0-C6F3-6799-F96B798A58AE}"/>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1C07AADA-8819-49B6-770E-A1EAAF564F04}"/>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B63DAED0-E67B-D2DE-4F7A-C7ED8D486D72}"/>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CF153977-988D-F40A-499E-8C3C45DA0FC5}"/>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405F3AC4-ED0C-CA9B-B959-3EA4CF9C1D12}"/>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D4206CF6-3231-7501-8835-6CF8443A2450}"/>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7C8F0872-445E-C111-FEB3-2E4CF0C0132D}"/>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B1856682-539F-2545-B869-3A9D174B49AD}"/>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E378F4A0-8B82-1E01-C505-3446C91FCCAE}"/>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CD9EAABC-78F2-0AFE-6EE3-783E3C73BAFA}"/>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FB3E7379-205C-A2C3-2D45-FDE9F4C46417}"/>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4BDDDFAD-7A7B-CFA1-A378-9B4A3AA198A5}"/>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F8C6A07E-9FDC-386F-DCA3-73CCC2D96F4B}"/>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0509D499-E1BE-CCD5-6569-F530628A41AF}"/>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5A2491F5-894D-2399-7086-446A36645A87}"/>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AD799632-F973-4595-E75C-AC861241C88E}"/>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79CC95BB-3DFF-BAF7-0243-81469401BB0D}"/>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2FBE8BA9-0C65-96A2-105E-613E0FAA8DE3}"/>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BC1D4E19-B454-26EA-09D0-B9D36F60C96C}"/>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1DA10A67-FD23-9AD2-0E49-FD7AC24EDB7D}"/>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A91D36B9-C4CF-044E-A71B-C6EBA71B1D36}"/>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A8967581-6A05-2DF3-D46B-6E8DC230C94A}"/>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F19BB563-F516-2239-B203-5C0627254BCA}"/>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C5F9365A-BA4D-89D2-9DEC-D78D96A77D29}"/>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4148E7FA-E7CA-C3F9-6C25-8A89D935EB7D}"/>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11EA0ECE-9690-1EA3-9755-4B7AFB6EB286}"/>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24CD874E-458A-A3E9-23C0-883049EEA22F}"/>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FE3AEE72-11DF-F132-E748-091AE1AF44C4}"/>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8AEB874F-19B4-1DC5-90D8-9A1BA1DD41BE}"/>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F4DFAA80-9938-1FA9-D602-338B1E68DEEC}"/>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A4D139A7-209E-21A6-EDD4-B38F50F5443D}"/>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036B71FF-B619-6EF6-84DC-E691D9BC4BD3}"/>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0ACB0739-9527-763F-8D20-D6C36C8B6B10}"/>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6F157CF5-23B0-D8AC-B575-4325D708D199}"/>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329FFB1C-8783-9F0D-606F-AF393F2A0A19}"/>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028153AD-93E3-D6D7-50A4-A3E6759A8CEF}"/>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502BF7EE-52F4-F596-5C96-CE5EC211C30B}"/>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B9AA816C-D131-B858-8586-E21FC1093A5E}"/>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6E1EFF80-08A8-3389-0F0F-8F48FF0D22DA}"/>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333CBA11-660E-A777-E4D1-A2A13BB32710}"/>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D5F4FBFF-FC06-62EE-570C-00D44BBC310C}"/>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52713C2E-1894-D9CE-71F2-9C7F6F2A74F3}"/>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C452384E-4F1A-2427-6AC6-D4D089522ED4}"/>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CDACD8F2-2438-580A-CA67-B3A21073B6A8}"/>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9DA0969E-3F42-E5E0-3E1C-6DE361351EE1}"/>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5AA74E3B-9D88-8CA9-BDED-33F426448F14}"/>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929B18C2-DFF4-1F13-240E-A93915C9424D}"/>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111153FA-9644-3097-2417-3202889C4C90}"/>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83D16C84-7056-6A0F-C864-BFC86949D0FB}"/>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DF70D92E-97BB-E38C-8B6C-D55D26955FCC}"/>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3643C85C-0ADC-BEEB-BD0D-919CEBC3EA67}"/>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C746E91F-570E-596D-748F-440A7CC9F3B3}"/>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A77B4AAF-783D-9356-CE5B-193171610106}"/>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373661D9-05AC-BC61-4715-81953118C35B}"/>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9A5D7111-DA6B-74A9-AC8F-5409940C974C}"/>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8A970786-9FFC-BC20-BD05-0B30BE19844C}"/>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DE3393BC-0C3F-6AA0-BA00-E639FE0465C9}"/>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FC2F68D8-F2BE-C8D4-6CC9-03ECBE3C72D6}"/>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91EADE30-3C6F-ADD5-D9EF-2CB9CAEA3E2F}"/>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2B9E67A6-3316-10A6-1886-D92539A80DAD}"/>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034C1388-F94E-B84F-3E4C-57333142CBCD}"/>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ADFCD40E-C709-6B06-653A-990DAC936516}"/>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F30A67C7-5BF9-EA87-589C-0F6CA7461411}"/>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6BF090F7-2A67-A8FB-BA83-B15C00CD86A4}"/>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3CF729FB-F3AB-3284-5197-122AE7F4FF4B}"/>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54E27897-8C74-596E-1B34-DE72D1892DB8}"/>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8DF9FDEA-D068-F799-94F6-BD16D2DE8E68}"/>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7684522B-E7E6-BD57-BD5E-52B6CFAAAAA5}"/>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34E18E20-8F33-3673-0B75-3C70FA96EBB6}"/>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94E1DA06-A8DD-2A30-7EA2-DE8D7B9BAD70}"/>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AFF0907E-CB07-3945-D498-01C7C2D31A24}"/>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5D99B4C4-59D9-DC76-42D8-EF07E12C88A6}"/>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B683B653-2AE0-61B9-912B-C16D8E8474A4}"/>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698ACD11-3253-B75D-1C7F-243887053B1B}"/>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33397682-5CFA-E9A1-81AB-4A334C292FA3}"/>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56678974-0CA6-C0F5-5D4F-A9DD90B49D90}"/>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6A8EFF85-75DB-3E27-4184-9BA84CBD8B92}"/>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9945FF24-459C-141E-334D-1449F47A4CB3}"/>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8F6BAF4F-C486-0EBA-318E-009AF9EA133C}"/>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C1EAE94F-BBDB-BA3B-A1E9-43AABA261313}"/>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13CF7FE2-17BB-A5B0-2FFC-526F129B916E}"/>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25CE6C9A-1BF1-6C5B-2904-343F1249FDD1}"/>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39F66667-12C3-5B30-559D-5C26ADF15000}"/>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A2866A76-58CA-726F-2780-1448DB0C1450}"/>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8EC59424-DDD5-7E43-4023-26D5F1C936D8}"/>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882F0752-269C-4ADD-3E54-2DFBC1DAC82F}"/>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1FA1F72B-1326-912F-A59F-5D639E3E8B9C}"/>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00A819B0-5767-F54E-0673-2584C7B8D34B}"/>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5252226C-CF21-754A-FBBB-554C894F102F}"/>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8FA3143A-492F-4409-BC32-DE0F8F103239}"/>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70B19A89-6E72-3FFC-5942-24EFBE407D2B}"/>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523FB4E2-5B2A-B373-7465-A5F0DC8FD278}"/>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0AABB931-D669-B3AF-FE4C-8BCE113370EC}"/>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CB01A4BD-7631-0281-9687-58D101CF193F}"/>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92E273B7-938E-774E-A505-BC982B909F02}"/>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75D16C4E-9F8F-4FB5-9DF9-B9FF700EE4DC}"/>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0E3141EB-DE2D-F349-A328-D8AAD22C103C}"/>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EE123455-C29C-302B-AB0B-0A6DB1C52734}"/>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3C112B56-2FAE-CE17-2B13-99241E121021}"/>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BD69584F-64E3-0FD3-0605-37B308BF086B}"/>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A5048B22-417D-8BD2-0B06-995193837703}"/>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CDE170E3-CEEB-C2F3-D4E1-9D5D22D6C1E8}"/>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A3458659-3695-B6C7-9E01-917B1569A125}"/>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E3694FF5-AF50-46C9-8BBC-853898299842}"/>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7F4A9A7C-067A-D75E-A27C-4558C06E88D3}"/>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C96ED68D-3D30-79B7-F7A0-9C3B8FCFC548}"/>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F9EACC4E-C848-1BCA-B127-5EDC0F2FE321}"/>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93817CA1-8BB0-43E7-90E7-3067AA17D731}"/>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FEB7E13A-0AE9-1815-3485-5872053BD2E1}"/>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0AB4C9B1-8F8D-8CF7-0792-938F1891E68A}"/>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F759E7DD-DFF5-545E-F06E-C7079C6D27E1}"/>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FC417CCE-73C4-5B9B-15EE-16ACABC7B46E}"/>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6E5EDDA6-FFBF-5444-CF51-96214A89CFEB}"/>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0B07FA7E-4B1E-3DF9-3A6F-A3AD24969DFD}"/>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F5263510-2677-0625-4DD1-D067A78CB40F}"/>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53789CA5-9651-4D74-1127-DDB530C48C03}"/>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CA51FF68-2611-8158-5A14-A81F655C45D2}"/>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E816AF50-2563-2D38-C88D-4F8D4AAE8827}"/>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9F7D57C2-0624-711D-E871-C095B60149B9}"/>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A224E57F-CD55-158E-2B05-B387140F1E69}"/>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E1ADFE5D-A3B6-D899-2943-CFE77095D68E}"/>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6DA8133F-12D7-3B77-123A-52A537CA2A09}"/>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3D993A0F-FF1C-9360-4C6F-C68B9C1772C1}"/>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B0F99016-EB3E-F0C8-148B-D0F61108A7F4}"/>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7A42DC99-DD11-8551-3525-4F6C6EDCBEC4}"/>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03A47E94-4D55-0CBA-5FAB-5DBA484E8CFD}"/>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DF4666D5-A7C3-1BA5-214A-C5D748682078}"/>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522D4F06-3AD3-8088-6C96-E9EB089F8C50}"/>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2ADBF55C-6389-721D-B328-782BCA5AA408}"/>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E5698021-A12B-484E-B71E-826A14243E40}"/>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A452CCCD-043C-7787-672B-2CB8F4F91214}"/>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F5DD3BE9-661A-C24C-CF8E-2F64FB59E478}"/>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F8154781-123C-C1D3-4233-963DCDBDEBE9}"/>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8170948C-C606-5F79-AA22-FDDEEC2E0638}"/>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0EEA3922-79F0-3E05-C5D7-8900A0B932C0}"/>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148283D3-E354-02D0-09DD-81E7EDB8D120}"/>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EC6FAD84-DE3E-06BB-6F17-9974E4C298CC}"/>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918B817F-27E1-500D-799B-1E5943DCC98C}"/>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E812BD56-415A-0C4A-0CE2-D957AFC33736}"/>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D7B19F8E-89CB-DA0B-08BC-5D6FA97D5872}"/>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E492A590-1F0F-2DB2-2CC5-09EA13973788}"/>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8AE32A85-B93E-A0A5-2BB8-D89792F0F38B}"/>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7F867FF9-9AA8-D29D-4E31-8ECAC196F5BA}"/>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7601F3C5-F24E-FD1A-C256-35B76361443E}"/>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5457BF7F-8D43-C054-1E3B-A53C326EDF27}"/>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A4C05408-2CFE-80E0-D342-28F1B3ABF928}"/>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B77F489C-DCCA-21A5-5B32-994C54ED8AB9}"/>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330A08DE-83D5-E7A4-4A74-0F43E54BA9BE}"/>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6396850B-B8A7-362E-F1C2-16EF362E9C82}"/>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50B4E808-5BCF-DA4D-9948-CCE8A4E899A3}"/>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83D5ED2E-592E-1910-B311-7A3B8D32F58B}"/>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3F4157FB-E5B9-D49F-CE15-E45232245E6A}"/>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7C52664A-D2E2-3BFE-6A1A-30C5667D6336}"/>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C8DAC142-B3D8-3AB6-C16F-316BF153A7E4}"/>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2ECF8877-A46A-F2EE-7BAA-B26D56FD35B3}"/>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7F88DAA1-C6DF-1328-CC3C-F2F4DE04195A}"/>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2E0E3107-460C-A0E8-E082-CCFB045B559C}"/>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B82DE61B-85C7-9F8C-43ED-3A5967329989}"/>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8242F494-A3F5-DE33-ECFC-E3D765859DB1}"/>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A80EB653-AA9C-F4B2-CAD0-103146F70361}"/>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2597060D-DA40-D04F-D7DE-AB3A59686EBF}"/>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16FE5F17-C04F-33E9-6A39-95FDBF2F9364}"/>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BA933C54-1FA4-59E4-EF3D-3FA42A5C1737}"/>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6EDB6B47-5B35-FB9D-0DF1-379BF07E9C83}"/>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0787F269-5491-E580-D9CA-C23CFA01806D}"/>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E2D0C118-D400-245D-8225-3F1DCA56AE70}"/>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60F6E3AD-04CB-9A58-B85C-258FFC99BA7B}"/>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EDE0AC98-6708-76C2-7CB5-88A76D3FE8A3}"/>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3F37384A-A28E-74D3-C615-1D8D4F6819FD}"/>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F66B28E6-5D28-78C1-2233-E843B66820DC}"/>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AD48FABE-2B25-B3B7-6536-E6ED1ADB3FD9}"/>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8790CBC5-CFE9-0B4D-5125-DA81D3903508}"/>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10251A8F-537E-9325-A19F-2609778F8966}"/>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83EF0D24-7032-05AA-CCF6-3B0B6762C489}"/>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E58C3332-4420-577F-B5B4-111131F782C9}"/>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2ED35515-D2D0-0749-4793-0DF48C63553D}"/>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6956C6F3-E572-0620-9793-CDD6001BF7FE}"/>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18B527D8-33AC-EFD4-3FA6-33A004717971}"/>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1E22D193-B20F-229D-B99A-B6FB01469F63}"/>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3C2A308B-E874-60E5-65D3-D65230CDCA8E}"/>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913EA312-71A9-94F4-010C-00D93E29C2C0}"/>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8EC211CE-D184-DC8A-B852-90136AE6F2B9}"/>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28102DB8-B43E-402C-59A8-5C7773D00E05}"/>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0592FC5B-58D4-A16B-9B9C-C04D1E2A2917}"/>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28F76F06-2520-690A-9031-C6F5C0F6040E}"/>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FCC4B9AA-BECA-5B4E-B65A-57897B3B99B9}"/>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3A0C52B7-1F54-F15F-5FC5-7895F041C904}"/>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CF73DAC4-69B5-49C7-BFB9-16EB667913EA}"/>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A70AFB69-08D5-F6B1-3CB7-31443A382F76}"/>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4BE69098-3BAE-BDFD-1987-72BB10637B61}"/>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630D62AB-2904-CFE4-5717-FE30B871CD92}"/>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2F651280-638D-B51B-60EB-9FF98F35DB14}"/>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4AEAD88F-9119-8B58-FA24-AE1796A6C5C3}"/>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2B05ADDF-8E7A-E916-193A-03FC7A5E877D}"/>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CD750B84-B49F-F7A4-FEE1-8B33EFD44C0F}"/>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DE7B10D3-A668-4566-049C-CCB645023920}"/>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BFFFD200-64CF-81F2-FA7F-6748E3B07C6E}"/>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8BA23DF5-06F6-F995-37CB-2BFC205632AF}"/>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DAF06777-F921-985D-1DA4-58EDC299FD46}"/>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FED405B2-3C1B-336D-C189-8E64926A91FC}"/>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11C67CF8-B5A2-B6E7-99AE-1590FA5AA4D7}"/>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774C25FB-FB90-C49D-F11E-9CF2DF88AAF6}"/>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69A4FC73-9F62-56DC-C077-CA9E81B60A5E}"/>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FCD4E580-9090-5F77-81F8-80170B6CBF8E}"/>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400B064B-8663-D323-8D87-CE5415B873A1}"/>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3D0598F7-9B4E-8423-81FD-23332164E027}"/>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B3BF8133-060A-4846-1BB9-5C2121E95A74}"/>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5A7D0048-6A0B-F1D2-D5BD-764CDDE8CD68}"/>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F3D8DC1B-EFE6-0977-2508-7A554E1163BC}"/>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6D7D0EED-6722-A485-C087-A5FC45C5B446}"/>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1DAACF84-8FA4-9D87-C62F-8BB4E496909F}"/>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2120C877-2795-A662-7B44-BF0332E63186}"/>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9C86AC2A-8767-7826-9C23-0B05851CC84A}"/>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6B669F4A-6B18-C267-5B6E-3494B82BEF3E}"/>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25C4C0CD-D445-8ED1-E6CF-19C2E38EE01B}"/>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6932B459-0F4E-2A1F-D1B8-93C202F4BF30}"/>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BEFDEEA7-D2EA-4AA6-1D39-AF3C57C7519A}"/>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6F23034C-F93D-F5FE-CEB8-3BA3AB3631F5}"/>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090D1383-5EAA-61BC-F8CA-BFE19FDF63A0}"/>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AC9DE028-06CD-91D9-E01D-3E8DBF65D30E}"/>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EAA4790E-1D9A-B928-2AC9-64FC7ADFD452}"/>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7108354F-EC3C-EF7E-27DA-CF9A576DDA71}"/>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7D63E86B-93C2-C386-34CB-6E7F7092D5B2}"/>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905459D1-0827-BF16-6C73-C4B9EAD4823F}"/>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8F66EB64-974A-E3B5-9D23-9EC2CF9C2F72}"/>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48AD4BE6-8580-BD7E-017E-FA0002484B4C}"/>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CD618B68-46AF-F84F-1917-A0B83A6AF960}"/>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3981E1F6-AB52-3FB7-8D6C-4B93CB1CD1FF}"/>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CB3683C7-34E8-8C64-7084-15EEEFF783FC}"/>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F36FF123-EFD5-46EE-A9B3-49778EB1B185}"/>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9AF04839-4E3C-4541-60B3-83895D234FDD}"/>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2928FC43-5297-B77F-6695-259392BB4544}"/>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B1FD4915-8C6B-70A0-A3C1-01E7048955A9}"/>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136026A6-380D-4F23-7BE9-C76C247B2879}"/>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20073B0A-D971-88B6-B1F7-CDC793F694A7}"/>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C4101BAC-AD56-9724-A4BC-0CB49E2E9313}"/>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C20CA365-14D7-B628-D8E2-D5E3F007D138}"/>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012D38EA-EE23-AA2C-5D80-4373C3692389}"/>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5A96D05D-96D9-BB45-7394-8926DA389F4E}"/>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D31C5ED7-5BB9-A4F3-2975-E0C855000815}"/>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835C765E-F1C2-590F-A88A-B591F2B2E33F}"/>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9EAAD9BE-A188-675D-ED14-44087D34E83E}"/>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8B2A086F-6C61-78D4-E322-89E0AC85355C}"/>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2C309D74-C100-DC52-C438-B2FF9562BFEB}"/>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7B788857-3D3E-C9AC-9C6E-BF013FA2C3B2}"/>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2B9DC877-23FF-CBF7-79BE-55F6EED7813E}"/>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C87E4044-42FE-DA73-1405-28ABA14F23F1}"/>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0ACC65F7-2FBF-FDD7-5BA2-906C9B3DE10F}"/>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B460C0EE-2694-5E79-3A3E-4D71C934B0E8}"/>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34DBE710-C043-B96E-70FF-BFAE3DC71A67}"/>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340405FD-ED7E-E18C-8FAE-D2F57D746DF8}"/>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B7BB0947-E817-D308-B22A-C069BA9C2698}"/>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17367AD4-3B30-3278-1073-8143C43A04A6}"/>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92D30F39-DC44-FD88-86FB-D90B19047A69}"/>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F764D1CE-2E0B-7FB2-573D-D93701A2EA15}"/>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6DB16EF2-DE4A-BA58-59BD-B678E82D8477}"/>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C159BFD8-228B-388A-A9B9-7B185E886CB9}"/>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9D8DEC30-9314-DC47-140B-87E04A2675CA}"/>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C64700DE-F7F8-179B-FBE9-56D1FD2E2D24}"/>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A67F6EC1-53E9-C4F3-CF7D-01ED7D3F3CDD}"/>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93402A4A-51C5-1A64-E54B-7E229927B8B8}"/>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5237DAB4-F118-95CC-B5C6-9DF50FD16A55}"/>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51CFDD55-08B0-2C7B-2BE9-286742D4579E}"/>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20CF36E1-BA4C-35BF-D841-AEE3E6C5B321}"/>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657C63D7-E483-B1FC-FDC4-A0A631746041}"/>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C0640980-A151-C712-3968-573188B977C1}"/>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41CF9B34-734B-5D4C-CB27-EF5C40DD74C0}"/>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256F3042-C2E0-4769-E272-354BA04ED37E}"/>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CF5A937F-12C4-C86D-35CA-8E21A70F6189}"/>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A690DAF5-3608-8602-03ED-4D01D9F0E838}"/>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E8CD0264-8B8C-132F-70A3-C6C1D185A1CD}"/>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23DE4403-79B4-8A23-A548-950E8D4742D3}"/>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CF527748-428A-6447-BFBF-1AA146B46EA1}"/>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EBD4784E-9A24-E0DE-9247-4A7C862F3D44}"/>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3EC3FF98-80BA-791B-C802-1FC788E2DAB5}"/>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D77A831F-21AC-332C-9EC9-830F04976107}"/>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6E28C3A5-78D8-691E-5C39-CAF0751D4E9D}"/>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D90017F8-20ED-9761-C1F1-870E251FE2ED}"/>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B88B10BE-D721-3C56-B4D9-A05F37D7D420}"/>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AF5D280A-9494-6E8B-32E3-CB506EBC3E23}"/>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FD2D22CF-2671-FAF9-5DA2-8174608E01E4}"/>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CFB86A8D-25AF-A785-1AE9-9497E01416E6}"/>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C29A27DF-96B7-355A-7BD1-57D25559C2F3}"/>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78408BFA-66FA-9E71-0EBF-E006AAE95A10}"/>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7F1A100A-4464-75A2-EC46-1B8539E738E1}"/>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47DFDAA3-08DC-A9C8-DD94-8F08C74633E4}"/>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0BC8177A-6966-03CB-ED76-194545671903}"/>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D3FA3F5E-62B1-4EAD-32A4-F7CEE04D62B8}"/>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28D03DC6-009E-E015-1210-D2B8D69F1224}"/>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242EC620-A953-763B-5CA6-5D5BFE302783}"/>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CC24E108-7B75-2D2D-2013-BA4D865A3EC3}"/>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2349DD90-82F0-0FD9-2405-58630EB3C542}"/>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B4F6FE5D-6DD8-89B6-CECB-426A9353759E}"/>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2AFE1E98-7D2A-BC71-97AD-53A5679A4218}"/>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68019730-3CE2-D6B5-5AE4-5212B2722890}"/>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1426E567-7E9D-BFF6-F7B4-59F36405D7FC}"/>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66A9142F-7704-8D8D-3283-2AD2B3EC8274}"/>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8B59B530-C7DC-8EC5-AE0C-0B1E555B74F9}"/>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18662C2D-6386-A373-C815-06A4F492CDEF}"/>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D3ABD43A-AE77-4E6F-A652-E5FE9BBDD653}"/>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396D19F9-C3BF-A9DB-8DE6-787A2AF33489}"/>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5EE46C86-20F4-1BCD-310D-A8D2A9DD3AA8}"/>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86CB9756-8619-4998-1FD3-2A6ACE828F43}"/>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1D45BA0C-ADFF-3337-3C53-7A9780BF5C49}"/>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B4E949FC-CE27-1842-FF63-515B8D211CE0}"/>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36CE804F-2072-B103-7E64-003D911C2525}"/>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F4462D42-318F-5619-2B7A-155B67BD74A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C24E7612-F6C4-8DDA-2357-E6130BBED125}"/>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6E617905-6ECE-1FCD-8460-6C656DBE9CAF}"/>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53E0270D-ED24-DD00-7B4A-EC36C1D36EA7}"/>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E628D330-D5A1-6F8A-AC86-581813FCF0C3}"/>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35B49F6C-6BE5-CAB1-538D-377AB4D512C1}"/>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8858A5CB-7DF1-45C0-7A4B-A1BBA4BB15BB}"/>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FF1E2A62-16E3-2E45-5F56-5F4E70B897F8}"/>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EE708DC4-0CE5-5114-C951-14EB7759202C}"/>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0A946AE7-4495-6B99-D062-23CFD5D03BFA}"/>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DDD677F1-739A-FAF1-7FFA-7212A445CF25}"/>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6A7E10AB-6DFB-0130-023D-260BC2EFBFF2}"/>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38DAB32B-424A-B8F8-46FF-43ED52D79BE6}"/>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916BC9F2-B734-A17F-7905-2A833D7C7EA3}"/>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D0F7513E-8726-F144-4CA8-E4FFC42B1E11}"/>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BDAAAF4C-DD03-03D7-E7BA-8BCE81D404D0}"/>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21B06BD2-A297-5C07-272A-14389E8978C6}"/>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6172A4D7-590C-D3F3-0AD5-53378123C4B3}"/>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6AA344F5-6624-A3EC-C58E-E3D7F37DEE53}"/>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535ABD84-9A35-150A-498B-E4C744A91738}"/>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C70F861B-645A-2ACC-A14B-DDC5158A7109}"/>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8DBF3A81-A090-0A70-0BEF-07F74EE96E7D}"/>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6089F428-880C-4CEE-35F5-D15BC47FAA93}"/>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348203AB-4099-B11B-81B2-48ED5EDADF2C}"/>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E0E3B46B-2814-0BFB-3EC9-A2508AA61E9B}"/>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60FF5364-F5B1-E020-A431-C7FC844E100D}"/>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259A4A83-184D-271F-347A-91544690ACB0}"/>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90D2B62B-700F-FC99-4E61-DC0771D12774}"/>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A0C88E35-4F97-1483-23D4-9AB38D507D14}"/>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03F35FFA-AEB3-DB32-2EC6-7E868070DB8C}"/>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4650C448-B963-6DF0-C42F-7B9A7245C33E}"/>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009A5075-7F3D-0F78-CCFF-0960E94BC416}"/>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29FF47E2-2965-F699-BA9E-CB9E76A8CF05}"/>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52080AFC-AEB9-4EF1-1D62-8522404879D5}"/>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75F449FE-E7C4-5FAC-2A55-727FAABD281F}"/>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7AC8000A-A598-CF11-F93B-4673416F3680}"/>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B3C61C37-263E-EF32-CDBD-6A3A88697873}"/>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825F398A-0870-97DF-58F2-8281D5E6C717}"/>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63B631E4-90FA-3FDA-8A0F-9412B532E4D0}"/>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249D7034-CFB0-D267-442F-5CDB2AEBC494}"/>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E4E7480D-4E9A-9034-160B-AA54213EAD5A}"/>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FBFD4F04-2561-B018-BF31-576DFBDD5E3C}"/>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E51EF5EA-CB19-5EA2-2FC9-4357D3CF71B7}"/>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CBBC6D71-26FD-EEAC-E25F-3B1E609287AF}"/>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318AFE97-EC17-80C9-3EC0-5B20304AF611}"/>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0086F318-2F30-3FD1-4F8C-F6F300FBCB5D}"/>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9591F378-6D1B-D07D-C33D-799875A42803}"/>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E8D34370-650A-80D4-5AFE-C3FA4A7188D6}"/>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611DDB29-2ED4-B735-C204-8472443065A3}"/>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BC5B1476-B017-998A-2FEE-7A3955697783}"/>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7AF15261-1337-8FB8-F77F-0972F5CADA56}"/>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1496C192-4547-EC5A-B580-F1188D9D9B46}"/>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07DB52E3-698A-6E63-F0B6-B0052CFCBCB5}"/>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6EEF3C5E-F47D-50ED-C295-06A7E9F2499B}"/>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AEE44C61-E508-8195-E6DA-B79844FBA6E9}"/>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65AA78D9-62CE-9B85-33DF-DFAD20DE50DF}"/>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61F1641D-BA22-A922-82A6-1E2F4FE58F25}"/>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61E7DDC0-26B7-C227-E7C3-2FB6DCFE46B1}"/>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8274FCD6-AD42-2FC1-4477-48D7DBD20387}"/>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2FB106A5-2A3D-FEFB-E03A-9E09B384CA86}"/>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2B346852-E5DA-2C9E-A096-6F41B2C74F36}"/>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3B137203-DA62-EFCC-4D07-A8A337DE0335}"/>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EEE83A77-DD39-F715-5DE9-53454AB3EE89}"/>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2BE459A2-58C1-F529-FB71-3FF08C3DFC77}"/>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A9C4EF1F-E89F-17E8-8D90-6D62C52C1ADC}"/>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E3E8243E-09B2-97BC-6EFC-F170C4FFF9A4}"/>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CF65B275-B286-8A84-F21C-7ABA914F070B}"/>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D7DAE875-D862-0654-125B-DECB58822405}"/>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02296C56-B513-74DD-75C0-F0E88794A9AE}"/>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8E430DFB-2F51-D155-C8A0-06A31B9EC0AC}"/>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08F7FF54-ED1C-8247-5F50-EB1A47A2D2A0}"/>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39B5C326-712C-AD12-D121-76573EB4EFB2}"/>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65247BA0-0FFE-DA61-ED8D-98798E8D7DF8}"/>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893D871B-D0CA-E498-9694-03DBCCBDED74}"/>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126B8D6B-771E-A704-CF2B-D6E95D16B44A}"/>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3A47C39F-05D9-2860-89C4-B9FB54F7B7B9}"/>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C8C4196C-A2C0-177A-9CCE-96A9ADA9502C}"/>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E6E5DE5A-BA73-C4B4-CAED-2778417524CB}"/>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2B158464-8971-3F93-B1D2-E7538712C9A8}"/>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F67D9087-46F6-433E-9D82-06C80676266F}"/>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AB42F3AD-7479-3F07-0B33-A2E0E643716A}"/>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D8C69FBF-B7C6-5C08-A148-33E7E89AA929}"/>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1098BEFE-EA5C-BD79-D817-66A5C8315FF8}"/>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D77A0006-CEED-AE91-5F99-8F211FBF9950}"/>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A9248384-3B36-E21F-F278-19077E7EC369}"/>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5F094DB7-47B8-856B-B92F-95235E6AABEC}"/>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94C45BBD-26BB-AB6A-CF60-A34CDAE20909}"/>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435B2692-0CBD-252E-E762-A64556F000FA}"/>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40FABD0A-2581-0351-FF35-386CBD4D62EE}"/>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24E8F3F9-85C0-C344-19AF-41B13E87C1FD}"/>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E2586559-FE10-4175-B10C-B99CFC91347C}"/>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177BEFC5-AD45-34C0-BAE0-562180950391}"/>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82D27CE0-A96B-CB35-B230-040BA16E4C9C}"/>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72D72070-3290-2718-CC60-2BB4EEE39731}"/>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035AE042-1BB0-1641-0616-FA10D42D8037}"/>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F9AA2296-E414-4679-D369-D14564F04FB2}"/>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1BE885BD-17D2-BCC3-47C7-648BD52841EE}"/>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B7A34F17-0095-6DCA-1603-657FD5D77267}"/>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8C04F88E-8FD6-CF30-07AF-D5736F8000D9}"/>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58AB5195-0785-6349-F866-C6E2B428DA2E}"/>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3240EFC4-E559-2FE3-085C-0AE45C58C3A2}"/>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E26A262D-3A84-C537-6D00-1315A7E7E9DE}"/>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E99310A3-3C4A-7492-B06C-4EFDE00EAC30}"/>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0536FBE5-3A44-F88D-9099-D5CB7AF14D41}"/>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50EFB813-46D9-F028-5294-BA6335A758DC}"/>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0C0CA4DD-D148-C9E1-2FA6-5A428636C763}"/>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79E54055-791A-A413-1D71-72C5C5D51AA1}"/>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696FF355-B157-5510-AF2B-195A1FD3003C}"/>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1CDA6BDB-1D06-18C9-C514-2D9986B9CCF9}"/>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20770487-9933-9F6E-E0B3-5C4C92E35EE9}"/>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00FF27D0-5693-0F27-5AC8-77F591960B24}"/>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1468A4C4-307B-02AB-425C-9E5AB17B78B4}"/>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90A8ECDD-F8A5-0C33-A6FF-1769D35FAD54}"/>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BA15B7FE-7501-A576-5C95-7C197BCA411C}"/>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78755F1F-2220-E403-5E29-7AFB53490411}"/>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8117BAA1-CCF8-9FF7-2676-AF347FF3FB07}"/>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0EAA005A-3CE6-C107-DC72-8DE900E1AE11}"/>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E1D6F625-757A-CC29-E49F-D9FD031A80EA}"/>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1FDE19B7-ECE7-8784-141F-CF3D89A1454F}"/>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24BD9558-0F82-ED9D-8C35-82ABDB162CCE}"/>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2FEC51F1-814B-5F6D-0E91-1F4111E859C3}"/>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6A3E58C7-A361-16E8-C778-56482669B9CC}"/>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156DEB47-44CE-F3F8-0E61-D0008AA0B1C2}"/>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499166F6-3F2F-FAF9-67E2-0CEE7911681D}"/>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28AD3520-D1E6-C5F0-40DE-7BB72E2F2BB3}"/>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ADF6AB7A-A4E2-65EC-3FC4-ED340192E833}"/>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17D76E1B-8C2A-B5F0-5AA2-8C245655EF43}"/>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373F5353-702F-F7F8-B879-237317C90F86}"/>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1D21042B-1A3A-B0A8-83FE-C3ABA170902F}"/>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A7AF39C5-2F0E-1510-74E1-8B939738F7E4}"/>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1848F7A8-3D3D-145A-9E7B-B68D154E6BA2}"/>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056E799B-39D9-7066-79B2-F94173146355}"/>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44E5D8A4-06C4-0EB7-2A44-FCC64CD96A8C}"/>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CF8C7DFF-973A-CF9D-6DE3-9987C2AD2CB0}"/>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17F976A5-B50B-E6B9-7073-914431EF6FCB}"/>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BC8C4989-ED91-7F05-FF3F-D170954D6BD0}"/>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EBF1D4CE-ACDA-10A0-DB31-DF1C44557336}"/>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accent2">
                    <a:lumMod val="60000"/>
                    <a:lumOff val="4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4500">
        <p159:morph option="byObject"/>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con 2" descr="FaChartLine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Technological Transformation of Financial Markets</a:t>
            </a:r>
          </a:p>
        </p:txBody>
      </p:sp>
      <p:sp>
        <p:nvSpPr>
          <p:cNvPr id="4" name="Rounded Rectangle 4"/>
          <p:cNvSpPr/>
          <p:nvPr/>
        </p:nvSpPr>
        <p:spPr>
          <a:xfrm>
            <a:off x="548640" y="1188720"/>
            <a:ext cx="5440680" cy="50749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5" name="Heading 5"/>
          <p:cNvSpPr txBox="1"/>
          <p:nvPr/>
        </p:nvSpPr>
        <p:spPr>
          <a:xfrm>
            <a:off x="731520" y="1243584"/>
            <a:ext cx="5074920" cy="365760"/>
          </a:xfrm>
          <a:prstGeom prst="rect">
            <a:avLst/>
          </a:prstGeom>
          <a:noFill/>
        </p:spPr>
        <p:txBody>
          <a:bodyPr wrap="square" lIns="45720" tIns="27432" rIns="45720" bIns="27432" anchor="ctr">
            <a:noAutofit/>
          </a:bodyPr>
          <a:lstStyle/>
          <a:p>
            <a:pPr algn="l">
              <a:spcAft>
                <a:spcPts val="0"/>
              </a:spcAft>
              <a:buNone/>
            </a:pPr>
            <a:r>
              <a:rPr lang="en-IN" sz="1800" b="1" i="0" dirty="0">
                <a:solidFill>
                  <a:srgbClr val="B9A5FF"/>
                </a:solidFill>
                <a:latin typeface="Times New Roman"/>
                <a:cs typeface="Times New Roman"/>
              </a:rPr>
              <a:t>Financial markets connect</a:t>
            </a:r>
          </a:p>
        </p:txBody>
      </p:sp>
      <p:sp>
        <p:nvSpPr>
          <p:cNvPr id="6" name="roundRect 6"/>
          <p:cNvSpPr/>
          <p:nvPr/>
        </p:nvSpPr>
        <p:spPr>
          <a:xfrm>
            <a:off x="831520" y="2011680"/>
            <a:ext cx="2103120" cy="640080"/>
          </a:xfrm>
          <a:prstGeom prst="roundRect">
            <a:avLst>
              <a:gd name="adj" fmla="val 12000"/>
            </a:avLst>
          </a:prstGeom>
          <a:solidFill>
            <a:srgbClr val="241D55"/>
          </a:solidFill>
          <a:ln w="12700">
            <a:solidFill>
              <a:srgbClr val="5B3FD6"/>
            </a:solidFill>
          </a:ln>
        </p:spPr>
        <p:txBody>
          <a:bodyPr wrap="square" lIns="73152" tIns="36576" rIns="73152" bIns="36576" rtlCol="0" anchor="ctr"/>
          <a:lstStyle/>
          <a:p>
            <a:pPr algn="ctr">
              <a:spcAft>
                <a:spcPts val="0"/>
              </a:spcAft>
              <a:buNone/>
            </a:pPr>
            <a:r>
              <a:rPr lang="en-IN" sz="1800" b="1" i="0" dirty="0">
                <a:solidFill>
                  <a:srgbClr val="FFFFFF"/>
                </a:solidFill>
                <a:latin typeface="Times New Roman"/>
                <a:cs typeface="Times New Roman"/>
              </a:rPr>
              <a:t>Investors</a:t>
            </a:r>
          </a:p>
        </p:txBody>
      </p:sp>
      <p:sp>
        <p:nvSpPr>
          <p:cNvPr id="7" name="roundRect 7"/>
          <p:cNvSpPr/>
          <p:nvPr/>
        </p:nvSpPr>
        <p:spPr>
          <a:xfrm>
            <a:off x="3603320" y="2011680"/>
            <a:ext cx="2103120" cy="640080"/>
          </a:xfrm>
          <a:prstGeom prst="roundRect">
            <a:avLst>
              <a:gd name="adj" fmla="val 12000"/>
            </a:avLst>
          </a:prstGeom>
          <a:solidFill>
            <a:srgbClr val="241D55"/>
          </a:solidFill>
          <a:ln w="12700">
            <a:solidFill>
              <a:srgbClr val="5B3FD6"/>
            </a:solidFill>
          </a:ln>
        </p:spPr>
        <p:txBody>
          <a:bodyPr wrap="square" lIns="73152" tIns="36576" rIns="73152" bIns="36576" rtlCol="0" anchor="ctr"/>
          <a:lstStyle/>
          <a:p>
            <a:pPr algn="ctr">
              <a:spcAft>
                <a:spcPts val="0"/>
              </a:spcAft>
              <a:buNone/>
            </a:pPr>
            <a:r>
              <a:rPr lang="en-IN" sz="1800" b="1" i="0" dirty="0">
                <a:solidFill>
                  <a:srgbClr val="FFFFFF"/>
                </a:solidFill>
                <a:latin typeface="Times New Roman"/>
                <a:cs typeface="Times New Roman"/>
              </a:rPr>
              <a:t>Companies</a:t>
            </a:r>
          </a:p>
        </p:txBody>
      </p:sp>
      <p:sp>
        <p:nvSpPr>
          <p:cNvPr id="8" name="roundRect 8"/>
          <p:cNvSpPr/>
          <p:nvPr/>
        </p:nvSpPr>
        <p:spPr>
          <a:xfrm>
            <a:off x="1988820" y="3474720"/>
            <a:ext cx="2560320" cy="1005840"/>
          </a:xfrm>
          <a:prstGeom prst="roundRect">
            <a:avLst>
              <a:gd name="adj" fmla="val 14000"/>
            </a:avLst>
          </a:prstGeom>
          <a:solidFill>
            <a:srgbClr val="7141EF"/>
          </a:solidFill>
          <a:ln w="9525">
            <a:solidFill>
              <a:srgbClr val="FFFFFF"/>
            </a:solidFill>
          </a:ln>
        </p:spPr>
        <p:txBody>
          <a:bodyPr wrap="square" lIns="73152" tIns="36576" rIns="73152" bIns="36576" rtlCol="0" anchor="ctr"/>
          <a:lstStyle/>
          <a:p>
            <a:pPr algn="ctr">
              <a:spcAft>
                <a:spcPts val="0"/>
              </a:spcAft>
              <a:buNone/>
            </a:pPr>
            <a:r>
              <a:rPr lang="en-IN" sz="2000" b="1" i="0" dirty="0">
                <a:solidFill>
                  <a:srgbClr val="FFFFFF"/>
                </a:solidFill>
                <a:latin typeface="Times New Roman"/>
                <a:cs typeface="Times New Roman"/>
              </a:rPr>
              <a:t>Financial markets</a:t>
            </a:r>
          </a:p>
        </p:txBody>
      </p:sp>
      <p:sp>
        <p:nvSpPr>
          <p:cNvPr id="9" name="roundRect 9"/>
          <p:cNvSpPr/>
          <p:nvPr/>
        </p:nvSpPr>
        <p:spPr>
          <a:xfrm>
            <a:off x="1760220" y="5303520"/>
            <a:ext cx="3017520" cy="640080"/>
          </a:xfrm>
          <a:prstGeom prst="roundRect">
            <a:avLst>
              <a:gd name="adj" fmla="val 12000"/>
            </a:avLst>
          </a:prstGeom>
          <a:solidFill>
            <a:srgbClr val="241D55"/>
          </a:solidFill>
          <a:ln w="12700">
            <a:solidFill>
              <a:srgbClr val="5B3FD6"/>
            </a:solidFill>
          </a:ln>
        </p:spPr>
        <p:txBody>
          <a:bodyPr wrap="square" lIns="73152" tIns="36576" rIns="73152" bIns="36576" rtlCol="0" anchor="ctr"/>
          <a:lstStyle/>
          <a:p>
            <a:pPr algn="ctr">
              <a:spcAft>
                <a:spcPts val="0"/>
              </a:spcAft>
              <a:buNone/>
            </a:pPr>
            <a:r>
              <a:rPr lang="en-IN" sz="1800" b="1" i="0" dirty="0">
                <a:solidFill>
                  <a:srgbClr val="FFFFFF"/>
                </a:solidFill>
                <a:latin typeface="Times New Roman"/>
                <a:cs typeface="Times New Roman"/>
              </a:rPr>
              <a:t>Financial institutions</a:t>
            </a:r>
          </a:p>
        </p:txBody>
      </p:sp>
      <p:cxnSp>
        <p:nvCxnSpPr>
          <p:cNvPr id="10" name="Connector 10"/>
          <p:cNvCxnSpPr/>
          <p:nvPr/>
        </p:nvCxnSpPr>
        <p:spPr>
          <a:xfrm>
            <a:off x="1883080" y="2651760"/>
            <a:ext cx="745820" cy="822960"/>
          </a:xfrm>
          <a:prstGeom prst="line">
            <a:avLst/>
          </a:prstGeom>
          <a:ln w="19050">
            <a:solidFill>
              <a:srgbClr val="B9A5FF"/>
            </a:solidFill>
            <a:headEnd type="triangle"/>
            <a:tailEnd type="triangle"/>
          </a:ln>
        </p:spPr>
      </p:cxnSp>
      <p:cxnSp>
        <p:nvCxnSpPr>
          <p:cNvPr id="11" name="Connector 11"/>
          <p:cNvCxnSpPr/>
          <p:nvPr/>
        </p:nvCxnSpPr>
        <p:spPr>
          <a:xfrm flipH="1">
            <a:off x="3909060" y="2651760"/>
            <a:ext cx="745820" cy="822960"/>
          </a:xfrm>
          <a:prstGeom prst="line">
            <a:avLst/>
          </a:prstGeom>
          <a:ln w="19050">
            <a:solidFill>
              <a:srgbClr val="B9A5FF"/>
            </a:solidFill>
            <a:headEnd type="triangle"/>
            <a:tailEnd type="triangle"/>
          </a:ln>
        </p:spPr>
      </p:cxnSp>
      <p:cxnSp>
        <p:nvCxnSpPr>
          <p:cNvPr id="12" name="Connector 12"/>
          <p:cNvCxnSpPr/>
          <p:nvPr/>
        </p:nvCxnSpPr>
        <p:spPr>
          <a:xfrm>
            <a:off x="3268980" y="4480560"/>
            <a:ext cx="0" cy="822960"/>
          </a:xfrm>
          <a:prstGeom prst="line">
            <a:avLst/>
          </a:prstGeom>
          <a:ln w="19050">
            <a:solidFill>
              <a:srgbClr val="B9A5FF"/>
            </a:solidFill>
            <a:headEnd type="triangle"/>
            <a:tailEnd type="triangle"/>
          </a:ln>
        </p:spPr>
      </p:cxnSp>
      <p:sp>
        <p:nvSpPr>
          <p:cNvPr id="13" name="Rounded Rectangle 13"/>
          <p:cNvSpPr/>
          <p:nvPr/>
        </p:nvSpPr>
        <p:spPr>
          <a:xfrm>
            <a:off x="6217920" y="1188720"/>
            <a:ext cx="5422392" cy="50749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4" name="Heading 14"/>
          <p:cNvSpPr txBox="1"/>
          <p:nvPr/>
        </p:nvSpPr>
        <p:spPr>
          <a:xfrm>
            <a:off x="6400800" y="1243584"/>
            <a:ext cx="5056632" cy="365760"/>
          </a:xfrm>
          <a:prstGeom prst="rect">
            <a:avLst/>
          </a:prstGeom>
          <a:noFill/>
        </p:spPr>
        <p:txBody>
          <a:bodyPr wrap="square" lIns="45720" tIns="27432" rIns="45720" bIns="27432" anchor="ctr">
            <a:noAutofit/>
          </a:bodyPr>
          <a:lstStyle/>
          <a:p>
            <a:pPr algn="l">
              <a:spcAft>
                <a:spcPts val="0"/>
              </a:spcAft>
              <a:buNone/>
            </a:pPr>
            <a:r>
              <a:rPr lang="en-IN" sz="1800" b="1" i="0" dirty="0">
                <a:solidFill>
                  <a:srgbClr val="B9A5FF"/>
                </a:solidFill>
                <a:latin typeface="Times New Roman"/>
                <a:cs typeface="Times New Roman"/>
              </a:rPr>
              <a:t>How technology has changed them</a:t>
            </a:r>
          </a:p>
        </p:txBody>
      </p:sp>
      <p:sp>
        <p:nvSpPr>
          <p:cNvPr id="15" name="Oval 15"/>
          <p:cNvSpPr/>
          <p:nvPr/>
        </p:nvSpPr>
        <p:spPr>
          <a:xfrm>
            <a:off x="6400800" y="1828800"/>
            <a:ext cx="548640" cy="54864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6" name="Picture 16" descr="FaCogs icon"/>
          <p:cNvPicPr>
            <a:picLocks noChangeAspect="1"/>
          </p:cNvPicPr>
          <p:nvPr/>
        </p:nvPicPr>
        <p:blipFill>
          <a:blip r:embed="rId4"/>
          <a:stretch>
            <a:fillRect/>
          </a:stretch>
        </p:blipFill>
        <p:spPr>
          <a:xfrm>
            <a:off x="6532473" y="1960473"/>
            <a:ext cx="285292" cy="285292"/>
          </a:xfrm>
          <a:prstGeom prst="rect">
            <a:avLst/>
          </a:prstGeom>
        </p:spPr>
      </p:pic>
      <p:sp>
        <p:nvSpPr>
          <p:cNvPr id="17" name="TextBox 17"/>
          <p:cNvSpPr txBox="1"/>
          <p:nvPr/>
        </p:nvSpPr>
        <p:spPr>
          <a:xfrm>
            <a:off x="7132320" y="1658800"/>
            <a:ext cx="4372392" cy="88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Technology has changed how financial assets are traded and managed.</a:t>
            </a:r>
          </a:p>
        </p:txBody>
      </p:sp>
      <p:sp>
        <p:nvSpPr>
          <p:cNvPr id="18" name="Oval 18"/>
          <p:cNvSpPr/>
          <p:nvPr/>
        </p:nvSpPr>
        <p:spPr>
          <a:xfrm>
            <a:off x="6400800" y="2943800"/>
            <a:ext cx="548640" cy="54864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9" name="Picture 19" descr="FaExchangeAlt icon"/>
          <p:cNvPicPr>
            <a:picLocks noChangeAspect="1"/>
          </p:cNvPicPr>
          <p:nvPr/>
        </p:nvPicPr>
        <p:blipFill>
          <a:blip r:embed="rId5"/>
          <a:stretch>
            <a:fillRect/>
          </a:stretch>
        </p:blipFill>
        <p:spPr>
          <a:xfrm>
            <a:off x="6532473" y="3075473"/>
            <a:ext cx="285292" cy="285292"/>
          </a:xfrm>
          <a:prstGeom prst="rect">
            <a:avLst/>
          </a:prstGeom>
        </p:spPr>
      </p:pic>
      <p:sp>
        <p:nvSpPr>
          <p:cNvPr id="20" name="TextBox 20"/>
          <p:cNvSpPr txBox="1"/>
          <p:nvPr/>
        </p:nvSpPr>
        <p:spPr>
          <a:xfrm>
            <a:off x="7132320" y="2773800"/>
            <a:ext cx="4372392" cy="88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Electronic trading platforms enable faster order execution.</a:t>
            </a:r>
          </a:p>
        </p:txBody>
      </p:sp>
      <p:sp>
        <p:nvSpPr>
          <p:cNvPr id="21" name="Oval 21"/>
          <p:cNvSpPr/>
          <p:nvPr/>
        </p:nvSpPr>
        <p:spPr>
          <a:xfrm>
            <a:off x="6400800" y="4058800"/>
            <a:ext cx="548640" cy="54864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2" name="Picture 22" descr="FaLaptop icon"/>
          <p:cNvPicPr>
            <a:picLocks noChangeAspect="1"/>
          </p:cNvPicPr>
          <p:nvPr/>
        </p:nvPicPr>
        <p:blipFill>
          <a:blip r:embed="rId6"/>
          <a:stretch>
            <a:fillRect/>
          </a:stretch>
        </p:blipFill>
        <p:spPr>
          <a:xfrm>
            <a:off x="6532473" y="4190473"/>
            <a:ext cx="285292" cy="285292"/>
          </a:xfrm>
          <a:prstGeom prst="rect">
            <a:avLst/>
          </a:prstGeom>
        </p:spPr>
      </p:pic>
      <p:sp>
        <p:nvSpPr>
          <p:cNvPr id="23" name="TextBox 23"/>
          <p:cNvSpPr txBox="1"/>
          <p:nvPr/>
        </p:nvSpPr>
        <p:spPr>
          <a:xfrm>
            <a:off x="7132320" y="3888800"/>
            <a:ext cx="4372392" cy="88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Online investment platforms improve access to stocks, bonds and mutual funds.</a:t>
            </a:r>
          </a:p>
        </p:txBody>
      </p:sp>
      <p:sp>
        <p:nvSpPr>
          <p:cNvPr id="24" name="Oval 24"/>
          <p:cNvSpPr/>
          <p:nvPr/>
        </p:nvSpPr>
        <p:spPr>
          <a:xfrm>
            <a:off x="6400800" y="5173800"/>
            <a:ext cx="548640" cy="54864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5" name="Picture 25" descr="FaNetworkWired icon"/>
          <p:cNvPicPr>
            <a:picLocks noChangeAspect="1"/>
          </p:cNvPicPr>
          <p:nvPr/>
        </p:nvPicPr>
        <p:blipFill>
          <a:blip r:embed="rId7"/>
          <a:stretch>
            <a:fillRect/>
          </a:stretch>
        </p:blipFill>
        <p:spPr>
          <a:xfrm>
            <a:off x="6532473" y="5305473"/>
            <a:ext cx="285292" cy="285292"/>
          </a:xfrm>
          <a:prstGeom prst="rect">
            <a:avLst/>
          </a:prstGeom>
        </p:spPr>
      </p:pic>
      <p:sp>
        <p:nvSpPr>
          <p:cNvPr id="26" name="TextBox 26"/>
          <p:cNvSpPr txBox="1"/>
          <p:nvPr/>
        </p:nvSpPr>
        <p:spPr>
          <a:xfrm>
            <a:off x="7132320" y="5003800"/>
            <a:ext cx="4372392" cy="888640"/>
          </a:xfrm>
          <a:prstGeom prst="rect">
            <a:avLst/>
          </a:prstGeom>
          <a:noFill/>
        </p:spPr>
        <p:txBody>
          <a:bodyPr wrap="square" lIns="45720" tIns="27432" rIns="45720" bIns="27432" anchor="ctr">
            <a:noAutofit/>
          </a:bodyPr>
          <a:lstStyle/>
          <a:p>
            <a:pPr algn="l">
              <a:spcAft>
                <a:spcPts val="0"/>
              </a:spcAft>
              <a:buNone/>
            </a:pPr>
            <a:r>
              <a:rPr lang="en-IN" sz="1700" b="0" i="0" dirty="0">
                <a:solidFill>
                  <a:srgbClr val="FFFFFF"/>
                </a:solidFill>
                <a:latin typeface="Times New Roman"/>
                <a:cs typeface="Times New Roman"/>
              </a:rPr>
              <a:t>Digital systems improve information sharing and transaction processing.</a:t>
            </a:r>
          </a:p>
        </p:txBody>
      </p:sp>
      <p:grpSp>
        <p:nvGrpSpPr>
          <p:cNvPr id="27" name="Graphic 2">
            <a:extLst>
              <a:ext uri="{FF2B5EF4-FFF2-40B4-BE49-F238E27FC236}">
                <a16:creationId xmlns:a16="http://schemas.microsoft.com/office/drawing/2014/main" id="{12C230CA-6346-CC0C-9492-54E2C20E5133}"/>
              </a:ext>
            </a:extLst>
          </p:cNvPr>
          <p:cNvGrpSpPr/>
          <p:nvPr/>
        </p:nvGrpSpPr>
        <p:grpSpPr>
          <a:xfrm>
            <a:off x="-3724899" y="5742685"/>
            <a:ext cx="22278322" cy="1206501"/>
            <a:chOff x="-1701658" y="3997633"/>
            <a:chExt cx="14003150" cy="3533927"/>
          </a:xfrm>
          <a:noFill/>
          <a:effectLst>
            <a:outerShdw blurRad="635000" algn="ctr" rotWithShape="0">
              <a:schemeClr val="bg1"/>
            </a:outerShdw>
          </a:effectLst>
        </p:grpSpPr>
        <p:grpSp>
          <p:nvGrpSpPr>
            <p:cNvPr id="28" name="Graphic 2">
              <a:extLst>
                <a:ext uri="{FF2B5EF4-FFF2-40B4-BE49-F238E27FC236}">
                  <a16:creationId xmlns:a16="http://schemas.microsoft.com/office/drawing/2014/main" id="{8A17AFBC-5F20-406D-DB6E-6BA8995A9C28}"/>
                </a:ext>
              </a:extLst>
            </p:cNvPr>
            <p:cNvGrpSpPr/>
            <p:nvPr/>
          </p:nvGrpSpPr>
          <p:grpSpPr>
            <a:xfrm>
              <a:off x="-1701658" y="3997633"/>
              <a:ext cx="14003150" cy="3531261"/>
              <a:chOff x="-1701658" y="3997633"/>
              <a:chExt cx="14003150" cy="3531261"/>
            </a:xfrm>
            <a:grpFill/>
          </p:grpSpPr>
          <p:sp>
            <p:nvSpPr>
              <p:cNvPr id="942" name="Freeform: Shape 941">
                <a:extLst>
                  <a:ext uri="{FF2B5EF4-FFF2-40B4-BE49-F238E27FC236}">
                    <a16:creationId xmlns:a16="http://schemas.microsoft.com/office/drawing/2014/main" id="{A98EA697-C743-8D53-C97D-9EBEB0983788}"/>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5E972FDB-8AE2-DB36-CA40-B8B3E9A12B66}"/>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8EEE100C-7DB0-4964-ECBB-EEF53D6F1CF3}"/>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6C9A8E1C-58A0-1966-6019-5BCE93EF1A25}"/>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AD554DA6-B3DA-7F66-AE19-CEAC79DF9337}"/>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686B5EC2-3878-17C8-2867-7C73F61DA9AA}"/>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D6F82184-3ACC-0507-85F1-FEF1A63627A3}"/>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FB8C842A-ABA3-A987-FF2F-72EEE23312E7}"/>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49818A78-FE63-75BD-140D-3B3F7555239A}"/>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1AF24B1C-6FEF-7FF4-8329-12979CF98775}"/>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2E6886D7-A7AE-9BA8-BC05-CB85C70FC93A}"/>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47633053-CA3F-D569-5738-24812A9A68E2}"/>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F52F5FE5-E71F-795B-0EED-E00654044BC9}"/>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00B5426E-DAC7-024C-A692-2E2834D99A0A}"/>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15ECD5B1-A8D5-B6EA-BFFF-360E8936F42F}"/>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3D00ABB2-4655-B18F-6393-3552AB01D2B2}"/>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C14FED40-4DDE-76F8-DADA-7CF689025BF4}"/>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6308E4AE-BE6D-5A67-CDCC-D7C79E34A6C8}"/>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036B983A-3AE2-36CD-2ECF-7CD05A8B346B}"/>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19B869E3-B407-8FFE-6FFA-3B3854B34A27}"/>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4718348E-E75C-E518-7798-F6E15C631D76}"/>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0A6C525A-ABC2-D9AA-3EA9-4894FD8029E1}"/>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6F09A9F0-0524-4D59-1BCE-BDA824399263}"/>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CBB52BC9-8F6D-97CC-1CEE-6533EA07348C}"/>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D279E1F3-06EE-8AD2-4ED3-DF6123DCF85D}"/>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3F21EB0E-9427-8588-544A-1683B7D4F273}"/>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AC15A96F-30E7-AAA0-2CB1-DB072F5CCBBE}"/>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1EF6F352-C3C6-E023-0714-FF5693B1F0D3}"/>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1C967A63-B9DB-ED25-574D-5F62384D2F97}"/>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D4C83A01-4709-6F0C-FC32-F0D3B4C0F638}"/>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17E2B917-2DA0-5B4D-4457-310372B6518F}"/>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D7F0C05C-2166-BE20-4843-55F6740A6330}"/>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9C8D0B9B-3A00-3FD6-9E28-22736C68DECD}"/>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F956FA90-0DE4-BE0D-A907-A4074AEF5948}"/>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4FBDEFF9-A89D-ED67-4EFB-30518CDFA02B}"/>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265484F4-F71C-DFB4-A639-976F1A03C6F2}"/>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380B1E30-7C0B-5BAF-C7EF-06390C5950C3}"/>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5E23B2AC-34F1-64E0-6318-221C7B1513BF}"/>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9706BDC5-F4E3-4292-DD9E-4EB6BAAD4E75}"/>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E54D6273-83CC-6AF2-1D50-99EF70FE6D8F}"/>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32D474A7-21E9-45EB-B73A-E8061D33C9A9}"/>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0D556B6B-ED0A-E336-F73A-F960B837F15F}"/>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09C2E0CC-1055-39C5-382F-8AAF06CD2590}"/>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8FE2EB39-DC7E-5DA2-17A3-5D471A90DDF4}"/>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45921A0E-CF96-60DA-7F27-ECBBABA8D153}"/>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7E8BF164-1580-750C-577B-992AADCA6A60}"/>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CDD3C479-AA23-E515-E236-97DB363EFF8E}"/>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D87DE861-E4EE-7229-21AB-2CE684088814}"/>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B532E45C-A0EE-A601-CE20-1B6410C9E43D}"/>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860D60D7-2337-ADBA-2B69-955E7D77AAA1}"/>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53D5F69B-96E2-2186-74A4-C1AA600A070A}"/>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45270C9F-395D-3FFE-93F1-9A780C5670AD}"/>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EF652B33-519F-3BA0-B6FB-3BEA26A29B59}"/>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E7118207-A17D-D67B-A396-F880D8F8DDDC}"/>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EA334512-D172-FFAF-3AF6-E15EDF31ADAF}"/>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6C39D695-3B28-D8DC-51FA-1A9CB0EF652C}"/>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CCB325A6-9E8E-2BD0-FCE2-16A899F73183}"/>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6732EBB5-27F7-9B92-140B-9F20153F1BC0}"/>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DBEB61E9-66BC-0F2A-3162-4BF8CACB2603}"/>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21C0ED06-6632-AC3F-98F6-58E3F84387EA}"/>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0FA9B7ED-D673-6D3A-9941-FEC9A7707520}"/>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29" name="Graphic 2">
              <a:extLst>
                <a:ext uri="{FF2B5EF4-FFF2-40B4-BE49-F238E27FC236}">
                  <a16:creationId xmlns:a16="http://schemas.microsoft.com/office/drawing/2014/main" id="{41D19C23-193C-304F-03D4-11596AC23D70}"/>
                </a:ext>
              </a:extLst>
            </p:cNvPr>
            <p:cNvGrpSpPr/>
            <p:nvPr/>
          </p:nvGrpSpPr>
          <p:grpSpPr>
            <a:xfrm>
              <a:off x="-1350054" y="4031449"/>
              <a:ext cx="13299963" cy="3500111"/>
              <a:chOff x="-1350054" y="4031449"/>
              <a:chExt cx="13299963" cy="3500111"/>
            </a:xfrm>
            <a:grpFill/>
          </p:grpSpPr>
          <p:sp>
            <p:nvSpPr>
              <p:cNvPr id="30" name="Freeform: Shape 29">
                <a:extLst>
                  <a:ext uri="{FF2B5EF4-FFF2-40B4-BE49-F238E27FC236}">
                    <a16:creationId xmlns:a16="http://schemas.microsoft.com/office/drawing/2014/main" id="{A1E24EDD-9BE2-14D8-242F-E3C594897805}"/>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 name="Freeform: Shape 30">
                <a:extLst>
                  <a:ext uri="{FF2B5EF4-FFF2-40B4-BE49-F238E27FC236}">
                    <a16:creationId xmlns:a16="http://schemas.microsoft.com/office/drawing/2014/main" id="{7065D37D-E446-797A-28D5-0D8773EC866C}"/>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 name="Freeform: Shape 31">
                <a:extLst>
                  <a:ext uri="{FF2B5EF4-FFF2-40B4-BE49-F238E27FC236}">
                    <a16:creationId xmlns:a16="http://schemas.microsoft.com/office/drawing/2014/main" id="{781692FE-054A-A2E6-4D6D-1A46CFCD8C5C}"/>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F2C4E337-5A97-3BB2-3DDE-2856AA85C389}"/>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D6A34566-7FC1-5FB2-5CE4-1405ABF55276}"/>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D8FA33C0-89FA-B0AA-7D6A-38DD4F006429}"/>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8B75D434-7A19-3310-1327-75BE692362D6}"/>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EABB735D-7B9B-F764-FE73-A5542E7E3646}"/>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D386B723-9470-671E-F19E-53B3CC438A23}"/>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AB8A95AA-82AD-7F8D-C11A-C274EAD5B926}"/>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61AA6C85-EE64-854C-A7A6-78C8A7364E4F}"/>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B0297A5A-E4EC-C3A5-9388-CA9C067222D7}"/>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C51394F2-06F3-BA1C-F8F2-E2D69ADD47DE}"/>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7635C553-55B3-753C-8737-04A11DF30EB9}"/>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01B742BD-ACC0-91C5-51E2-480F660EB5C5}"/>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6755297A-2A04-13C5-A5BE-DBB6D71209D6}"/>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E18BA921-BDC2-4136-C7C0-4548C10EF85D}"/>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6D214A8A-CE80-C4FF-620F-9A14DC2AB3A0}"/>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1486688E-95D7-0380-EE72-BD6F7BC2D58D}"/>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86CC4B01-1AC9-7E2E-0B04-5AFC1872DCDA}"/>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508D052F-96D3-FD58-8DCA-A4BD5A89E3FF}"/>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90E6A796-2311-930B-F5E2-262587A2E58B}"/>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C3679DC9-DB62-1494-F37C-B3BB46A6210F}"/>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732DF1FB-CEE3-D285-6342-4F5C110D8B0E}"/>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830973D1-5D42-32C3-9AF3-0A52AC889292}"/>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3C50B728-3BBE-45E1-B5FD-7FD1C8D7F619}"/>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DD34DB03-5E46-0782-0D09-449565BAA8CC}"/>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7D334B2E-4AD9-8AC5-AC2C-8925E8EF5A58}"/>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5EEF0C10-6076-5CF9-5732-BA1A07728571}"/>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ADBEFAF3-0D86-01D4-69D0-18CA158EF3A7}"/>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0A3413F9-640E-8E3B-ECCF-A7E5C18499F6}"/>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B3E411FE-26EA-1336-DCBA-2728C7460902}"/>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4FBFB1CB-9820-2425-37E1-E2CBBC469E5A}"/>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DFE7D226-B32A-97CF-3703-E6508BD1751A}"/>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8216B100-18FD-1E95-97D5-8E11A4F15CC5}"/>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F4423D8F-4333-B273-E74E-6D27B34BCA68}"/>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F5742DBE-C3D8-C144-0F07-2819C1830FAD}"/>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20D71843-C3A1-E83B-8933-8FDA2D4FAADF}"/>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9882618C-1216-5F36-BBB7-6FAC7FA4D663}"/>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1A4F4B61-0B0C-E396-16D2-011782E976E3}"/>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8BFB06D9-CC6C-DA42-1310-142D8739F7AF}"/>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3024EE70-6C70-8EB1-A128-034904513F8B}"/>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224359EC-E723-C557-4C3D-320CA2DBD4A9}"/>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7B4339A5-A82F-6B92-5A28-3E48F19C67C4}"/>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5B233BDA-1EE5-CE1F-7685-A5B2049716B7}"/>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125BF5DB-21EE-2835-CD92-1691BF65C76A}"/>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2C9E6078-4AA2-CC48-4629-C337BD9A3001}"/>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B5B6A6B9-B89D-ACD7-4164-E3731B2EE3DF}"/>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FB508B3F-DDC8-F327-F335-637216C4D06B}"/>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F8F71DF0-0403-2E28-8EA7-F0DB5CBDC8CF}"/>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E9D903B0-5CA0-F555-85E6-8F15D9C78362}"/>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BD7CE1E0-ADB5-75E3-8671-022A0C580CBE}"/>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4FF04D6A-FF48-114D-6B83-9374C6728B14}"/>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75B78EDD-5A2A-2447-E3F6-FD10CC24F45E}"/>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F56582AC-F3F8-D4C4-88E8-D19EEBAADB06}"/>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098E87BE-F881-0BC8-CBCC-D8F38BA129DF}"/>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E79B7A59-1F27-BA45-05A2-EB43247CE2CE}"/>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F65746CE-A6EC-7022-5A4E-DF1242113C32}"/>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05C04470-D780-6E33-325E-4185833C4FA4}"/>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6F0BAFBE-7C05-C983-F1A9-694F9CE52C3E}"/>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FE2880DB-F4C1-0C20-EB65-074C6A117114}"/>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FE4712E8-8CC0-0B86-57F1-B6C5FD2CF4EC}"/>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303E5A47-6F47-3A1D-4B8C-3E81F68E4A6B}"/>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ADA4B088-94A7-27ED-A11F-E49E531C601A}"/>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B0AE9BD4-B9AA-E8C4-D0C6-79A9D93E0562}"/>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91CBB565-E6A1-355D-608D-A59DAE449A8C}"/>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9C03C420-CE4A-D304-9B8D-CC1FA3B7BCE0}"/>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D136348C-FAB4-F4DC-E027-9BD09F194ACB}"/>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E1AA64EF-D420-BEDF-4774-81C78BE28CD8}"/>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7CAEF272-8B73-89BB-CFFA-8F7DEADE0BC6}"/>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2BBBC0C8-67FF-513D-A17A-5FDEB0B68B0E}"/>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DE83F535-BCE0-C55E-B498-259C4B4F2B4B}"/>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E50C2B3C-F779-A89B-3607-E8A97544EA98}"/>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32A8CBDD-D77D-9A79-CB8A-DACEC7B09C42}"/>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0152F0AC-C329-4A28-F1DA-ABF77E50E84F}"/>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B643EB9E-EA1C-5C78-286F-E1DA1AFB8C84}"/>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9C220E06-20AB-CA77-71E7-5CDBA219A193}"/>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48645F7E-718B-201C-191E-74F9FC582D9D}"/>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12B24FE6-9078-A159-6D97-0851EEC99942}"/>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2E3639CF-A8B3-DDB3-F368-AA21AA2133D9}"/>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1CD5451A-A920-1E64-83FF-9DBD32B52BDA}"/>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3BE7C364-3D62-D8A0-585E-748C682550B2}"/>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BA30ACA6-0B7E-7B9F-46E9-B9A1EF2E3253}"/>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886A2223-A14A-57C2-90FD-D40057BE8382}"/>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822DE0A0-D40D-77F9-F0AD-131F0283045A}"/>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788C5463-78B9-0FB4-51EB-8337B7000AE6}"/>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697E5217-E52C-33AF-84B7-546EE9CB30C3}"/>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84EF9D87-08F8-238A-33E1-E9D8629F5695}"/>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D340FFE6-69AF-6186-A0F7-8C4C6AEE0D7B}"/>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E023BF3D-6EBE-E2ED-C0C1-FD14193ECDD9}"/>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C1EA373D-9295-5DE8-E113-E3D321CDFEFE}"/>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2E9B4A41-A858-3D1B-1E5A-B7129124445B}"/>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C498B8EA-1D8A-E4A9-5628-1A7030BCC6AF}"/>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C772A627-4632-3320-BCB4-10C14E49880D}"/>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F11C5EB8-788A-9DEA-B58D-4C14C4E51977}"/>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303377CD-F044-14ED-8F0E-5CBAD76B564D}"/>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58B1FE48-8C29-BD7A-5DE6-B3E4D8846DC1}"/>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E14776EF-0F78-98D0-1AC6-253CE82DC40E}"/>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8678B21F-15D9-EAA6-9725-358A981FFDE5}"/>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76181406-3ACE-208D-81AF-B599597A3A7D}"/>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FAB6D01A-F86C-9332-2028-60F44CBC5C88}"/>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B613AB92-4174-45AD-93B1-78C05D1805F4}"/>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77A9D19C-8EA4-8EA1-FD99-E44319B31F69}"/>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4E88B5EE-4AF8-12CB-13FC-5784F245DBFC}"/>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072A189C-A018-D06F-D3FB-69A2DA6AAD5B}"/>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9855BE63-9AFB-4732-93D1-21BBACC0EA38}"/>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06A83B3C-0EBE-C70D-4EA3-7A1761413184}"/>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2B79D1D8-F296-B69F-2B97-0A6EC2108794}"/>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4853C895-885F-6219-2542-753AF0EAB8C6}"/>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0CCBD336-D127-2A8F-FE9F-226E95F23106}"/>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09580101-CEAB-1DB2-358C-7F3CE1458BDB}"/>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00D86A9B-8CA0-F796-0614-C089967B30A2}"/>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9416818C-CE7C-0C50-9599-AAF7A7302FAF}"/>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F7A95FA7-17DC-DCB1-6AF0-4787303174E1}"/>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E8570A4C-941A-C80E-8776-FEFF7E58EAC5}"/>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483D155C-667F-9CD6-6F46-C49DA5A435F6}"/>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1314C6B9-C0BE-5495-34BF-23F9AC60F1EE}"/>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3E0BA5FB-050C-5271-9EA6-C679CB844DBC}"/>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0455602C-1C4E-CFC9-473D-2EBCDAAD5A53}"/>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5926B5EE-71E6-C6E9-C5BC-07C95E6D660C}"/>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71B266D4-023A-7DAE-E092-1E5745C233F7}"/>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8C74BEFB-89AF-294F-C467-C88EF9A09A6D}"/>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1BF01647-1EE2-692F-412D-289D65021F5C}"/>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040D3546-8A9C-F45C-2159-F6053510CE62}"/>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34ACAF46-8EC8-7FF5-74FD-AD4A40CC2F2E}"/>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C2145198-B9CC-0AF3-0C27-DB3B375C0F9B}"/>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89F467D5-D10C-3089-63B8-3C7B2CD41B54}"/>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E65AA6A3-166E-9D3A-BC44-EDE2C8B8C76C}"/>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03A7E383-6813-4E66-7019-1D7E05A197AD}"/>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4D523410-2872-AC86-24BB-01C8F927F921}"/>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1C0CC9AD-3ECD-DB05-0371-A9BA8F56AEA9}"/>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18B5592C-C3E7-3FEC-CF5B-4141F4CB4D08}"/>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BDE89762-FED6-4948-991A-3D525F667370}"/>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802410E4-76B3-BA7D-8B08-B41F92F1BE2B}"/>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D0DE0DD9-D2E6-AD8A-4EA3-372C3FFCA117}"/>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9304AD0B-978A-318B-AF42-E468E5BEE46A}"/>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ABD9DE5F-460B-932B-81D0-B809C89AEC9E}"/>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32634443-2013-A53D-FB50-8EE6933BF439}"/>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361521DC-F0E5-FAB8-51F2-04E7A38951EE}"/>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3AD91485-D930-65C8-7B2D-072918E361EE}"/>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95ADD925-3FA9-12A5-3741-DCA13F0739EA}"/>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8D310461-856D-22DC-261C-17826CDC63F4}"/>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567D357D-037F-561F-07B4-BCA6D26475D2}"/>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807FC229-FBE4-00B2-6CD9-3E4A19FBCB85}"/>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AFABCC9E-863B-D03D-15AA-4CFFE1B42782}"/>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1544D712-BFCE-4C4B-DC92-6B05990506BD}"/>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C0FCCFE6-1970-832B-891C-3761841F2B7F}"/>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92C5CA90-F47B-0137-400F-31AE08AD9E01}"/>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FF1F3C12-A2B9-25AE-E79D-6F782CA6B31B}"/>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DDAFBF81-79E2-CE1C-26C5-DB49AC9DDD5D}"/>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EACB7644-48BB-8466-1351-4330FF1DAE2A}"/>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DBC9D7AB-8A03-C592-3052-E6B7637BE895}"/>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45342A00-9746-1CA4-42A6-A5291C3F3C04}"/>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C3EC0DC8-F970-6229-5B8B-7DBFD3C675E0}"/>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ABFCC0FB-72BF-89F2-6AAC-5BB465D96F87}"/>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3562CCCB-051B-1109-D705-A0893F80647E}"/>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0034A6AF-3DE8-421B-11AC-4699A067F306}"/>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6BD4577D-4702-3FBD-3F15-88FC9C240D32}"/>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23BF097F-1EC1-3A22-EB6F-C27535827DF5}"/>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AB79C164-D36A-EED4-BFC3-E997A79D9C5B}"/>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C74A9B58-FA12-54D4-EFCA-062D34176D64}"/>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C8BAAE78-6DC5-E6A9-E33C-C5A8BD543B37}"/>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761B740F-7759-910D-6DDE-BBB4C53E3AA0}"/>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580FF563-F6DF-06BD-C8C0-B3DCA30F4F47}"/>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3B44AAF2-C674-B4A2-1A23-19D799986527}"/>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099B51C0-CA9B-DA3D-42EA-0D28247E20B5}"/>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91DC23F1-510A-B650-1136-EC5B19D0254B}"/>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F1BFA38B-0012-EDE1-85E0-B013C2637461}"/>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ED42394A-69F7-2598-CEBE-F8100FECD2E0}"/>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D2781B48-854C-FFFC-5276-56EB2ABA652C}"/>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1E9730AE-C5CF-D5AC-F83D-46418B25D886}"/>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7E452548-9CF9-EDF0-3C95-B9E06CAAD3CA}"/>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05E546FF-B6A2-62FC-8623-11A19914B8A0}"/>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CF34D492-1DE7-B1DD-2719-43A79D295121}"/>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AA7DA5D0-AD25-740F-8FCD-3F5065CE5F18}"/>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D2F781E9-575E-5AD3-D250-1C5FE564FA9F}"/>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119E33D6-8ED8-E5DC-A7CC-FF154B30D563}"/>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4ED615EE-28D1-919E-20C7-E5EB630512D0}"/>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A22E3285-9383-4B69-24B4-C0AAE9B73D0B}"/>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86A7AA56-9824-1999-1594-5B8FFBBD8C60}"/>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B2D6B13B-468B-4D8E-3201-4043206C21FF}"/>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F8910654-C3E0-D961-26B0-CF03F1B12079}"/>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5D2C6424-1520-6A39-D587-6ED6326DF453}"/>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8EF66AF8-D100-2DB8-5D3A-DA5E443AA57A}"/>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598D3884-4D03-8348-774A-6298EA54BFD8}"/>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29D96E9C-5DE2-E7B0-93A9-DE26A3C829E5}"/>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062D672F-A829-BD38-43A9-227EA7B0FBC9}"/>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13A19102-9571-2CFE-30F0-ED56294112B8}"/>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B87C30E9-5354-F3E4-377D-E3BA6A15CC9A}"/>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99BB5479-31BB-ECB0-56D2-5256EEC988AB}"/>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C0B4CCCF-79DE-16FE-DAB6-3951FC77E96E}"/>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3B07F157-B6E4-EA86-D233-910EEA1D07C3}"/>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906FFA1C-C424-D58C-07E2-A3C5DA949A9B}"/>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377D80E6-FF51-DB59-BD91-4DE86ED5F78B}"/>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97CDA528-6E02-A0D4-A601-659C6EFA97EA}"/>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DD211E4A-EF1F-46E9-4CCB-8CA4A0889EF6}"/>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95BFCA3A-BEDD-BB15-689B-A8589155FE99}"/>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26CE8E86-DFAB-01DC-29E0-59B21D1B72EA}"/>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52CE5282-2CFA-E506-CFF6-66BEC79EBBA1}"/>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5DD5D534-0B68-A4B8-81E2-F7796CE21841}"/>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AA5E5868-C63D-4725-F84D-66D49F0FEFC4}"/>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32358689-119C-521C-20B5-B70BE74FB497}"/>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23098173-625C-B3A9-A3A6-71E8600D7846}"/>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E0C7B039-D63F-5A71-B56C-01D14E968E57}"/>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450E05B7-72A3-4298-ADA4-BFABEB37609D}"/>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89FBCADB-1D90-DE66-DA00-5A0EF935E555}"/>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BADA57B8-5DAD-ADDE-CB8A-B7FDA05EF834}"/>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8705DEA9-DC55-77D0-590D-BD7818597DC7}"/>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1C74BCBC-A453-0F5A-0427-F3F3DD86F3CC}"/>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15ED405D-BF22-33D5-E772-CD0E584DBF1D}"/>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9B64BF2C-B7B4-9988-925D-4EBD76A7248A}"/>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FD1FC13A-A671-F797-8FE4-05851D7C4048}"/>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2CE557ED-6035-BAA5-8ACD-3FD6C8873CAC}"/>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EC68B8E4-9D1B-21A7-ECEE-E94563BB04EA}"/>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2F28C20F-145D-24E4-5B24-79F0DB9B6190}"/>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134758F6-1735-1418-6657-8A9E92C13625}"/>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86988377-AEE5-0786-D2A5-3B248FC9E236}"/>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4D7BE80A-5D37-DD0C-2313-A677EC0F0FC1}"/>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153FB8E0-C631-D32A-81FB-D6AE73DF271D}"/>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7A9744FF-A050-F8C5-6A32-838B09D305B5}"/>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BED7F509-2708-C4C1-82FA-48C811A0E28D}"/>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A2E3342F-4905-2DA3-DF37-9E67A578220B}"/>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9659DC14-3AF2-C035-DF4C-8DFF41239A4E}"/>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7C92D6AA-E45C-81F0-35E3-63619950AE25}"/>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34254D87-C470-6F29-23CC-FB89C5119FB9}"/>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6DD1B0BC-383A-F190-9709-2EAD27D2116E}"/>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3779F9C5-63B8-DA2C-015B-D4E38AE5127A}"/>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D57F2B1C-23F8-3C5D-D789-598E68C28803}"/>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F0BD983A-7581-CD86-57FC-2C89BE45AC71}"/>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FD28DF55-AEDA-8B7B-1204-3DDC2FECF850}"/>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B3925CD5-5C11-6EEB-7897-4A82EEC490C5}"/>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9CDA5E53-BA3B-B34C-00E3-C2E0C44F829C}"/>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29566F99-06A1-9383-4FB7-405EFC94E6AC}"/>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170CFA7D-9592-646B-7C6E-4EE56A486DA7}"/>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994F21B7-17D4-28A7-5A10-FF0AF70F41F4}"/>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DC6A9EA4-7BAE-761F-685D-ED5FC5B9A1B5}"/>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F27483C3-4AEB-4627-8F39-CD1E2177C250}"/>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64CE469B-0990-BF06-DDC5-9E413CC58D67}"/>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208935A5-C5F2-36A6-FEB7-1AFAA21E6E36}"/>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3A857CDC-0142-050F-754A-1EE1CA2111FB}"/>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FB45FB3E-317E-C064-6F36-39F6A2F4C8BA}"/>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E0FE5B21-D3BD-4C14-8CB0-D8AFA0531FB5}"/>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9F1E85FF-93E0-1567-BDCC-BF157621AFA9}"/>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F2BC3719-ECEE-B86F-196A-68FEE367F5F4}"/>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6C3F9502-96C2-E342-87C1-3DC6C7787626}"/>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21304AD6-EFCA-818E-CD14-81B5B0BB7E51}"/>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AB767500-D632-9BA3-075B-5869E23AB738}"/>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0B9EBC7B-1107-5F16-30B1-8DB36A081106}"/>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3F531004-36E0-7489-B697-191E0FB62A02}"/>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684C09BF-5218-2F41-7D36-19D9CBB61482}"/>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203FB6FB-C501-9B96-2041-C44A95888D8A}"/>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98686C59-6E36-FBC9-EE61-C897DE849B71}"/>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8B4A6564-5FFE-A43C-A839-B3F83376BE93}"/>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DC07934A-A544-CF09-C3AF-B2EE860A3AF5}"/>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7904CB77-0299-0152-3FB7-47B75B4CF1C3}"/>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4684D3FE-FE10-7E31-65BF-C699127A7765}"/>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F110C782-DB64-3435-627F-5CC64F7E65E7}"/>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861A37FA-F23F-BBB1-69CE-66C46CFA6E6E}"/>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4294919C-90E0-EDEC-350F-E041AC36BFA1}"/>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9B67712E-65DB-91B6-7748-D1503B934B1D}"/>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3F569F43-5DF3-D5D2-2AF1-1EE7D6CE0021}"/>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C8DCD509-D982-75F7-6EFB-D11B40E93E63}"/>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9CFC886E-8CDF-A80A-5701-59F63D7B63B5}"/>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5B57C3B5-6D90-E037-21BE-F0195C429D47}"/>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5071A9D8-E4C0-D3E5-F177-19D7AD211E30}"/>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78ED3E26-BAD3-4F7A-04D2-2BFEBB7C11D9}"/>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26A50DD5-E036-584E-F4EC-C766C6A71B00}"/>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DA8F2D06-DD34-57F7-345E-71D42991E70D}"/>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024239D2-4546-20D5-2AE5-71A3E656AB70}"/>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E6DB6D9F-1578-2FA6-6A33-9869C37AC5D4}"/>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60487B56-A8AE-5F34-02D4-360739E64DAD}"/>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3D91E217-DB52-16CD-604E-D845048B4F0C}"/>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0AE474CA-C79D-E5B2-0F21-AD926C64366B}"/>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CD971EA2-F261-77C4-442B-FE31003E9086}"/>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50D19013-2539-0935-8F39-A48E9DE90A9A}"/>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01093107-7B82-1D10-E0E3-197868A1E746}"/>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035B9453-3A0C-C244-F582-2CA67191D1E3}"/>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440B9E9A-F6D9-A4AC-0AA8-6726E6E1F62B}"/>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7F695C19-45C8-CE71-B3BF-DCDA4CB4B62A}"/>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ACBFEEE3-6A7B-387F-64A2-51A1D9BB6B9B}"/>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45E01FD5-4F35-8706-6027-D2673DDE498A}"/>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19D49054-BCCF-BF43-D759-13B7320D61EB}"/>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3D731F62-DA08-5439-957C-72244135442E}"/>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7F276DEF-441F-CA3E-85DC-9A3D4F2B4B09}"/>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C7940586-44D3-8A9E-CADB-87B7D509E2DE}"/>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14934B28-AF02-DAF6-55FC-E402D6330BD7}"/>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45F9136C-70D8-FBBA-097C-5D5841AF31E6}"/>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1F13D210-1EF1-93F1-9285-2699FAF4D2E4}"/>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0FD296F7-2E0B-0362-D519-6C131319942F}"/>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82EFCD8B-3AA6-EAA8-8404-FA7BB0A5B9D7}"/>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829520F8-4270-2406-F784-805469060417}"/>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9974413F-7FC9-1A3E-E96A-E3CD116E0BC2}"/>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DFE3294D-FF8D-B360-BD3A-9152B04F1933}"/>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D2D9501A-503C-8BBA-FFDD-AA6D4860E474}"/>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F60EE1C9-0E31-42BF-9172-490CB5B9BF0C}"/>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E7F81DB9-08D0-D6D0-1F02-364221F8ADCA}"/>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997EEDD7-CF4B-DA1C-E0D2-700268E98B3B}"/>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5EC5B80F-BB6F-9ED0-36BA-EB861F155F76}"/>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EC692794-431B-1870-5D69-887B52B53EF6}"/>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74193649-777F-8881-5452-C37E05A59F31}"/>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0192C2BA-538B-4D3A-3861-A8EC01AD5555}"/>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6FAB2416-D766-0357-3546-2414BF00744C}"/>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D8BF863E-68B5-D00A-B346-A8FA20A2FB35}"/>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AE00CC2E-8E67-B5E5-175E-ED35A4777A30}"/>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885A48A5-13D9-4BCF-C728-31DE7C997435}"/>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FA35D665-1CB8-15DB-DBD1-1B1C5B8FF9AA}"/>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9BCEE81C-C50D-B424-24BD-46C6C28F5BC9}"/>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8C3160DA-9AD9-3F19-63F2-43299A191032}"/>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C6D9F390-F2FC-2627-3E60-0F61F8C8D2DA}"/>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DC34D88A-3970-C7E8-C70C-C836C7765BDE}"/>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05041898-A7AD-34F9-3246-5D952A3DC82C}"/>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4294D81A-E4C3-5D8E-94B9-568CDBEAC200}"/>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344C0A54-D83A-6A57-103C-2BC879DFBCF0}"/>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733013EE-153B-B420-6478-E840B1AE9195}"/>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6BA71E6F-820A-73C7-A43A-3AFA691604B9}"/>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63C797CF-0FBE-0E89-EE99-0FB38B71BAC1}"/>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1DD2F669-073C-7E4C-5BD5-3EEAA29BE227}"/>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D516498F-D89E-7BBF-E1C9-CCC19D9A3723}"/>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F7BB918D-EA9C-569A-4037-B59FF9AECED8}"/>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FB1BBBFD-7998-AF91-3EE3-FBC1E88EAA98}"/>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C89979C9-2B75-2A3B-12A0-DB1D57EB0C42}"/>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A9EC5269-F9A3-2541-B33B-CD2ECA1AE4A4}"/>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FA89374F-5D85-C5A5-C67B-70AA4ED8AACE}"/>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B2A7E255-669A-4F82-D0E5-F61643CBF054}"/>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78A0E9F0-8D2B-5F11-BF6D-958C8814DCD0}"/>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9B464BCE-B72F-9EF3-9852-98A6AFBF8913}"/>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C679F2A5-FA15-822C-D494-C0AD3E64BF58}"/>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6CE49F0B-A577-5CC5-4AC7-6F8D7DF3EBEA}"/>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DC1B444D-5E1B-D7A9-E0C6-F0A8375AF165}"/>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97B9D73A-0D8B-EFF8-8F52-38ABD3B5F7BE}"/>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A4C96574-52A8-0847-B2FA-9E6CA95D8D54}"/>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E4516083-B45B-1A6B-20D3-E5D0E4170652}"/>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4956B391-5B1B-1764-FD4D-D1F72D00EAAE}"/>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4B2CCA56-E2AE-1E2F-0508-38A38557313C}"/>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51763841-0CB1-2245-3AEE-A0FCBEAFE9CA}"/>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635ED7EF-CBB1-714A-4842-9962939C3F71}"/>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43F8E00B-E593-5256-5C9D-45596FFE2064}"/>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A90C16B8-2B78-70AC-0B83-3420EC1F56A2}"/>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8A2EB80B-3A72-D680-EB4B-066AFFDCFDAD}"/>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E0BAFD98-239B-4B93-BEBF-FA507FD204DC}"/>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F5EBD3E9-65D0-25EA-227A-939EC3E7E4E3}"/>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ED7FC7AC-6B0D-1CEF-8F16-3DE84D435A2D}"/>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151F493E-A950-4253-C032-521DD4E55D8A}"/>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83AE77D3-F317-00C3-A92E-F7AC8DA08058}"/>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2955416E-4A4B-5CB6-2A92-EB2D79E61216}"/>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38A66736-6C3E-377B-5153-75388776FF09}"/>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41486074-FC80-C5FA-5DC3-37D19E735016}"/>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0915E55B-A909-FAC0-577B-7EACFBA3D229}"/>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37C2B35E-58F2-842E-3B59-0EABB88AC979}"/>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61EC26CB-F9C2-87BC-552A-D1F955AFEF50}"/>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C7CF6D14-4D48-7B9C-EFEE-C29024253A25}"/>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4888245E-8D19-7717-42C6-6FE6359C1AA7}"/>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692466BB-3A62-2E33-A39F-472E6202CF1F}"/>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A2746522-5C6D-B4F7-B212-F255317B6081}"/>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675CAFC3-2411-47DA-B418-D7F5AF9D103E}"/>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793A034F-AB47-37DC-75A0-CCA6FEB20821}"/>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04B0AA59-4771-4CDA-156F-E65E6045AE55}"/>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AD175B8A-F121-E899-1497-11B54D4A2479}"/>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DE216D2C-768C-A2C3-6AEC-52D745DC7F03}"/>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AFBD045B-68EA-C0BB-5425-6DD103DA7D17}"/>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CC13433E-75E7-9A92-7F8A-2C10A2955EC4}"/>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DB009A64-48C5-5BA0-75BD-C7D6BEB0DB30}"/>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F11E8C50-4C69-BA4A-CCC0-C890D4D07A71}"/>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3E65E458-C8B9-DF79-BC49-E3944ABE03BC}"/>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37D77530-934B-98B4-A528-C9D6C834B7AB}"/>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03994BF1-EDB5-4A11-D87F-BD407C91B9BF}"/>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E627C667-7F59-369C-750B-528D9AABD610}"/>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1BE183CB-056F-D61B-AAA9-30B52F08C219}"/>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153061D5-4A5B-E00D-7FAF-B40D42EB6BC0}"/>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4EB1BC4A-790E-832C-70E2-4C50497DF2F4}"/>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FEAA16EF-9F3B-D144-461B-A2407F8018FD}"/>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92B96ED5-FC9F-6EAA-A6D7-7A7CFE972225}"/>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412D4461-90D1-F4B5-1A26-CD379FC64A58}"/>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E8BA31B3-2F31-C4E3-C7D1-4CEB5187BD32}"/>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87B6C353-7AF3-1766-6722-A3DD4909A1EE}"/>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C284A7A4-CE8D-04EC-F95A-D78C66499B8F}"/>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A541A18C-479A-DBA5-5B29-3030B92E6077}"/>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A752455E-A3A4-1B2E-2B4C-BF30E0080934}"/>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11DA4A62-33FE-8BA7-B9A6-A18D712553B9}"/>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035F699A-F6DE-43DA-D675-39B25ED40D5B}"/>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E053FE0A-60B0-1C35-BB20-FD76E7304853}"/>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3E5EC828-67FE-9E2A-C15B-55873A7553DE}"/>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7BF69E41-21B5-5AD1-54DF-E7860E6AB15E}"/>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CDD50710-1026-B515-921A-28202B8B7212}"/>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DF8A78F8-C1F8-B7E2-83D6-944A5944BD51}"/>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95DDECA9-5E26-992A-76A3-6FD9583F1CBD}"/>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89E0CFD3-F868-5358-9212-A242DFA8035B}"/>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D7799D6F-DCA1-B103-808C-EAF09A08A6A5}"/>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40C89D2A-E36B-DCF9-37AD-8E8669ADF04E}"/>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6CC11DCD-2BF3-FB03-0579-F1EE332D35D4}"/>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E3A54E0C-544C-FA6F-213E-F7BE4438067B}"/>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167450E7-4654-911C-12E3-B4B1BC2E638C}"/>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EA55E20B-E62E-A86A-6F03-E4F4E9F3B64D}"/>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18BC4142-6D0E-263E-E9E2-01A9D3B1F9FA}"/>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CF39C02C-D4D6-61B4-7F11-327C37908A91}"/>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94765E59-1390-B993-FE3C-F2F419A70990}"/>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BBBEA49C-4112-7C6B-0324-71AA07B3D21A}"/>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FE8E6242-CF71-A960-2F8D-DBEA5F8E27FC}"/>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870F4A27-06DE-4166-1955-915A13B18C34}"/>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3F5DEE1D-11F7-859B-571A-463D022E70F1}"/>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84E21383-0EB4-79CD-BBF7-03DE6B6FE682}"/>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5C898EFB-75E3-9523-0445-9C00673A380F}"/>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78CB21EC-9697-361D-B84F-0040A931BF16}"/>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A3401C80-F82C-4ED9-2C55-8937E22F9930}"/>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54F62EA0-21A5-E58B-E1BF-AD40FB114423}"/>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C4F00C02-B60E-A10B-1901-731D4A48B24A}"/>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EDAA5AC6-1124-9958-D317-11AACF5C0451}"/>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EAD9C155-7FA2-01C2-E63A-E6A52B4FD251}"/>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21872B5F-90E2-32FD-06CB-42F26E6E4849}"/>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E2B1245E-F637-E058-53AD-2DCEABB0B2EF}"/>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A02A4672-3210-DD4E-54F7-9D5DE0E57859}"/>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AF5E1027-E751-016F-C153-C7CD43D76C24}"/>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F135E978-D89A-E968-9657-4CFEFB1D8D46}"/>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A80489B2-1689-486B-C5E2-ABA9201ABCA5}"/>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0B3081B4-EA22-B04B-6910-A1D8EF84B2E5}"/>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889702E8-6EB8-FB58-F493-91AA43927FF0}"/>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CCDF804B-B5E3-5A00-D62C-A20312FE2C5E}"/>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5984015B-F5B5-C1CF-8095-DED69F243B5C}"/>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E1A6B800-2439-E948-57B1-96E6FE2A9783}"/>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6D7E27BB-B316-30E5-EB8E-1B45FDAE7FEA}"/>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9A7BB7E0-C25D-1336-1297-79102F4BF0B1}"/>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B96D5872-FFDC-E0E9-77F5-47221164D9AC}"/>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EC3F50EC-2F82-9BFF-4879-11B4107D1475}"/>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E8F29230-ABF0-AE44-60F0-09EE604052B2}"/>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FBC6C39F-4716-8743-5DF9-25650D920F2B}"/>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7625816B-1742-2CE3-DE1C-D26915D6D404}"/>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7B15DC7C-38D0-9F39-A65D-55356C074D3C}"/>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4003F8BD-325F-0F44-E24B-D70CB739A6FC}"/>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407A936B-974D-42EA-E265-5322D17BC5C8}"/>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06310A45-A4B8-A2E3-F471-6861D3F134A6}"/>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7E497646-48F6-01C0-6A5B-904F0E057A76}"/>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B5A2A466-EF0B-0695-0DAF-8B6AA7B557D8}"/>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14E6E419-35E9-3B61-9494-6DD0C25FF1A7}"/>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B7A3F24D-0A62-568C-9A7D-3611A5659F00}"/>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2330B421-D500-50CF-8955-2144695137BC}"/>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F89076C8-3A50-C754-045D-7D98BB74A63C}"/>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A65DFA4B-8A6A-6B92-D9DF-154B65B9C47E}"/>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5BE00282-9CD0-A635-2F41-BA7027EA887E}"/>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05D1E4C3-7CD4-9034-0730-CDBC71DFF8FD}"/>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E4B87090-8270-2D0E-9235-94DBF7DC4D59}"/>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EB850632-CD20-2FA0-E4D4-684F78BC2AA1}"/>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1569D1D7-5F6B-DD34-D27C-4205A4AAC663}"/>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CB086B5E-2E20-FF46-5B10-9ADCB1C4CF5A}"/>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79BE24A6-ADA2-554A-8812-1B491BA4228D}"/>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A3827D3A-5370-1FE3-C3FE-719A29EC1493}"/>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296F7DDF-CA63-3554-380C-2785B92E75F8}"/>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FFAFB870-8F29-BDC5-5726-2C43FE5F99BE}"/>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942E10D3-F262-6409-3CE2-EB04A5227415}"/>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05718C7E-FEC0-F3AF-5938-FB6DE11108BE}"/>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FAA532FD-AB8B-9C69-F369-F906A4738328}"/>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698930A0-ED34-475B-3ADC-B16F56E5B166}"/>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2BE6FFC8-A758-7473-317D-79C1AAD76D2C}"/>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5C295C4B-0AED-FBD7-C995-4C3A22827DD5}"/>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B1FA380F-9413-41EB-7EFD-D4D947BFFB65}"/>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BC228F7C-B110-6FEB-5C01-8AD5500ABC4C}"/>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1CC21690-10EE-705D-C1F8-57D1937044CD}"/>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8D8CC1DC-41C2-62B9-A62D-918F6FCA4B70}"/>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3664772D-9485-D8F8-0C50-36FA6478F1D1}"/>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BB11FC0C-8BD9-5875-4E52-F1F208210709}"/>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42D2BEEE-6E36-E388-7C40-50D7FEFAE055}"/>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A8DD28BE-BB6C-AE22-63CA-37684BBC225E}"/>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9ED21F07-3763-412A-9BEA-3551CC800DEF}"/>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75532223-E6C2-7F04-0446-7FF25C65007E}"/>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E3A8018F-F1DC-8CDB-FC9D-F14B0319208E}"/>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5C4B5C7D-8B72-FA48-011D-7596910685AF}"/>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68B92CC0-55B7-D625-6173-BE0A494BC662}"/>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02197F95-DB43-886E-773B-1D7996B746C3}"/>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FB648998-8F68-9F40-ACC5-0472E7CB1B31}"/>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BDBF7018-518B-B999-7FDE-C0D2F262690F}"/>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34B96440-D6E9-3E7F-1516-23992A5E21BB}"/>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7424F9EC-6079-6E15-B75F-49004B9C7F9E}"/>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419E1D27-D52E-61CD-426C-E8A4612A0F5E}"/>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3452C36E-2A19-DBAA-DA78-37990916EEF4}"/>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1E29B3D5-6E66-11FB-0F4E-54099F6FC288}"/>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8988616F-6B07-20E0-3475-5415B998C56A}"/>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C3CB33C1-D7DA-4A12-276C-0680877A72F9}"/>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5394773C-67E8-D5B8-9EF5-7D2EA3735AE3}"/>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EF64F9A2-0364-0D8E-41A7-A3BCA3878FA4}"/>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E61005AA-2689-3A54-201D-F5922924F595}"/>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63E08C98-2781-15F4-BCFF-B5A5A69A05A8}"/>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9B6B1E2F-CD41-8BE6-5D83-C85EA40E886D}"/>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46CF89F7-AD73-195C-3A71-AFC85B35A198}"/>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8B5FB7BA-8BF9-4236-37B7-282F2ED42A8E}"/>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428D53E0-EFD2-EE3C-AB40-BA4ED1065C85}"/>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B41D55A0-CC06-5AE2-B190-E7CFDDEED4BC}"/>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AE45D74D-A5AB-949C-4395-E79A3070AACA}"/>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A119DDBA-103C-D4B4-F084-C8F5C2EDA47F}"/>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B7EAC882-F03B-4A25-016C-D9750DD5C2A7}"/>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48BCDA7A-BD25-3E11-1D32-CAF678C85AC6}"/>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C6CB8C8D-1FA5-8C05-0F24-2F8180DE7592}"/>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730B7295-75B7-BF59-BAC0-1DC2138EBF80}"/>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D4F05A7D-9EA3-BE4E-EA78-FF206FEE5EB4}"/>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AA81B736-AF4C-2725-0E11-AD991B6F1F7E}"/>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35968E1B-8277-A950-1BB2-D615AEDE40C2}"/>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F21BE735-75F7-D499-6A3F-F5FE435CC535}"/>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A6D06B72-99F2-1F58-3C05-C68AE4AD3AF7}"/>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98D59657-EF94-8D1D-BB4D-E5FB9495607E}"/>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BBA77DF3-6285-F6E9-D3ED-AF0CEBE9A2D0}"/>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CC965FB7-5EA3-A432-0612-7FA8E7A9181E}"/>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73CECC26-4C4B-C8EA-DF57-27A76776B14D}"/>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903D8D86-F1B4-8BD1-F4BD-94940B5765DE}"/>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90ECEDFE-C58F-3D51-F181-579457F14848}"/>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547EDFBE-683E-50CD-D35B-DDD53066219F}"/>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4217C864-0433-8295-35CA-BE813424A058}"/>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E605D37E-9F40-7C3E-FC68-4F3650CCED2F}"/>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561B7781-DD30-7B46-34A4-5F3522B7FA73}"/>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E30F3D76-68CF-18A4-A7B9-63DA3E984C67}"/>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282803A5-DF3A-21A7-1B26-FBEF6070560E}"/>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3120C5A9-92F5-BAC5-F0EC-1683B5A54CB8}"/>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CDED897E-0D4C-C6B6-65AA-7427EDDF6F95}"/>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329BE14E-52AD-81F8-3E56-A06D0C5CB897}"/>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FC365F9C-272F-E087-8B34-0CE79FDC6D1E}"/>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9B5B1FED-8F42-9F72-3EC2-EDDFE1FC0B1D}"/>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DEFA3985-4C10-4B58-EC9D-B481153EEC0D}"/>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EA440838-B9F4-86EE-6D32-BB5DC9A86C58}"/>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C44126CE-035D-6D1C-50CA-8E9E56887FD2}"/>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54942E73-36E0-99C7-DA4A-5AB85DCCD52E}"/>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7EB06F33-5C37-3F23-E5C9-6C1F338954D4}"/>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EED313C6-3D5E-BB0E-2F53-CEA52F71AE7F}"/>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9CD3B731-10AB-0D82-AB61-CDE2A17E5654}"/>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0F8704A2-67B0-2027-121C-7C6C79DBB17F}"/>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8AD7F482-5E68-C4CD-7904-416913F80C35}"/>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81C58A7E-38A2-53C5-01BB-3B217279216F}"/>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FBB67CD1-E0E6-0D59-7CE5-6B3F49ED9BA9}"/>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F0339387-6EBC-DC81-E645-343D78F1DF97}"/>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0E273A17-52FE-AB44-B310-1F594C33CC81}"/>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F571889D-F86F-DD6F-142F-841820092B6F}"/>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3928BDC1-7637-539D-5C35-EBA1A97A161A}"/>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C6FAEEB6-473C-B29F-8F36-C52F719F9BDD}"/>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5FD6398F-09BB-13D2-5FC6-4DFAB737EB29}"/>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E45EA32A-4D63-9B62-AAB0-91B2DC311BD3}"/>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4874030C-E843-38C8-F7C5-C054EB3D656B}"/>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AED8016E-F5BD-00F9-EEC5-36CAED76D6E6}"/>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0AECE9A6-BFB3-D650-45E8-37A20E539BFA}"/>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75155169-156A-2BDD-E55D-916381FE7D64}"/>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EA3C4591-A2C6-E689-A979-547181BF22BA}"/>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50DC3299-DE15-75D1-FFF8-62145D154031}"/>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1A4C22A5-4AD4-C9BC-33B6-FC5700257DA2}"/>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A77D8705-9CFB-B9A9-4F04-509E2D792F05}"/>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C6A8A4AC-66A2-B276-99BA-A418C90B7B43}"/>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61222EC0-3A10-866E-7865-764D839EAFC0}"/>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0AA18B41-665D-7D39-8EA9-CA54F3661B1C}"/>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6E91C3AC-AC09-4FF1-9D16-BD3503D9C226}"/>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981BFA0F-D49D-E2E4-9A57-CA600362311A}"/>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EF028B2F-718F-24D0-84FE-4180E946FA99}"/>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3E795E61-31D2-6C67-C963-91E019EFC907}"/>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1CAB48DD-6E69-A32A-BBC8-1EC049F7E0B4}"/>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CC7E4F74-3855-67DC-8B0F-292A930571C2}"/>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74C53755-B025-3C20-6510-0FC7A67C2E12}"/>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62B0D639-0971-6EB4-0C43-E3F7CC89636F}"/>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DA922CB3-12E9-009B-BAE9-EF57B3CE5628}"/>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629A0870-283D-46CD-06A0-97276C4B8078}"/>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027A7DDF-6CD1-1787-4483-605BB4B47543}"/>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55E25C73-9EA7-0D9A-D934-52465341312D}"/>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1991C3FA-05A7-4E6C-5F32-40080E496DE8}"/>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E11E5DE2-D37B-D57B-5C53-B1BE42E7CA00}"/>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E2A36456-C4BC-DC8F-2F24-277F063D43A4}"/>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A3063A32-2BDB-6054-CE99-8DB195C294F8}"/>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65FF72BE-C23C-6988-839C-724EACE1A8A8}"/>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3EA24D3B-9512-74EE-4A17-6E00F63BC666}"/>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4F284DF0-C17B-175D-1D9C-319E85943527}"/>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BD6190AC-950A-8B57-EC0A-A32B79EFA8E6}"/>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BBEA7E15-855F-0A9C-808B-A248CC0074F5}"/>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8C4D9A94-3A6B-48D4-BA79-ECCEBEF956D1}"/>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677B778C-1EAF-34E7-A47A-A4AE92FA2E49}"/>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8893978D-9C3F-732D-35F6-DDF20C1178B7}"/>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B6DABA2F-927C-E804-202A-55E51A5344E7}"/>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760C5D8D-1DA4-8D0F-E175-952A89D6CFB6}"/>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43BF0C35-7BEC-E2BA-4D2B-D76EEC13AB57}"/>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B9E6B51C-037A-80CA-74CF-877952560679}"/>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F52BF7A7-9B7F-DA16-B3FC-F98D5AA670B7}"/>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6584BC95-354A-7FBD-18A7-913B8F96BEC4}"/>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3E0F1E14-33F2-E8B5-A5C4-81FB5EAD547D}"/>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3AB6B920-6B4E-6892-90FB-61EF3CBF9A0B}"/>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4CDD1AB8-8525-6CD6-2328-224AB4A92FEF}"/>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44614707-CE7C-D22B-EF62-752067E5F21F}"/>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5014BE7F-D31F-5E4B-519B-957EDB166AF2}"/>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A46C21D7-9532-97EF-ACF0-56365390C53D}"/>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116F4933-69A3-2A11-F4EA-BA774FFD6FE1}"/>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A4883BEE-71A0-8736-E12C-1F2E72725D3D}"/>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78E84F37-2E74-B0E8-AF68-427593D98743}"/>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89670FE4-7000-2DEA-1550-28B19902AC50}"/>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06C473A8-992B-A149-8501-10CC1D1454CD}"/>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48A763DE-BAF9-0899-F276-589E18CA888B}"/>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5D609367-FFEC-B7C0-B0D0-1B8558AB23A4}"/>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8DAFFDDF-064C-232A-6C9F-910139C640CE}"/>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ED7154D0-156B-C692-57DD-38B786F12E34}"/>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0D1F3BEF-6460-37D2-9B54-90B36A5AEA05}"/>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8B6E452F-0498-66EF-CF34-E6F762F48613}"/>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B2C96043-BC40-8189-EFDA-7D2294B3DF1D}"/>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4A30E597-8157-DFD9-8CCF-769BF96F18B3}"/>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84036D35-53BB-BF39-131B-BA87088E633E}"/>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41550DB0-EE03-71BF-4AEA-1C2B374813AA}"/>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98C4BCCE-7EE5-0769-42ED-8E6CEE007F43}"/>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B812DB8E-F846-0393-2453-F8B420DC7007}"/>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BF9091C4-9F93-1C4F-E13B-35F34D97E3F5}"/>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1DA16004-5A67-68FF-A240-B5F97102D54B}"/>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3588ED30-F0B3-185E-0686-C475EF784D92}"/>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299DA351-A25D-B5F0-1DE3-A9CC9D8C7E10}"/>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E5D9565D-E28E-9D2B-7A99-20C6CDCA21BA}"/>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1CAB0B6D-6CB8-BBA4-F969-D043F0FDEAE0}"/>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3323E6EF-D830-6804-74A0-9B0C077A75B6}"/>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5EE63395-9A20-1FBA-68F3-D2C2060B92E1}"/>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D195158B-B40D-B5A9-F445-86586394E1D2}"/>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B2A316BF-B4FB-A35C-09AA-AE4C91952A44}"/>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F7627D15-B447-2A58-B0C7-D27DFF969787}"/>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11DFCBDE-78E4-E6B2-24AC-742FEC73CAD4}"/>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DB187970-E707-664F-22D1-401AA3D9ED74}"/>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E3401F21-033F-52D4-810F-E5A57B3069FF}"/>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0C27C146-D751-CF9A-5A92-60755A69CCD7}"/>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918CE398-6056-6690-E558-17C45141E310}"/>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D3880151-CA56-CE7D-E42F-2171F8018919}"/>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C9BDF8CF-068B-C0EF-BE17-3A88BCA75B1C}"/>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6A61DD39-BA54-AB9A-40EB-60FEC9AF7DF4}"/>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DB73F650-9738-25EE-0D70-DB8AFD9EC5AB}"/>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6A849D57-4E99-9B70-418A-DEF7CEC34049}"/>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BEA2030C-B089-CACF-B854-5028DD85DB57}"/>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A6A45ABE-BD09-B07D-0CE1-5C8132274673}"/>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E4FCAF3D-0CE4-2051-387C-DEEB6067CA1D}"/>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8F5344A1-A6D6-88AA-66BB-6750732A60DC}"/>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DA606EC1-A7DC-07DB-52CE-532954FD41A3}"/>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E23CFDD1-DDB0-865D-2D20-01C91672DB84}"/>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B9D05E85-6477-2F7B-35CD-BC5D2AF086D3}"/>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E7B8B3DA-2F8F-A595-84DC-444B106BCD4C}"/>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9F2F6337-F06B-C875-37C0-E13E480F733E}"/>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01E3A3A1-ADC2-2943-7FC2-08D268C26C47}"/>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95DFC3E2-47C3-FFF1-B8A5-F6C05DCA24E3}"/>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02BDBC81-8DF0-0620-1ABF-935C748BF9BA}"/>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47540D3F-A13B-DE37-2C09-58B664C7018B}"/>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7D5F6A6F-8021-9907-C348-0B76E726FDC2}"/>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0B15AA01-F5A2-3260-ADA9-36DC17B8B775}"/>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68F1007A-72A9-EF39-300E-8513B1EDB4F7}"/>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D625C82B-DF6C-03D4-2CB5-E457A3A3F064}"/>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4F63880C-79E1-3935-3992-E82A606DDC10}"/>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39D827A3-7BF9-EEC6-C00B-CE67C2E74A25}"/>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9E8240C3-C608-7A3E-7763-AC7D2C340237}"/>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E9ACDB00-6D0E-B44E-7591-407DD99E0664}"/>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BE10342E-E63D-B97F-837A-F4A979F4E572}"/>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0B43057B-6CAA-1CAD-EAE8-7AAF7A0DBF1B}"/>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B57101AA-32AF-134A-6A20-4BFDD1A68D3B}"/>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01457115-C1C7-775D-6939-6F51A6202A62}"/>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13B23B8A-B196-A400-F1DE-9213EF81B885}"/>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FCC99E8A-3498-7F18-315E-92C0C37B45C6}"/>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F2F7F03A-3A1A-9C41-72A3-279CAF2FB14F}"/>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C93462BA-5B7E-1F25-57BB-40B83330B6F9}"/>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DD8FE882-C365-19A6-A2A2-997C29971908}"/>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63D30211-8270-CC4D-6F64-AF4CEEFF6D2E}"/>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8B98114D-2BA9-BA97-295E-6FB018376A84}"/>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B5C019E9-3238-DAF2-AE3B-47204511E227}"/>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50FE4103-525C-A6A8-1618-4C2890A2470C}"/>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8A760D61-AB84-46D8-971A-F947CE080E51}"/>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F12ECDEF-F75E-F315-EE4A-CD4432680781}"/>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2B149492-66CB-FAB3-723E-ACDCE7CDEB4B}"/>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57BCB926-A87B-5BBA-7865-AEABC35A2133}"/>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9F206498-22AC-2BA8-2A99-D3C43D10E3DF}"/>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2C582AB5-105C-0B0B-7B38-57E3E7221B23}"/>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6F6B1C4B-FC5E-4FA8-41CA-B625CE91BD6C}"/>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8FF8BC70-15F5-3FBC-F198-A02A6D74AEF4}"/>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B16C2624-EA17-57A3-5D80-77A6CC82D0C2}"/>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402FDDB7-911C-5891-BB7C-DA5D2F380D1F}"/>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6AF53CBB-7FE6-DFE9-FB17-C919DE2F119D}"/>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BFA5AAC8-B583-6401-E004-0D0E1CEC6F19}"/>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B08AD15A-5A7E-3ABD-42FA-C3317D2F666D}"/>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875F4D29-D0F0-E906-FB9C-2BDDE683A1C9}"/>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12D28AA2-AF66-691B-A9DF-BBC7CD5148F9}"/>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4FB02AF4-F72D-7C1D-7867-72E1101F68C6}"/>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9CE78FA7-8F85-AA54-E1EB-CFBB046E0B47}"/>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4F5C2765-340B-874A-1C21-0301D0293BE6}"/>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3C58E6BC-8616-E15D-25EA-2C61E33D8660}"/>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D934E7DE-EE28-D559-4B45-37C5BC4D8352}"/>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A53D4BD1-EB64-3C37-169B-3185E942D975}"/>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19028C0B-9C2A-AC6B-0B9B-289D116DA594}"/>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28EB6891-B338-D6B0-CC34-115389A9AF01}"/>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944F83D9-6DF8-E6F8-F87B-673017BE0D78}"/>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8D0A2BF6-759A-7DD9-2A4C-E61F638D43DD}"/>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CAFF76AB-3692-C979-DCB7-1CA59D563A31}"/>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89B74D8C-F0DE-82F9-802A-EADF31B679A4}"/>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D6B69B0B-A08F-38DA-727D-019FEBB6A6F9}"/>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FBD49F36-0C85-83F9-76A7-812C42845A77}"/>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C995A160-B567-9967-80C6-C69816C22497}"/>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EAA56E4D-3692-B615-98D3-13CE46918F64}"/>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8825594B-C00B-3A10-B7EC-C1FCCB37EBCE}"/>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102634A8-22F1-A6CA-7024-6A4EE3348E3C}"/>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2AF9A180-AF38-58C3-E3D9-75D39713CFD7}"/>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7EAA6BAD-35CB-CF28-F3D3-3FBA6F08CD76}"/>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2C1CE5F9-D3D5-1D3B-96DA-B1C726E4D082}"/>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57EA4C1A-1F07-6908-24ED-7AC2929677BB}"/>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C31F95D8-2744-AF2B-4187-6FCC740AD094}"/>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37DB5167-B7BE-6406-B26A-86D531DE494B}"/>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FB4C4648-B88D-7C56-94C7-55F1F9D0F58A}"/>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3981866F-A551-86B0-2BC6-E651D3FE6D45}"/>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6B23EED4-505E-0B8B-38A4-0F66B283271F}"/>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DB9D5BDD-A5AE-B1E2-C1F5-80F1765D355B}"/>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92CD4B9F-654F-5457-21AE-8F510176619D}"/>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F2C45B63-63E3-7823-6E58-724CDC5E29E8}"/>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156D1AA6-2B4C-F412-2B4F-4A24C4751AEC}"/>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A99E67F8-6FA8-7073-D68C-8C775A34D426}"/>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65D2E3F4-8267-1D27-DF09-FF9381E8D395}"/>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A6944F0F-343D-4930-ED4C-B989EAFF0FE7}"/>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71C571D2-98AA-17FE-0D50-B13F2645C56A}"/>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82C9F9EB-A373-1484-9C8A-1FB4409C37AD}"/>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599E3436-F0CF-7D85-1742-310C386810E7}"/>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66F0A019-C15B-092B-5DF2-82F7C90644DE}"/>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17126CDB-B961-91CD-B2C2-544AEF9E5E80}"/>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7087AEF8-D6D9-76A7-6F6C-2423A46A26EA}"/>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8B4876EE-645D-490B-0269-8A9536CB2DBA}"/>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F41BE778-479E-41B8-32B4-F273C8DDEC1F}"/>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3F21F800-2AA5-A286-5DB2-CA53DBEDB8B3}"/>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746CB32C-489C-EF17-3360-57222686DBC6}"/>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1608811D-BA42-514C-95F7-6AE1C45D6587}"/>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A3859A46-E372-7702-A8F7-181DAC9B73E6}"/>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3B15EFD5-0F19-A053-C910-07F283AFB198}"/>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532B6277-66A4-1DBD-9EE6-352C5F700231}"/>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9CC7F1AF-BD96-67DA-1A35-33DFE0DA129A}"/>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42CF29CE-51D7-642B-3993-851820D2D102}"/>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8DC811BA-4B99-6FE1-2C3E-97F724B86FC9}"/>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C4AAF4E1-2E8A-D586-D4B3-9467E16DD170}"/>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B8DF74A9-425F-76A4-D161-2DCD166F894B}"/>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7531136E-2245-DBD6-0358-7F2219539C3B}"/>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2D0EBCDE-AF78-7B22-1FC1-7961F864AEF6}"/>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DBA517C7-4505-823F-5EB1-833B23C6381C}"/>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AE8163E2-9CA1-8A42-BDA6-BAB12791ADEB}"/>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94EBD9B8-A1FD-DF3F-00E1-402B8D6B36CE}"/>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2D7D9E9B-7F83-049E-DC6C-DCFAD6A97E13}"/>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D339381C-2FA7-639F-ACA5-CEB014166AAE}"/>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B9260CE7-FB63-6F02-6832-CE521DB8D84D}"/>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011C053E-9FC5-91EE-5AD5-A32D75707FDF}"/>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7A32BEDA-2B14-BA5F-8DE1-5271C3C1DD0D}"/>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536F96ED-2A13-EB88-7EC2-801366AE229F}"/>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745AAF26-A992-9DD2-D639-5BECDD5E052F}"/>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38F2925F-6703-C8D1-B5F0-C683EFA3ED7F}"/>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6E1B4AFA-B393-6916-35FD-D5375573971F}"/>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0E02F243-BC5D-DBEE-3927-745DE6AA88A4}"/>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B3EF89C8-5604-41FC-6576-44D42C11FE9C}"/>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4D046D7E-2F9D-DF86-778F-C0E5E6B64B60}"/>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4234C0B8-52FA-FC5F-5B44-7686512C57AE}"/>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3272615E-BC5F-342F-429E-AA293AC9C233}"/>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BC790BA6-60A3-A6C7-024F-DF9892A8851A}"/>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9C47742D-4912-0FA0-7189-75293A02B7E5}"/>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256AC5CE-26CA-2BFF-8B77-5F6CD67809D2}"/>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90D63117-758F-C8BB-702D-68659907F7B9}"/>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1E229487-C4CD-0D48-2F64-466A72971F8E}"/>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46ECCD2A-B239-CDBF-A007-94866861ED20}"/>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7482A74B-5FA7-0A2F-3931-3F79C7F1105D}"/>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A49E8709-9136-BC19-F5C4-F08296AB2824}"/>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D2D22FDE-31EA-0772-BA0A-797AB98C5A40}"/>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8769A344-9E55-1095-99FE-B605DD84E287}"/>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9638EDF0-5505-F320-A08F-CF45DCECD239}"/>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AAAA1CD1-4AB4-7C0D-45E7-1BF37F22FE1E}"/>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DCDECB36-E6B5-707E-37BC-7DCE3107D85A}"/>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732DC53F-0F85-E67E-622C-A152AEC45CCB}"/>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A6B1E014-4910-FBA6-5F73-CDBCF9E6DF6C}"/>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921D9739-1529-C9B3-F765-7A2FA142A2B7}"/>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59721906-7F4F-4A16-94B2-7257D81E1BF9}"/>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4931D727-9699-CDBC-B7F9-C8854386EB86}"/>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A021DE1D-3486-C489-1A66-74370A7230B3}"/>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8D3E9B38-D148-4D66-5B92-8081315F238C}"/>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C2D3550A-FA3A-6E3F-97A4-920061C39B9A}"/>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1A010DA4-7787-7C65-6D11-D5AAE874A43D}"/>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41BE92BA-9847-2B2D-3486-9E6750879A5C}"/>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916CC0F4-153D-DFF0-8EBE-5763D1503521}"/>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D326C5F8-E9D5-3F6E-57B8-B3AD296B8751}"/>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9D8BFE5E-9156-8F95-151D-F323AD22858A}"/>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86F8868F-115D-69E6-A9B0-355E14053ACC}"/>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23C8552E-180A-D148-F73C-F4A12FE0414A}"/>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340EF159-7292-7EE7-ADC4-3A715756C366}"/>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2D05CD48-4006-037D-B727-B881DD3DF037}"/>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3996945D-8066-81D6-A1A0-871A8AC5A706}"/>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996985F7-9709-515A-5FB5-102873442572}"/>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B77B2CBF-589F-E41A-44A7-4284A3FE89C4}"/>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5C19862D-CF35-AE7E-29B6-6037E95DE3E5}"/>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C69C1FAB-2E9C-D5D0-8FDE-697528C722A7}"/>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88575997-254D-ED90-ED23-6C56E085AEB8}"/>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829697E6-E278-F24F-0671-461ED6F9CE02}"/>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AD5E3550-F753-67F4-2EFD-EFB5A146A22A}"/>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A20E0A7D-58BB-9423-A07E-BD22E988462D}"/>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2F103BFE-ED66-E0F7-C655-43A42240EAC6}"/>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F9D6BD5D-0ADC-5DF5-64D3-AAE852314E20}"/>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1B0C278A-B977-97E5-2E6F-00CCEE487F84}"/>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9DD328C4-8949-D2D5-DED3-3EBBD2DD5DF5}"/>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E8F66B0C-9D29-5667-BB3F-1140F227C383}"/>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6915CF89-1781-BC9F-A196-D6C6EA28D226}"/>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208A3B82-745D-8CEE-F70A-253F9E4022A6}"/>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012D9556-F25D-D355-EE3A-B1234B08A981}"/>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F144DBC4-257B-550E-0031-49B3C5935B27}"/>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ABA4E095-D1A3-7E68-DFD6-66C930C6DD72}"/>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E780FAB6-97EA-4DB7-B8B8-0401BD1C49DA}"/>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F0D3F26C-C5E2-767B-716D-77522341D384}"/>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D35250CF-4E0B-865E-5368-9B417930F0D0}"/>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52B52458-859D-495A-DD85-3425987CDEFA}"/>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6D112E00-E435-7798-F2F1-E3978C3EFEF7}"/>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1F2CDA15-07DC-E9B2-5C90-FB6EF77AFC31}"/>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B048335D-1564-6A81-475C-BA14E58ABFE9}"/>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3E489846-1780-407F-67ED-05AAE42EAB2D}"/>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D23132B6-39A2-D519-422B-63358BAEE76C}"/>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B3F69320-C684-219C-D15B-A84D67926B59}"/>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C8B91C69-05B6-41B4-C98D-6F6B90E0F013}"/>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B7EA9CE6-570F-364A-A473-FCD91670A2E1}"/>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EF8DCFAD-41D4-A827-7649-333EEE6D0ADF}"/>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E0D06964-2379-2541-055C-ED659CB290A5}"/>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10518B09-448E-E998-6783-643B86566E1A}"/>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01DCB3E9-4EB0-06FC-5AC1-1835CB827FF4}"/>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FF6F827C-7493-B6CA-2AC6-A42B2D8A99F4}"/>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4CCF7773-0CC4-4BFA-BA6A-2C23BA33EFF6}"/>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CD3E9197-9263-09C8-AFD4-FECCAB7769B3}"/>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CEA68D6D-CF7B-8555-D186-DF7091AE6B46}"/>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9D6BDDDD-C5A7-252D-4B2C-B609F56CF13C}"/>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FB5E7503-1A60-E96A-6CB3-CB4464B1F08C}"/>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37193D0E-67AA-F8BF-3F85-57CAE04A2B69}"/>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87F6D57D-647F-670B-D379-F3AE79E91463}"/>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ACEB4A59-E584-46BD-CF80-A7D73B95D416}"/>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FA21C804-2B90-2A21-9C1B-1AAB77063707}"/>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B6664305-8C51-E9DE-C9BE-00F728DFB273}"/>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D5719970-D44B-3AD3-7859-7CA50ACC0175}"/>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35A48474-37EA-F75A-6F07-8945845608E9}"/>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243E7AA0-5719-59AA-5B9E-7BF86AD3C415}"/>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7763AD92-FC8E-D3B7-278D-13BE08AECB24}"/>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777151F5-7D85-D6F7-F890-07C43AD0B5A1}"/>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7B00581A-EAFD-7D23-7AA2-0B7A3F3FFF94}"/>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E6ABF591-C30A-86F7-D7E9-755E5A7DB1F8}"/>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93E55DAB-7272-4A51-6F7F-CFCDC8EEEC1C}"/>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D494A619-C1F8-7359-195D-BE77C834C0B2}"/>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CAF6528A-2FF5-94A8-1B5D-C1F61E46AAD0}"/>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31EF9A94-0B6A-A0EC-67D2-610B765BB077}"/>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07425F0A-1DED-3603-3914-0ED46D7CB9B5}"/>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2246A920-37E1-9064-5561-4A16E58FB1EE}"/>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AA2BAFE2-3C92-5F83-8344-94554CEE384D}"/>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DB627F84-575F-87E4-F751-0CC44793C1DE}"/>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D4566379-7480-2EE2-CAC4-38056B996ECE}"/>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CC8F456E-AAE9-20C5-FB47-D245BB8EFA84}"/>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04D43701-3DA6-3FA8-1A2F-B795F27B81DE}"/>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E73B4D5C-38E1-464C-176B-3E9A3FE26140}"/>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21703401-A6FD-36EA-AD96-A813C4C9CE13}"/>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5AFF3520-10CE-B90B-3D55-6E393DC71E22}"/>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67A94F48-2221-B247-D9E3-E1D43414A414}"/>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2A30C965-1EF1-D337-C43D-6C6F888BA807}"/>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8A36976A-DBB9-3518-5925-C8106C9FB4D0}"/>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0597FA58-432A-57EB-80DE-CA5FEE064F1C}"/>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DB27D079-EA54-9726-8728-760D54403532}"/>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823D4494-591E-5C34-D298-46CF374824EE}"/>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822A442C-9028-E417-ED51-CFDAACD6CE22}"/>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CAAF62D1-9E5C-ED17-03A5-45DD0D8D0882}"/>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C4AB3DAB-D44F-E608-2533-1409B0E032EE}"/>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51357FF3-3CC9-EB3D-DB04-6DC219D58B06}"/>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B4781084-8F36-67D9-DAA4-93117C39C5DA}"/>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0270C7FA-C441-9651-86BE-E602837661CF}"/>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0A031309-7A04-660B-E77B-4FA88B3D7D5F}"/>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76AF572A-3534-43BC-E0FC-E014EEBDA91E}"/>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7A3A760C-4F82-E6E9-0044-CB02604C6824}"/>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6329695F-F53E-3EAC-E694-D007CA67EC9A}"/>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088E218B-62B4-E5AA-2542-A139D217EB32}"/>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0AF84E0F-C67E-F165-865A-255B320B5D60}"/>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70C0FA43-6FB3-78F0-ECAB-81833A5AEE08}"/>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465B4664-D13E-3E4D-E61F-F496602BADCA}"/>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D289BB90-FFB1-BDA2-817A-38E8A806F62E}"/>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0F9A3ADB-71D8-BB65-A48F-0715785CA05A}"/>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872A40F6-1AA6-73FE-AA83-BF5CB9869853}"/>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E6B83E6E-1994-146C-72A4-954031750ADC}"/>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82746D80-44DB-14D1-AE14-382EFC22BD15}"/>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46AF9BDE-C9BD-AD56-5532-F924F136EA96}"/>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FE882E28-18F2-34F3-56A9-4CDD5BEBF34E}"/>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FE761B1A-443E-34F5-D64C-3509D2395B66}"/>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D5461DD2-3146-968F-0114-512E22AD7F9F}"/>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51F1D557-C15F-3C77-6179-B0070D4DCA21}"/>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CA1A0122-9610-C29A-D915-897AB628C6D8}"/>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6B8E33F6-C58A-7C18-D02B-2BE59BB98743}"/>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F5C9FACD-B083-06B6-4F4C-0C918C943671}"/>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16768587-04AB-699E-F96E-E8DDE8012A76}"/>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6F060C0B-042F-675D-C48B-3C4BE125B211}"/>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81D3AB69-53FC-3385-5B17-2C48EA8DFC04}"/>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7A35E458-854A-1086-88A2-44E7C25764E0}"/>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4DB5F0FA-8C21-E5B1-6EA7-7365D541E4F4}"/>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D40BE24C-018A-FB9E-082D-557F3BD73A48}"/>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00BB60B4-0489-DEAF-638F-F59D7DB5AF43}"/>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6DA7E13D-87F3-6668-B618-8DE1B7940ED8}"/>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4AA041DE-AB24-090F-A016-B3AFF7DAF38C}"/>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D65B8174-5B3B-BDC7-3D22-C90DB412842C}"/>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EE4285CB-4F1A-2CA2-AAE9-B2B52DB4157F}"/>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B698D188-269B-B548-6ADE-3FCA4EB727D3}"/>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F86144D2-18E6-7947-1424-9168A83558A3}"/>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766E4D39-D535-8991-006D-351A5920F7E5}"/>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7FEFAD54-AA5A-8771-4BFD-C2FC01EEAAB2}"/>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E74AD4DB-A940-5021-4807-B34FC9C4BE7D}"/>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2294D23E-427C-9956-357C-C2483271620B}"/>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F7A910CF-8343-3D3C-AF48-951657FE65EB}"/>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FD33B8D6-25BF-D8E9-5F2D-36C691B0901F}"/>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E0454465-9A32-DD75-5A05-25705F403AEA}"/>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BEEB58C1-62E6-C3F1-F7BB-3F89CCD19B55}"/>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B25A9E0B-19C1-853D-1DC0-4E0AD48E504A}"/>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DA690A0C-8A5C-403B-7314-0C0C679D20E0}"/>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6ADB886C-A703-9DE9-8145-F5AF4A159419}"/>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D713D2B8-BC6F-3FD5-0B0F-E12F1BC603AA}"/>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2E421E23-701E-6404-A210-00A94980DCBB}"/>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71329E67-FC97-CC7E-1E75-63343792F86C}"/>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A2C53EE1-5DD5-2A08-3CA1-1A1A2287B022}"/>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FC684DEE-8BC8-2FB1-F406-0A2C7FA28D3D}"/>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C0261A9E-7937-798F-4C5B-364DDEEB7CF0}"/>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78CCFDDC-B0A9-BF23-BD40-E3AE5B3821FC}"/>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453C1D31-7758-CA17-F1A2-3BE284F643E0}"/>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B08F2AD1-E700-645E-471C-8963ABD07EC9}"/>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3C45F7AC-21DE-0F20-AACF-05DF7BBBF12F}"/>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B3DDE609-ABFC-CC5D-AE71-55F92D3E0755}"/>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43428D4B-02EF-50F4-C522-0F68A6A84717}"/>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43D1B33B-409C-5E58-D481-48D2A41486DB}"/>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59154C11-A926-0403-52F0-93B8D5195FB6}"/>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2182B434-DF21-C0C0-F05F-603DC7967D90}"/>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4220FEDC-F7BF-CBE5-125C-CBCBA7D148AB}"/>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451A3974-E004-612A-E951-71D03D9D6459}"/>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066E2091-3847-DBD9-86DC-C31B036686B9}"/>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349ABF9C-BD2A-C8DF-D19E-CA5CC12F1128}"/>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30A1D19B-B128-4DD7-835A-DABCF5CC2202}"/>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8AE62F07-8016-EA59-86E2-DBEDC534FFE4}"/>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aphic 2">
            <a:extLst>
              <a:ext uri="{FF2B5EF4-FFF2-40B4-BE49-F238E27FC236}">
                <a16:creationId xmlns:a16="http://schemas.microsoft.com/office/drawing/2014/main" id="{0BDFDE08-3A4C-6981-2B31-C569A0DA7CAE}"/>
              </a:ext>
            </a:extLst>
          </p:cNvPr>
          <p:cNvGrpSpPr/>
          <p:nvPr/>
        </p:nvGrpSpPr>
        <p:grpSpPr>
          <a:xfrm>
            <a:off x="-2566280" y="5577057"/>
            <a:ext cx="22278322" cy="1206501"/>
            <a:chOff x="-1701658" y="3997633"/>
            <a:chExt cx="14003150" cy="3533927"/>
          </a:xfrm>
          <a:noFill/>
          <a:effectLst>
            <a:outerShdw blurRad="635000" algn="ctr" rotWithShape="0">
              <a:schemeClr val="bg1"/>
            </a:outerShdw>
          </a:effectLst>
        </p:grpSpPr>
        <p:grpSp>
          <p:nvGrpSpPr>
            <p:cNvPr id="53" name="Graphic 2">
              <a:extLst>
                <a:ext uri="{FF2B5EF4-FFF2-40B4-BE49-F238E27FC236}">
                  <a16:creationId xmlns:a16="http://schemas.microsoft.com/office/drawing/2014/main" id="{F6FF6084-B77A-831B-3469-2D2928C74ADE}"/>
                </a:ext>
              </a:extLst>
            </p:cNvPr>
            <p:cNvGrpSpPr/>
            <p:nvPr/>
          </p:nvGrpSpPr>
          <p:grpSpPr>
            <a:xfrm>
              <a:off x="-1701658" y="3997633"/>
              <a:ext cx="14003150" cy="3531261"/>
              <a:chOff x="-1701658" y="3997633"/>
              <a:chExt cx="14003150" cy="3531261"/>
            </a:xfrm>
            <a:grpFill/>
          </p:grpSpPr>
          <p:sp>
            <p:nvSpPr>
              <p:cNvPr id="967" name="Freeform: Shape 966">
                <a:extLst>
                  <a:ext uri="{FF2B5EF4-FFF2-40B4-BE49-F238E27FC236}">
                    <a16:creationId xmlns:a16="http://schemas.microsoft.com/office/drawing/2014/main" id="{F2A9300D-6497-CFA1-194D-020B28FD38A4}"/>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F51B83DE-4E9E-AB1D-F838-3701E8E0D53D}"/>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541D7377-1ECD-91FB-30C5-06A26FB07B69}"/>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AB00E2EC-56C8-CF69-B591-436568DA52FF}"/>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DAF7D126-32DB-4015-7F51-B4FA441166A4}"/>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B0755DDE-FC88-95D6-1EFB-9B9E1D39AAE8}"/>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7845DFE2-1378-49F6-820A-72D9C670096D}"/>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F8C4EF15-597F-BE5A-385E-8D71A10A3E70}"/>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AE974439-A869-DA16-ADC5-F422F61787B8}"/>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BCA25F95-B4F8-EE14-87B2-A2D92324F6B8}"/>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7D356ED1-BBAD-A12D-FF4F-EF481AFCE07D}"/>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1C01DD75-BC96-3FFF-5BE9-880DDAD3BA30}"/>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30069D52-2400-8466-625D-DF9B62CD570F}"/>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95136E0E-B49E-A62F-63E5-EAE45B274B2F}"/>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3AA54D15-82D9-FD65-E39E-F06BFA27982B}"/>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F834AFCB-58A1-F75E-C5CD-B3FD19EE43A1}"/>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E5F51595-F456-CC79-28F3-A3C97ACCA73E}"/>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8DD6A60A-6DBD-008F-5C2F-B70BFCA360F7}"/>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C7A90F18-C284-1B22-568D-879BBDC8D21D}"/>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14D9B262-5E6E-6C10-3C7D-1B712F0343A7}"/>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F86B2968-6B82-ED89-B6EF-A2E8BF2EBE57}"/>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B7AE8BD4-0422-D0B3-1A3F-93549887154D}"/>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D0452B3B-F322-BB2E-508A-C57096DEF330}"/>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7AA8C08A-8E41-AE61-2D88-E2C1341CEFD0}"/>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003FFD6F-97F2-12CC-F786-53B5CA7637B4}"/>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AAC6A6F5-3FBE-6DCD-D2BA-ECC0CA30F6E5}"/>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903E57B8-EAF3-E423-A918-311663E48682}"/>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D5165FB1-FD99-1116-2058-7D04C7360D3F}"/>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D3DA0906-42E1-10AF-47A3-A58CB0F62333}"/>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E535FC1E-9BFD-20B6-7A7A-6677DEF1938C}"/>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B2962563-C623-CE83-8A53-F647BF90EE81}"/>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E5953F36-2B8D-734F-B7EB-46539429C5B5}"/>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BA4FD8B7-6964-AD8D-F758-A54CCA1CBC3D}"/>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FE82D052-CEB3-FED1-D65D-477B92D38FE3}"/>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118B9D4F-665D-D1A1-FB14-BF8D38DFE8CB}"/>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A0D203FE-74E1-A796-31C8-253A0C3F0520}"/>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9D63F8FC-790C-051D-6821-E449F865FA81}"/>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8A816BE3-ACDC-1337-2452-549898D663B6}"/>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2CB00ABC-61AF-7F74-DADC-DB7AC2FE3920}"/>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047AD46D-0CD0-1DA3-66C1-AD080AD43F2C}"/>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0B05620B-352B-52DE-4ABF-9CF3EF8DF9F4}"/>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9BCD53D8-3485-4347-8358-02402D57A0C7}"/>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14D364FB-11AD-A836-2032-5B01106E3294}"/>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98BA1487-21B1-242C-5951-CEA8E82A3293}"/>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A517103E-8CD5-AEAB-88BF-5626E29A57A5}"/>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ACC61570-6D43-D309-FF7A-F1DFBCCBF59F}"/>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E309D558-5E11-E9FB-27F9-1BFEF1412280}"/>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34197110-5F1F-3F1E-194E-227DB62D9ECA}"/>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632D2040-080C-6553-DF90-E7960BC05322}"/>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CBB9FA69-CD21-98D8-408F-362C0E6910D9}"/>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8C868820-1DF6-8C31-C59E-17383659A88B}"/>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4EDDE3AD-F585-65FA-58DB-7B6004C7567F}"/>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489F5BD2-226B-37DB-DA7A-5AAB4EBA050F}"/>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AE288B2F-6DF0-BEF4-B3CC-F23C7805C43C}"/>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50749C9C-D9A4-C3C6-4FC4-730641FCDBEE}"/>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89734E7A-614F-699A-D7B4-47BADFF3A976}"/>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415169C4-E9EA-600E-45BC-3E18D427F561}"/>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202B7746-C60A-CA60-BC0A-4FABBC3BB08D}"/>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8BEFE86F-DC24-EBA5-7040-61ABA2DFCD49}"/>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D12D29FE-06DB-8A29-4263-3E6212B7E152}"/>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C395BD0C-7004-0EDD-75B6-E21621710EC5}"/>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rgbClr val="FFC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54" name="Graphic 2">
              <a:extLst>
                <a:ext uri="{FF2B5EF4-FFF2-40B4-BE49-F238E27FC236}">
                  <a16:creationId xmlns:a16="http://schemas.microsoft.com/office/drawing/2014/main" id="{C6DC2709-23F9-9E6E-4482-D1C4F0BAEF99}"/>
                </a:ext>
              </a:extLst>
            </p:cNvPr>
            <p:cNvGrpSpPr/>
            <p:nvPr/>
          </p:nvGrpSpPr>
          <p:grpSpPr>
            <a:xfrm>
              <a:off x="-1350054" y="4031449"/>
              <a:ext cx="13299963" cy="3500111"/>
              <a:chOff x="-1350054" y="4031449"/>
              <a:chExt cx="13299963" cy="3500111"/>
            </a:xfrm>
            <a:grpFill/>
          </p:grpSpPr>
          <p:sp>
            <p:nvSpPr>
              <p:cNvPr id="55" name="Freeform: Shape 54">
                <a:extLst>
                  <a:ext uri="{FF2B5EF4-FFF2-40B4-BE49-F238E27FC236}">
                    <a16:creationId xmlns:a16="http://schemas.microsoft.com/office/drawing/2014/main" id="{6859E919-9C72-5D73-F708-0A4504B8408B}"/>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1708E2D2-4647-9480-2E26-75FA0D5932D4}"/>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F1D890B9-9226-3C6F-077A-A7B6CB5F5F99}"/>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BF34A2FF-3558-D1DF-29D7-50ADD4001695}"/>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52A44A96-88F7-39BE-AB45-82DD19AD4809}"/>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E20DCAA7-BAC9-51E4-618C-111246DB90A6}"/>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0B6FAC9C-80E8-90F2-ED3B-052A1ADA7896}"/>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EC356906-76D0-0115-0AE1-56E65A0073C6}"/>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A892EFD9-326E-73D5-3CBB-4F92462C886B}"/>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76B61DC8-9E35-4334-1E1F-77D7A0FB87DB}"/>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41E42302-4AA2-7AF8-36CF-6E1DB4CF01C8}"/>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48C515B9-87B5-D823-A918-3C70DD874706}"/>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0BB330F5-9174-C7C7-9270-1370A013CBF7}"/>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129AC3B9-E831-BD2C-64C7-0112E459CCAA}"/>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BFF34EDA-4512-B1A6-392D-9BF7525C49B2}"/>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CF280DC0-17E2-F21E-633F-4662A1DAA28B}"/>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386F536C-7B6C-0E3B-F4B3-8F4207C1DE80}"/>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320D1125-A476-2333-DB2E-A703C8450CB0}"/>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D86C644D-1C01-4ED0-F497-FAC095818AC7}"/>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9F44F5D4-7CF8-A731-4F2C-12A7A97CCBA7}"/>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22D94774-36D8-6CB3-2155-E84B8C242989}"/>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C0323A30-6295-BB91-C7A8-B895F61A16BC}"/>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BD7770FA-990F-D278-961B-01E0CC068768}"/>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26BCBE4F-E5F4-E04A-CDD4-A3C064B16261}"/>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DC2F670C-49A7-16EE-E41C-EDDE013A465E}"/>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599932D8-17FF-9B12-628F-78BFC956D99B}"/>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DB846ECF-05BA-73AB-F78B-E6CDFB596F3E}"/>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7178F7B2-CD2B-DEAF-5B19-6F06EF412504}"/>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1D631D66-3313-36DF-84ED-F1C437E6A115}"/>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2FDCA2BA-84BB-DD33-1BEC-6181E6AD7EE8}"/>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109B9C3B-E779-CD68-D7B3-3D6FBCC65835}"/>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272BBF2E-5932-31A3-6649-88BCF7D07BED}"/>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B2237374-9AC7-A263-8202-8043461C02F2}"/>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48AF381B-69B3-B744-2814-039D306BA9C8}"/>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829B578D-479A-F563-B282-C83C4F80645D}"/>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0475A98C-F62C-3635-0F1A-FCCA05E5BEC5}"/>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74B84594-DE2F-57DA-EE52-8907BEB5F79D}"/>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DA9424AF-7397-C4BE-411E-FCADE34AF9D6}"/>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0A1991F1-F859-084F-E19D-4BD345187164}"/>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6CAB0151-A870-AAD4-1015-11A733A8F523}"/>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FA656F3D-D318-4D22-389D-6918097DA49B}"/>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1A8EA7CC-7026-1D2D-1671-2121C7C4D58A}"/>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D4BEF942-0BE8-4C4C-1EB1-81455352835A}"/>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7C6A409C-E4F1-BA6E-7CA4-AA513A321775}"/>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94BCDF55-A982-2F10-244D-7865ED06B47A}"/>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5B3EF90F-1EDE-590B-A4EB-FC69934D6857}"/>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0905A240-C56A-2779-A1F4-2706927792DF}"/>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8690950A-45BB-EA3A-7A75-7F825CC0E387}"/>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FFA90806-4D5E-EF43-54AF-AF9622D3C37A}"/>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303F561D-6B66-FFD6-78EB-B633F421326B}"/>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F8045575-4BD4-85F0-6BF6-1C1803CBF4A9}"/>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00EB4E12-DFC6-5C51-7791-9F61A6F59FBF}"/>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8D8443D9-C245-E01A-3B60-64BA54550010}"/>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18874F67-8D78-DA2E-C4AC-DBEA8C90815F}"/>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29B1E8D6-23A5-60DD-EE49-28B9DBF2137C}"/>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560FAD4A-8270-DA6F-9284-6D7111D76405}"/>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17954E35-A42E-FED7-78B4-73A22A0AE740}"/>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AF443B04-C701-4369-69FA-3A37FDA151D5}"/>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A28B273F-86AC-6E09-9048-53619C117C96}"/>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827868F0-07E5-CE29-D002-C063C94F3B99}"/>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2F49BE68-F1DB-8528-BC34-21EA46462CF3}"/>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8E574058-51EA-4AE8-7D77-09B13D383727}"/>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382FED4A-D40B-FA04-2C60-4173B8AD57F4}"/>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F00F641C-4B6F-7A3A-825E-5A92816C5DCF}"/>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74D3BFE1-CFF1-B985-7358-3B1D8FD0969A}"/>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9D943F48-5185-8015-7A8B-33D343BC3EFB}"/>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E36534D0-EA79-74CA-8B67-70AC90D812D0}"/>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3433C88C-04FF-8E9D-60B2-85B98F4DD005}"/>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D4ED37D7-E4A7-6F17-4117-3E1E7E41CC67}"/>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C27C9C5D-7ECB-8B45-94DD-4756F7A12FD5}"/>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8CF7E8F0-39A1-CD3D-19E7-E1A852C7A7E7}"/>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87E8602D-FCD2-6E81-4B6B-0851C945429B}"/>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BFA54AD7-732B-C2E6-F398-7CD398238DF4}"/>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CA8C7B23-5334-FEA4-4E88-3D118E90507F}"/>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3BC8B0E4-03B7-763B-9FAA-3284F06BF879}"/>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37994B9A-3F56-5CF4-3E35-33E4C9BAAC71}"/>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462E8F14-E1EA-8027-2466-54D97A295112}"/>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4D8C82EB-BDB3-622C-D6D5-E42F69293095}"/>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E6345C8B-C1EA-1A21-04A9-1B400D187ECF}"/>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8B401E86-3853-32D1-BC9F-B28248E48868}"/>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9D204827-CF9E-4E57-C1D3-BF46644918FD}"/>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E54D039C-FE00-540E-8146-0E8D87CB0EA9}"/>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208AAA82-584F-4F6D-B0D7-06353EC257E2}"/>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6B08B7DD-EDD9-5A33-1675-CD61A1D917C7}"/>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857131E6-B434-6BE2-FCDD-80B38BB0A7E4}"/>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CF3768AD-BCA3-9966-AA15-0B4C07215E2C}"/>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9407DD6F-49FD-DFBE-A313-6ED71FE561D0}"/>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6B818174-E87D-C6B5-ADCB-0124E0E2054B}"/>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742B7786-95C3-DC11-D0C7-2A8DDF8AD645}"/>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33F88039-E683-D177-1205-CC0111B86DAC}"/>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3B3DBD03-A8F1-790A-4192-95D6CF078755}"/>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FF9DA7CF-5073-9AB8-99E2-558E7B7821E8}"/>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2F19FDD3-25D3-542C-B7DD-6B68FAF7C241}"/>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4065756D-FE9B-D55A-F4A3-9F30915B791F}"/>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8221FDBE-A059-2124-14B0-31F7D312070E}"/>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F3C75442-B5C6-2AE4-B0AA-A855823D0BC2}"/>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02A552DF-8547-4BAE-2DC9-324E4CAB9CC2}"/>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0B7764D7-3A03-8BF5-7551-861DAFE54D56}"/>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D3E69916-ECE2-CE8D-66C3-86E9E38917ED}"/>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1FEC4498-B836-27C5-6709-7161BDC8C31D}"/>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949A3418-4DE3-96A8-449B-5A75D41ABD96}"/>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5FB161F8-4E32-812D-3675-CBAF3E1A6B0C}"/>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44CE6A5C-4C3B-7766-173F-0E8C4102AE35}"/>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AB0598B4-F728-FE2E-DC65-859FC79F5452}"/>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41667088-1F8E-95D4-BB2C-04578A0D5B2B}"/>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FEC6C059-1067-C5B2-4A5A-FDE9ED434173}"/>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B3E780D4-5F93-8D50-30BD-BC00F5ADF8DD}"/>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FC96C0B6-C615-20C7-5EA0-1FB81674DBA7}"/>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BD5C0CA4-3674-8B1F-0B95-3B20F4B5FA61}"/>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6FE77346-50F6-D61D-9F3D-B47BBB29CAAF}"/>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453D5158-21F2-F2BD-8DDD-E160F0204A21}"/>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C8BEED87-FDBD-12B8-9942-126B99941BC1}"/>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EB6D1506-C8A3-AF09-E4DD-E8556ABCACB5}"/>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85C99148-2429-2028-F0DD-95D44F7AC1B6}"/>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A70D9CFF-7178-F95F-F0A3-D96C43C96D52}"/>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18288DF7-729A-7EA1-544D-C60098640A7B}"/>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FA3D49A7-DB9B-F9DB-0CB0-ED62B34103A5}"/>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4AE4B609-7C6A-ED15-FF99-8B65A4920A87}"/>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B6D90954-0236-4BF7-09B3-653911C08C47}"/>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93C874B9-3CAE-E2EA-5E23-6393ED7C4CAF}"/>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F6F38102-FEF0-A565-5025-E1E51986F47F}"/>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8AB77C7E-18C3-E1AF-D2B7-E170917F1A55}"/>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DBF19A18-36D6-3CFF-23F1-38C1842041C4}"/>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1DBF3FDB-B9AF-F44F-C358-B003A771B536}"/>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7063E515-46A7-28D4-B817-CBE3125DFE03}"/>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C6C26E3C-13AB-6E97-BF73-728A5F78DBB8}"/>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026A1396-C1FF-32EC-D1C9-32DC8F68A3CE}"/>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7806A768-0322-A8C3-6262-FE3E6C15E403}"/>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A74DAC93-A1D5-5626-06C6-656429AB8B89}"/>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011B101F-D7CE-AC4B-2332-89FBE9C0A8F8}"/>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DAA74DBF-BF87-5060-E8BB-C63C68C80330}"/>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0272A40E-BFCD-A08E-A33D-B677E50CDD0B}"/>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9FE0095B-2978-75EC-A976-F96D6E763032}"/>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4D1AC8E2-F934-7892-DB88-DF3CD2620398}"/>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16062256-150A-60C1-A295-8518217F643B}"/>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B81769E6-C698-7041-CDF6-29B2CE22AAAB}"/>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CD4FBBE0-73F2-BAC1-6C18-048AEFBE4683}"/>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0FA8E47C-5D6C-1464-BD55-63763BF1028B}"/>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1997AF38-4024-CE0D-9DA9-A7E19428E894}"/>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246D6CF7-789A-11A7-2112-F88881489A4B}"/>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6874BE96-BE35-38C5-5307-70D598E6DE56}"/>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90452ED0-F5C3-AEE5-93BF-B850D832F582}"/>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D2B47447-7862-21F3-C97E-3080E7DA12A9}"/>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36DF1D4B-DD73-B75E-AC9E-0455D4AED5E7}"/>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C3997AC8-7B27-5B05-7D2B-BFD6464280AD}"/>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D9CD1C47-5416-662E-8225-134651D868BF}"/>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3B3318D3-E9D9-4A6A-03B7-03A77B18B1A2}"/>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6B763941-DE45-DA9F-BD69-DCABEBE2B071}"/>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AFC7D44B-73F0-C7A3-E324-813F6534DFAE}"/>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286FFAE7-DE6B-58F3-CA9B-BE97BC9DA4AB}"/>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796517DD-E919-9986-4706-B60EE45424BB}"/>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13E559D5-9E99-8BEB-B4C7-C2C96ABD570D}"/>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D2798696-3BA2-4DB2-7404-9A2C2D0198E3}"/>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25E58A86-E4D6-F37A-15B9-F569C0DC7B60}"/>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079832ED-FC3E-C133-8808-4067ADC8C99A}"/>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FF28B990-BC84-7DED-D350-144DF8BB9F99}"/>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AB4BAD5F-9BCD-C5D0-CB62-B70227B333BA}"/>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0FD0D77D-25CD-2568-9A46-A675DEF8A054}"/>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0A90A33C-C651-644E-AB1C-6388E52357E8}"/>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4AE63E2E-665F-E9E0-DEFF-466A6FD64DA3}"/>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FB68B651-944A-2839-35C4-F9BCEA1A9993}"/>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790015E1-78A6-6B80-F517-495FC6CE07CB}"/>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D1A50722-223A-8F68-7C8B-D2AD673B26CD}"/>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D7D33767-3880-A454-C6DD-C5FF5C21E87C}"/>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1B4EB383-E260-6F83-FB45-B27DAD390418}"/>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2C26D939-A6FD-6CD3-84CD-77E642EFA5A5}"/>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31822EB0-A46A-540E-382E-9675496A850F}"/>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AE429A69-5897-477A-1494-1878C34DDF4F}"/>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BD37E4BE-57FF-D79D-2117-ADD284006027}"/>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997B9111-C040-CBE1-C86A-E3C27C2E3545}"/>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F6F646E7-4436-B265-14E1-35776E54B835}"/>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51734F8D-B44A-EEAC-B9F3-96F8986A3E5B}"/>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806786D9-4B9A-8272-1327-3EE4ADFCE2D6}"/>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58C19E44-C1CF-8087-6EEE-3031C4FC214D}"/>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CE69AEE6-02A9-62EA-496E-DBD5AA01E8EA}"/>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EA4B5598-3348-A365-1F9D-30E478E2FC11}"/>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593E8C70-78FB-B5CD-A805-68558FAB6ED1}"/>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90201D82-AC60-EC58-3DC5-435D1063D6CB}"/>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B77A0DC4-E6E8-CD47-4B90-F1BC8805C401}"/>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AC4189D0-9720-3436-F9D0-A5EBD90F6B6E}"/>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FB08BB48-DF39-23B1-D4E3-7C12DD017FDE}"/>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105DA6A1-C94E-04B6-3868-75AEA3DECC75}"/>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4ACCB709-BEF0-E8A4-4954-B13F21110C70}"/>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CE5B7043-073D-BD5A-D684-8F12038D3423}"/>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5D8CBDB3-F23B-D160-DC2E-AAAC9675D54E}"/>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548C8A9A-0B61-96D5-C5DC-DFAE2CBE73D3}"/>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2FE1AA8C-47B6-3797-9EE6-3903C917F703}"/>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EFD9531A-70E7-B7FE-E4FC-92903750B52C}"/>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B4476D46-5133-5714-3723-98D6E9166A58}"/>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F8B6DA17-B102-C893-4798-AA36C936E048}"/>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FB087A1A-41C9-DC64-E899-97DD1C698FAB}"/>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462ACD4D-9644-3584-4321-375D82035C41}"/>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652A7570-E5A3-26BF-C7B2-FE858FE4DA79}"/>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0239E171-A3F7-0948-62D8-2167E8BA4A0D}"/>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86AD4038-8013-7AD1-CC5E-BC977BAEB366}"/>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439ECFFF-FA20-8764-25CF-D5AD9956EC9D}"/>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35194439-D425-8960-CFD3-F63BC05289B3}"/>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05B186CA-AD20-3A38-B659-B6605DEB7985}"/>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9329582F-4ABB-758C-5C17-10936AD30948}"/>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1F35572E-AA06-01E9-C709-C19CE6FDB736}"/>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012B0C1A-7AD0-71B6-359F-A966F049B210}"/>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09141AE3-CA6D-71F8-0CD2-7A78BBA7C012}"/>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E97B1347-DC87-D858-FF62-F8256B82FD41}"/>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BABF6A63-1980-3BED-6F6F-EE04389EE26F}"/>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E2A2D129-AC01-E992-FE17-BEAF83310077}"/>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C3314E24-664A-7600-5804-EA888D749FF5}"/>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586ACA61-BD27-DE07-8879-AB7596D0B388}"/>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B6677CED-996D-E516-4FBB-75A68ACB3BFC}"/>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010C8E23-3420-8557-9535-EEC9F1AD8202}"/>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9D92FBD0-6020-3B9A-28E1-C34BDB2FC61C}"/>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F7B375AF-FEA6-3928-A3FC-56BE686A1070}"/>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5C09741F-8CBE-EE7F-6FCA-B6AAB0FE2E4A}"/>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CF25FCDA-2373-4723-8994-FDBD223260D0}"/>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3DA28FCB-EBE0-9A9F-14D6-008DB2725B5E}"/>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89CFFC54-DA2B-C90D-3C0C-DCEF8385EB23}"/>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8389EE88-8D14-AD9A-1B68-FDE8D33E4BA0}"/>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70A2A7F9-ED6C-2800-EE00-E240FCAED85C}"/>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2D19E365-19BC-2DB5-1FAE-3F880F2B02F2}"/>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41CFDEB9-9FE8-0C36-145A-0C6DE9DC15B1}"/>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B45BD189-C4B8-71CE-CA3F-51BD195C7521}"/>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FC58A78B-80BB-51D4-1DFE-232FACE5760A}"/>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80E15428-B64F-7721-D5F1-961B190CBD61}"/>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241713A3-B3A2-1E1E-F22D-AD1657C64A45}"/>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9D5337DD-9264-C751-D112-2520BE1BF132}"/>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0D42854B-1C7D-667C-BD13-04CCCCA2D7A0}"/>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100EF0AD-1732-B48B-B1DA-3147A8B9C733}"/>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0483295E-D710-E903-230C-A45E5BF5DE83}"/>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7991140F-6231-4C94-00F2-6419BB509777}"/>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0DCA29EE-BF60-79DA-A4AD-25FF354CFEAF}"/>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FCD9F39C-2687-B4D9-8FB7-0C1EE3FE052B}"/>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4BF48703-C692-5C79-BB32-D67EE5127301}"/>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AFE5531E-0DE9-EC1E-3F88-2CDCFEC96511}"/>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BCC37372-BB3F-E5B3-7DFB-59EA31F63B07}"/>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649FFC22-FB90-4C67-46D9-B60E8A4F4D42}"/>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AA5C1C15-9E80-A6BF-59F8-4E25C16590D3}"/>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C5B3C79F-B977-4B0B-0B10-D6327E81F42D}"/>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3D2ABF7B-B02F-BF7F-A9B2-E57245BD9649}"/>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F1850A8B-7894-A7AF-FF83-00222BE47E1A}"/>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432AD423-AC77-ACA4-2F01-C89F001D8CE3}"/>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B519EB0F-A11A-DD91-1985-08D658BE6527}"/>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CF0FBE38-33D0-2928-9958-69CAFA8A1DA8}"/>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7366C75A-18E2-E022-F397-1B0D91C52EB7}"/>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A26BC9A7-4420-C728-60D4-0FEF4C49F0B1}"/>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E2B2F113-8FC3-72AF-72C6-ABA287353BFD}"/>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75163F23-2970-72BF-095D-0F465B80F113}"/>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D53ECD20-53F5-680D-C051-4BFD7C01BD10}"/>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A5B3DCF7-6433-2BD0-BE03-3DA6873FFC74}"/>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53A38A04-187C-7F02-8216-A9D9859304E3}"/>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C82B4BBA-7BB0-582C-0859-80B0FC304688}"/>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87FB62CB-7028-17F2-3D25-2E440F283CF0}"/>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9D86E883-6C07-BFB8-812A-D80C15FDE820}"/>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54A4E9A0-C504-36A2-9402-3E01E28F9983}"/>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76DC55C9-425E-EF73-FD99-4C1B77382900}"/>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A8D570FE-9C58-C120-40B6-21F1FBA36114}"/>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F6A29D7F-947E-25F1-3411-BF1F129D33C7}"/>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E0060729-F50D-8E3D-3413-E05B6D11C0A7}"/>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211D29DA-AF28-EA92-BC59-776EF3B7B28D}"/>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6A32AE32-FA2E-F0B8-0AF2-296B80BC92AB}"/>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660ECF43-010F-D045-C767-45374FD7F15A}"/>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9865CDD0-2944-EFC5-9D76-C575DD4C8872}"/>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2B2E2D3E-C769-9495-49B9-3CE780F83207}"/>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B3888C9A-BFAF-4281-1CB1-B8806D72DDD7}"/>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B1696394-8A3A-C236-A681-E7C89A7A62C6}"/>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7D817A4A-EB21-B90D-1968-CEE4C76FC684}"/>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32792974-48F3-608F-8EFC-92FD1E51F9A9}"/>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D8FCCC2D-81A5-F64B-D178-E7F13290AB52}"/>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702D5C64-5FD4-507A-A02C-51FB7CCD52A5}"/>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0A932129-04DD-4197-31A1-EA98D38DE875}"/>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792EC486-67C5-5E3A-1AD0-5B6C6EBF705D}"/>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015645FD-ED1B-F1E5-4330-D55D9F141875}"/>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E0412544-3C1C-CCB3-046A-301F3848AFA9}"/>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515D313A-4FD6-AE5E-AEA8-D188E3B52B68}"/>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9DCB13B5-99D0-3171-4C39-564F7C5372E0}"/>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60F13201-7782-8ABE-1DEC-D2093E213BE1}"/>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83B8BC0D-3A2E-1484-4534-DF3617EA066D}"/>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0E34326F-EB7B-43CC-1477-DF8E465DBA92}"/>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1683BA6D-17F2-CA7B-4C1C-DBA15A2B225F}"/>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5D89C100-094E-3B7E-F061-654B1D3472A8}"/>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EA4C9476-4260-73F0-5607-AA6A30EF362D}"/>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59F305AD-2562-2B9D-DC62-2416F3985D70}"/>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F4AAC91A-DA94-C04E-6BB0-794ED215E63C}"/>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2CCD3825-4BF9-04FE-2993-B5AFFF15C498}"/>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F150DAD8-F845-19B7-A854-DA2A10EAA444}"/>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7EBF403F-E0AE-2636-ACCD-BA076F3877C9}"/>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798D96D9-CD80-39E1-F698-CA9B046E67C4}"/>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F83F5C75-D02B-7242-3F08-E5B1D51BE13E}"/>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1CE8CB8E-D6E9-05A8-A4B8-F7B36CA2AF14}"/>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DB60321B-8EA8-8EA7-C786-6FD624EAF49F}"/>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2740D60F-9C68-92A2-48C0-279F6C75F53D}"/>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3830FA72-4555-B8F9-1FCF-E9E044E4D696}"/>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B170EDD2-803D-A250-1333-039879FCE20D}"/>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05D824DD-6057-699F-F682-6C9850334650}"/>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9CE9C441-02B5-DFA6-B27F-23851B9C9384}"/>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CC27F356-5044-F462-D1C6-5AFFFA3420F3}"/>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7FCD2DB6-5DC7-7C3B-1E89-9C2FF5AFB573}"/>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668A97F6-5102-2802-2DAB-EBED8E837509}"/>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7C767031-3B2C-5E34-B922-A043D043AF51}"/>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922C2CF2-D691-4C50-DC82-0C20884E6EC7}"/>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DC49ACF3-D3EB-0C2C-D66F-C55808AAEA94}"/>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7FC2EF62-6517-61DB-CAE3-D00C2CF5AFF6}"/>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7CA2954E-A75F-C54B-38D6-7627E40EC6EE}"/>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2F9ECCA5-21F1-CE70-5A3E-F5C12F0B6F94}"/>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4A4E874A-1487-08BF-13D5-428F6396538D}"/>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A86D2B6C-D728-6079-0F75-9663FDF13F1D}"/>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BE894539-28BD-A18E-D64F-94877C751FBD}"/>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3496ED11-8BE4-FF58-0E96-708B1EEBB634}"/>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C3A6D933-A65E-0C1F-5E21-B179E6489950}"/>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1DDFEA9E-FFA8-BC58-05C9-E87BEFFCF4CD}"/>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FC1CBAF7-7824-ED7F-C904-D910BCB03E0E}"/>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0FA6E8C8-B540-D277-C2CF-7ED0C8B32FCC}"/>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8663B04F-CAC2-86B0-9C7E-04EBCD6E1EC3}"/>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A088C1F9-4FEB-7F68-A611-C7818F933A1E}"/>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A0F83921-5C36-9BFD-F74A-E44025909713}"/>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CE3B40A2-3B96-FEC0-73EC-87E8E0D493F0}"/>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12A5ACBA-71E4-B303-CEA4-BBE674D1B3D8}"/>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AA361CD9-9B4C-C434-6139-7609DC1EE987}"/>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032445BF-09FE-B1B9-96E1-F312DD52D97E}"/>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4F3C6C26-5E88-1F4E-AA30-711509CA8DBB}"/>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BB25021B-81E0-B525-0698-FF4006FDDFDD}"/>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141F011B-5484-598F-A271-DD5F091F34F3}"/>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E091A128-FC4F-71EA-3F67-9E1759F59802}"/>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E854663A-4E09-A13A-E0AE-BEAF78C4E039}"/>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55968D62-6270-EBE7-B6FB-DA3FE35F4757}"/>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A4EE4DAB-B811-F61E-DC0F-C1802C3A71C4}"/>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AAF92FA9-BBF4-B38C-B652-E8CB191E2056}"/>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E6F76EBF-7831-6F15-0B58-BD61CB219BE8}"/>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E90181D2-A175-E351-3E30-C5DE6A70CF77}"/>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73C82B2D-9DCD-5CA7-6D27-6E3619F04B3A}"/>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C9FE5E91-D6F3-A293-50E1-3D4AB495AD82}"/>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DEBC13CE-145E-5496-0754-32436C78E3C5}"/>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EFC742D9-7D8E-EEC3-46C8-32AE992E8B0C}"/>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0F8E5CF4-8E2C-17AA-70E5-848F077F44A2}"/>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850FB151-4AEE-27C3-DCA7-9C068784E883}"/>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4902FA20-B51D-51A5-91CB-F5EBF35C4167}"/>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8EF9DA23-FDFB-81B7-5A89-9ABE6553CE3D}"/>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9FD1CE65-7811-3236-0C3C-0CCB2C336D4C}"/>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3A1508FC-A38C-B0CC-252B-B1DD3F7F5E81}"/>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20BF02B3-B976-1D3A-7C3D-3DCDD11B21E1}"/>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D4A19E85-EA09-C9C7-449B-FED2289365CC}"/>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0F594A63-CC90-CE2A-B1D4-DDAA6BF2EBDB}"/>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61301827-CB01-F79D-4790-B4162902AEB6}"/>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69A616F7-2FEA-AB49-F90D-A6B873AA4DF4}"/>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E44D336E-05BD-2061-8A35-DEFC464232CB}"/>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ED95E127-D391-5FE6-2D00-7103D0AAD71B}"/>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148945B3-056D-7AED-59E2-1EC230EF87AC}"/>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F5DB310F-FE50-FAE6-5187-3394943E5012}"/>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7257F42A-980C-4CA7-83C6-B1A7F2D057C6}"/>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58E8ACED-F0B9-5A14-0EA0-4F5CFF89D53C}"/>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733F2EFE-29B4-E0FA-3D72-7DAAEF312EA7}"/>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5DCAC793-BDFF-DABE-6925-0CEE4EAB0299}"/>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A87D8559-0230-7481-3C6B-5D3C007A6BC5}"/>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B927D450-FAE5-92BB-6412-5AF93479ABB9}"/>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F8E47BCD-F36D-7CA4-6CA2-1EBBF241FBD6}"/>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8DE41614-625D-939C-1CAA-D37397DD6CBB}"/>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19DEF07B-C9F5-00C5-D44C-A072440A5865}"/>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13D832E8-821D-107E-6BF6-43B05709FB92}"/>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2A297F3F-454E-21AD-78A4-24C9CE66BE7D}"/>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083A802D-E862-64F7-62F6-771E22FEE163}"/>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9F1C3749-70A0-E54D-CEAA-4AF3AEED4615}"/>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C8DA7F56-A93F-207C-E240-4FC86B4DA18B}"/>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8B468447-A229-1712-2A62-6C9A97AA8262}"/>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5A5C1E32-7458-57C6-D7EE-3AEA665383E4}"/>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DE4A3645-DC09-001B-7CA2-4AFFC37B0C27}"/>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79876C91-130C-EA5A-481A-1D88E4643AD4}"/>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491F7466-3B33-569C-4DF7-E0DF46A96043}"/>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7443BB68-9388-AAB7-56E1-8FA24BCAC89E}"/>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E7966998-A67D-D4EA-8718-7E511D088B17}"/>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3E802162-60BD-CBF7-FDEB-AEE0D4145D5E}"/>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760D5DE2-ED63-5762-C179-071D7E0E7462}"/>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51BF81B6-0680-7CA5-6785-0E86EB048F8F}"/>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6D3A703A-0790-BD07-1AF6-ECA8706CDC45}"/>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3F9F8C6D-2F24-2BE5-1591-19C86F9EED12}"/>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DAE4F812-8CD1-0E54-A3FA-008D1ACDD781}"/>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9092AA94-F743-7034-7F1E-A4A007BFCA05}"/>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256FBBE2-24A6-99A1-5A08-C520E4E1D6C5}"/>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8E1A17DB-AA7F-AE77-7C2F-6E462ECF0676}"/>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670B1257-3FA3-84E2-11D9-9CF8F962A2C4}"/>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4AC9DC4F-C128-F56B-5686-B69540767976}"/>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CAD18E74-5348-D8D9-0D69-36A25140582B}"/>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1A83E923-6C89-23FB-FDA3-9DC77238F3E3}"/>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AC05BBAD-DE7D-EEE7-780A-BA59DD6B458C}"/>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FDACB35F-A8AE-5379-34AF-64F52046D911}"/>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89075FF8-CA0F-0A69-C925-EF92946A9189}"/>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E542720B-C715-D524-0A73-DC8BBD0DDA36}"/>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5215081D-9B82-3675-8086-6757E44C222B}"/>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CED0937C-7692-8A00-A8D0-4E1C16FAAE8C}"/>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A72AE627-EBCF-B6F7-D178-96A001770040}"/>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DEECDB4E-06A7-0006-B944-4C8F411D742D}"/>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3EF4F308-BDFA-311E-EECC-AB0843591CD8}"/>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B08C6972-296E-8F6B-21D9-EA2DC7997A6C}"/>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0D2C0538-1181-7A98-C91D-82A126080D45}"/>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2BBD822E-1B47-1747-FBAE-218FC72BD85B}"/>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DF2C465C-3F82-E4DA-BEC6-9EF3F7465FCA}"/>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A8B24DE6-1124-498F-3788-0603C96D53C1}"/>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3E16B183-29B1-F254-20BF-5FE9E6C1A8D8}"/>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DAC2F2B1-35CD-43B8-7370-FB280D8AC6C9}"/>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43AC65B9-4526-13A3-48E5-06D5E08069C8}"/>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2FF77A6B-0C3F-F14A-8943-DCFFD6325421}"/>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6E2EAC71-8CA8-5BFC-90F9-CA6B7B846A91}"/>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237896F7-9B22-0029-B877-A60DC0EF0216}"/>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2A0FC081-2632-87E5-FAA7-425CAA5182AD}"/>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694CDC75-8865-58CA-D0FA-29E014ECE9E3}"/>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E93D5735-4743-9E85-8BDD-E09D5BF4363C}"/>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3CB34177-5421-E5BC-03D6-7E024D58B314}"/>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1DD4BEC3-5B24-A564-58C4-E99035F76E60}"/>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E3E0F19C-29D1-BABB-4129-B4F1894CF88D}"/>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9CCB4914-8369-D971-05C4-977054ABF2EA}"/>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EAFACCBC-A5F5-5A7D-A018-F261DDC9F644}"/>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519411A5-315F-A39E-C571-EDCBAFBF80DB}"/>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CEEEE844-4816-A704-D320-1F64AC3E7CC0}"/>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58D93D4D-149D-8AF5-5776-72642D7E444D}"/>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8B49367C-7054-EE82-D4CD-E9E830F73C78}"/>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19F7D78B-93A4-3707-FBC0-0236A4CA78BD}"/>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8957AF21-49A5-4F1D-CFF2-2F5E67E572B5}"/>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020D0293-568A-4B8B-5AD2-CB9002EA8A86}"/>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17FB8247-38CF-AE3C-B090-5BC8E41A9F83}"/>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66CEFDB3-1AE8-4FD2-74A1-F3C274A55A4A}"/>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67E9E848-6999-C746-E3FD-B2E063D5502D}"/>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6BF6C781-F64D-6A0A-E14E-EDC68EBB62C5}"/>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2249AA71-788E-6CCA-B7BB-C7CCB2A588A7}"/>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95070655-96A1-5B6D-3BC9-45293D885A29}"/>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6B9131EF-3E7D-9D63-C97B-77ECEC05F533}"/>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021CEB79-46F0-DB7A-2A47-01DFCE89A344}"/>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A73016A3-E79E-925A-8AAA-0DC10F394FC4}"/>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1D4C8BEA-350C-BC9A-69C4-262959D72544}"/>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128C7D08-7326-CE9F-BCD8-61892DFAC94D}"/>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25D177B3-8941-E9A1-93BF-89CCCF11D2B6}"/>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7135CD4B-8B21-4849-FEF7-E27FA611D9D2}"/>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7B559104-9596-C8B3-BBE7-B44B1FBC666E}"/>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9941BCF1-09AC-1070-084C-7D50AA485877}"/>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9336F755-313A-7F6E-9856-AA955804564E}"/>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AC5A7493-A2DD-D1CD-8322-6D41E25B759D}"/>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91ECBE6F-878D-0F63-CEDB-3F0AA0DEB05A}"/>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D6AE15DB-3AEF-52DF-88DD-26C6B43A94FB}"/>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4EF9F7B8-2DC5-C6AD-57A6-57759D38214C}"/>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2CC0D942-92CC-DAE5-92B6-A9F5858CE721}"/>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05048058-5954-E83C-1F20-C11B204A7C7A}"/>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CF70D10B-CEC2-0775-57C6-228615B40884}"/>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67592571-C0D3-C2E3-2E74-7E10C95478D3}"/>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8A5599F5-41C0-7E00-A53B-061E7508F1EF}"/>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234699C6-A0E4-432E-EBF7-3A55825BF2BE}"/>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3E37AE22-3FC4-6EB6-6972-1A372C14C63C}"/>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8D59C3B0-384F-053B-D6EB-5BE0FE753DC9}"/>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112CD4E2-CC0B-52D8-5526-4E97DDE157FE}"/>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A334F864-2E7D-D482-F2DE-04B4D5A1A77B}"/>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3D327DED-3559-1707-BD94-59305A691B12}"/>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1465D89F-F6A6-A212-784A-2401E4CA71D8}"/>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02C0633B-86CD-3A4D-B9CF-6A71D7AE1E6D}"/>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0C37FFF5-41C2-1965-E7A4-E1E4D55E093F}"/>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AC06CE11-DF1E-85FB-8AEB-2E74A89740DA}"/>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91EF4006-8AB6-B266-4C23-5360086BFCF6}"/>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1533BDF8-22A5-780A-A149-6E8B78609458}"/>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9574B2D9-19D1-34DA-D439-BD3FCEF54369}"/>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DA01C415-259C-8952-5728-687469690076}"/>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8416BE13-4607-CAB9-1017-52B10AC1FE3E}"/>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B579EC78-70F1-B2D8-A98C-8C0EA398CEDD}"/>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40FB1166-2BA6-86CB-C120-F7C3D3775CEA}"/>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8AB671F5-9E46-122F-C501-DA5264B2F445}"/>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933A3133-F97E-B9E4-789D-3C1D97A42DE4}"/>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3416C4EE-72C9-67AD-C4DC-004E035ABCDB}"/>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4F556FE2-2B43-A691-AE70-B707CDB9FEAC}"/>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B9722D86-7419-7B1D-BB08-A2B075F8A7AB}"/>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C19F41C4-635D-CA8E-91C4-9F58B5107DFE}"/>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20FA0FBD-24AD-ED68-A20E-823BB58324A1}"/>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86E6D616-E9FD-03EB-C008-9D9A9BC817DC}"/>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D2BCE42C-FC97-FF22-7E0D-7D97F889C077}"/>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62D56E27-1DFC-9F88-4F34-5BAE65B59A61}"/>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D8710DA6-FBC0-CE39-55A5-C2075C9AB1AD}"/>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BFA62AD1-9327-0078-635C-B2DDCD7EA9D4}"/>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B6F522DD-5D9C-3871-D252-BEAC2515B6CB}"/>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346AA229-6CA9-DB0A-2EFA-E32E5134166C}"/>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CB9A2AE5-C6B9-37A3-03EE-5204620B0F55}"/>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A49F4D3E-6C09-82C7-03F7-7E21F8FC015B}"/>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F5B46BDF-4453-C603-BBDC-CF968ABA9679}"/>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F21CC573-F5D9-E5B4-7C28-E8385FE1632C}"/>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07009C54-E2F0-5B33-72A3-AB4479F7A47F}"/>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39D7D607-F03C-C09B-E762-FCCCE5CB18EB}"/>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000D2D63-3080-7EA5-D3A8-5971DACF3441}"/>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041F04AE-6F54-754C-7875-3EFF72AAB0A6}"/>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5CAE1C16-0B0E-255D-E7EC-5269687B274A}"/>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47BD08C5-AD4C-5A0C-4324-38F29346771D}"/>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55F861AE-A6DA-CEAE-78A1-452ADB1D000F}"/>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AD54A0D1-FFD3-62D0-6F9A-C9C01707EB18}"/>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27DA3C36-88A9-9073-B501-DF28A512883A}"/>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93E84FB1-0260-C1D8-949A-213B46D70417}"/>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E4C6D35D-F282-4B5C-0067-45B9170EB58C}"/>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68191997-8008-A134-9FE5-E4E730750CD5}"/>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3843DCAD-D282-2E36-C4B2-BCEF6903D93D}"/>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5D6C2609-ACEF-2130-654E-97A6D123EEFA}"/>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A3354C9D-7D38-B920-F7BB-CF5744C01D04}"/>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834FE93A-EE1D-C1D9-6075-CDB854207D16}"/>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FEF19248-733B-0866-C8D1-54C2B79FD4A0}"/>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F294A1E1-7590-29A9-C425-FB60E5646945}"/>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A3D46909-A29C-3BD4-211C-5608ADEF6E4F}"/>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FC1BC7DE-CAF7-FAC6-053C-BC080C8E824A}"/>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3DA4D886-F17F-79B4-7559-D5BD2FF86E60}"/>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5419A7DE-F1D3-5B25-8102-BBBD1C8C62B3}"/>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0CC7582C-C6CB-D13A-01D3-362B836658E9}"/>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2942C365-A0A6-D384-5F59-DD228604BC00}"/>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D782EF20-A275-D785-DCA1-AFFD821FE1BE}"/>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913F1F34-C235-79AB-FE3F-3F55EE706640}"/>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628426C8-7524-6DA7-7B18-1EB7F6755E21}"/>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85153B4B-C396-6C46-0AF0-8BFDCE01C1D8}"/>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380FF8E6-2738-32F8-3B98-0D802F6815CA}"/>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BA61A124-25BF-2AD1-2315-DA88B57F8187}"/>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0FFDDF9C-100D-7CE4-F8A6-C08195A31183}"/>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19974B7F-0B64-24FE-D943-2D9DB58C67F7}"/>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2B88C3A4-E755-51F4-F6E7-A86F7113AFA2}"/>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261EF32B-8ECA-1721-FF37-6658E4DAE43A}"/>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166A6195-10EE-125B-A0A1-16F123ADDD1B}"/>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57DB83A1-44B7-B55B-8BD9-7A7B9E9D2578}"/>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F20FBC81-9AD5-C422-9389-80D23C4229F0}"/>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624A1E13-DA5D-1B9D-48CD-CF8A3504F7DE}"/>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FEA38CEE-F1CA-9C5C-429D-64B0AD1EEAFC}"/>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2920A74C-37BC-E52C-C592-C15A6982D53C}"/>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B26A6841-0917-2E40-CE73-5BF00BEE0112}"/>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1F7BC68B-91BC-69F6-975B-548EDA8888B2}"/>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9CF33160-0A11-70AF-D51E-AD790ACF1596}"/>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D4816D5D-39DD-BABD-8F2A-D10A095F23A9}"/>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454FC1CA-A34D-5F9D-3479-AD12AAF21EB8}"/>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8500AD5A-3EEF-9F7D-4547-2E73388E2DFF}"/>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B9D8FC8A-DA93-F7C3-4B95-4ABC605D0D41}"/>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995D3AD9-76CA-1178-E01C-378499D3E4E1}"/>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7A8AF6F1-31B3-E4CD-7034-02C85AAA58D7}"/>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41C8979E-C355-270C-0807-D361FEC1AAFC}"/>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5A6E78CF-5E90-E188-30C3-842614FFEAEF}"/>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5F5BF471-BDC3-0FB2-A684-CD12F6DDD72B}"/>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8BCE0D75-3144-1EF1-9794-E1F8B34820A6}"/>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54690DDD-46E1-55E4-E4C3-1C7288C12268}"/>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7040481E-F674-A1E0-AAC4-9B5FD9F009DB}"/>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F113ABEE-486D-72D1-E2B9-0EC7B73994E4}"/>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2B8D78CF-9FD1-B44A-37C0-CE271DD915E3}"/>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F1C7E383-5D6C-82DF-95C7-2D35CD31D4E4}"/>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B022BD25-1018-A987-AB37-7320D9D86DFD}"/>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D2E90030-3AAA-EEFD-5A94-2F7ABC92AED9}"/>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E1CBE609-72C1-4C62-27F9-1181EFC92406}"/>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0BDA38CD-D387-2AF0-D381-D54412B3CE96}"/>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2FB700B3-007B-BE8C-DDE8-1831C13D56F7}"/>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F4DB8589-4A39-A2F4-9ACB-14D60C2CC800}"/>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98F7EBF0-2CB9-5E9F-5172-53D11167780A}"/>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3B17DD84-A78C-FDA8-E519-9CEB7D127838}"/>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6573B6FB-B1FC-37C1-A94B-F8F1732358B6}"/>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2D8D8882-E95D-A4D2-4704-60511BAC340E}"/>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E1585517-96D6-317F-3608-743A28D392EC}"/>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0FC627E7-44A3-90A4-E329-FE4B6211EC58}"/>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5F1A63D2-F7EA-5B76-CC9A-175AFF0A2037}"/>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35A70C21-2DE0-2646-AC8F-F488EB87C76B}"/>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FD7B8097-D27C-9CFA-0A93-BBC56A9613BA}"/>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30183C3D-E4E9-AC0E-F676-4129B0B101D5}"/>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EB5D8329-BEB0-7EFB-40B2-18FA102CA01C}"/>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C7CC602B-9DCA-8F13-99CC-BC8ADE1E5AB7}"/>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EA347F80-9684-60BF-2A83-E83C5B1D3F6A}"/>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986514AA-6C07-880E-2833-EBE5D0AB3BB0}"/>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A3573AD3-7187-C504-BD78-548464CF8483}"/>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567C752B-36B6-76C6-C908-670B959F21AE}"/>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B330937E-CF14-EDAF-71E4-0EC5990789E3}"/>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4D7EA789-BAD7-FFD8-24FF-1C2EB0796B1C}"/>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A43992F8-C36E-FCF0-A11B-0D99A78CAAF2}"/>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AD22955E-6F25-AC6F-BC86-49B055C9A337}"/>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149E9BBC-3FCE-5C45-29E5-7529FC2DEEE6}"/>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0AA2D58F-37CD-F374-BBE0-A4D60A7AE36E}"/>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B4DDD253-A05C-9E23-FF56-1B759378FC8E}"/>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7026200D-1AA2-E3B6-CDD1-2268722B9EB1}"/>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23CEC8D3-D8D8-3101-EEC4-807905107100}"/>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F4C15924-981D-0FA9-28E2-802E40030A6E}"/>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8FB79023-40CE-D071-CCD1-969FA527F18A}"/>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1F880701-408D-33FC-1D27-66AB297FCA5B}"/>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1436CD04-5F37-EEC3-8D70-94B4A1F823AE}"/>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45A6D5D4-3A27-7C5A-24DB-8A359422768A}"/>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34F90211-ED11-87C9-5F4B-F00DAB19647D}"/>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706A2AE6-41E1-4C7F-0EDC-B392979B3FBC}"/>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8A616B12-7A09-2140-7446-3E9ABDEB4CE0}"/>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7EF4D48A-08F6-CD32-F4CF-821618D09B08}"/>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7CACAB9B-CEA5-7204-65A9-182D8D8A8EEC}"/>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931B58DD-9463-3383-48FE-0FBF76BA3B19}"/>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7BD149BF-441C-83E2-15C7-3DF766B4CD6C}"/>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A99609FE-711F-04CA-E8F3-539DA2B5E11C}"/>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36948C59-DBF2-194D-902E-39F80989B335}"/>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8E8898D4-8455-AEEB-05FE-1BE92C1A40A9}"/>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95F251CC-2E66-ECED-FB7C-8785FB573049}"/>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37DD045B-614C-1CC5-90DE-A9BA99E4C84A}"/>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B4450C8B-A7DA-3B0B-DB16-4F2FD4ABD4AB}"/>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0D096D64-0B5E-CE3F-69B9-10738520D79D}"/>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45EE7C93-B024-DAED-2AFF-FF6997A594E4}"/>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18279D9F-6CAF-5221-EC81-3ADC477BCC98}"/>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707D71AB-F0E6-153E-DC37-715A98C53677}"/>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315A944D-086B-8D49-F107-B22553FA8E0C}"/>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052E7FAF-F9B4-59CB-81B5-8D185EFF52EF}"/>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51339870-32F9-2FEB-3804-828A29157C5F}"/>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09140B52-60DD-0DA4-5075-FB3D5F66591B}"/>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6243F096-660C-1725-DB1F-7FB40844B75F}"/>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BC3379F9-DB3C-A78F-6C5E-7EBBDB94F40D}"/>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59415837-8E9D-8829-BBD5-D7533D5177C1}"/>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7704EC9C-D6FA-7ECD-D494-217236DD6432}"/>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0E32343A-B3E6-CA01-D9B6-A1C5A43E2092}"/>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4791F184-8A83-AD93-8439-1921211BEBF4}"/>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9343E68B-7455-F319-8617-2758BE3ACF58}"/>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EB423C35-7C6B-983A-D913-84EC784C19C5}"/>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C258B4B3-20DD-3086-6C2C-2F2D4BC9E520}"/>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0C927278-067D-97E7-E945-385147C41D72}"/>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0D3D387B-7990-C044-BCD9-E3FDEF66E225}"/>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D7A4E4A9-4100-1EFD-F820-74CFAEF755A9}"/>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A6034263-4B98-19CF-AF19-136493BD2F54}"/>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41457D5B-AB74-CBF4-C46B-73A26745C567}"/>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4134636D-8B71-B595-AF03-5D916201CE71}"/>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E1BA0051-2D74-636B-82F0-4122C56C76EE}"/>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522F6E0D-A6E8-CABA-450F-D86E70AFDAB4}"/>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5A487B37-69A5-6380-B89B-94FE817B13F2}"/>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FCE483F4-92D8-5584-4A25-5861A6147CD5}"/>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D16CEA87-9AF7-0D66-CD63-D0487C191356}"/>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5892795A-8BE7-38F0-4DB9-3F1EB419982F}"/>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01B76C14-BA87-B5C3-53DB-EB21AE2AF767}"/>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BE8FE683-4E73-45F9-EF8A-65C04AF6B1B1}"/>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B82786CB-C39A-AF21-C04D-9808B13D9DB2}"/>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2FF0F828-57F5-2263-A0EE-D54CEC557B81}"/>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AD63E5C8-3730-A627-0308-1FFDA9D428D2}"/>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4D0687F6-E644-03D3-AFD3-12EF987597A5}"/>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69D414EA-403E-0ADF-F484-B08CF42EC216}"/>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C77AD91A-FBE4-586E-673B-C2E1EF233B3C}"/>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BFE56327-DF28-060B-A8AD-BD51099AEB8A}"/>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2E1EE69E-E9F2-DFBB-6382-D0384BB7F165}"/>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276117BA-0E4A-7FBD-6E3A-83DA546DA1E7}"/>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C3860585-8110-BF1B-2590-A60856E964E5}"/>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A30F2D5A-3C5E-1CBF-0676-B73071874E84}"/>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562D938F-A90F-70B9-6F2F-6C2D72606136}"/>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9DE55A5D-C1CA-3382-BE4D-FD6BBF7B7C7B}"/>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4F2B6612-D38B-ADC3-CBB2-A6FBC8D17183}"/>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9617F08B-09C2-3A80-A7F0-11C28F0EA7DB}"/>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D282CBF5-E60D-360C-E2E0-4BAF85864A51}"/>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F66A4507-2E7A-E231-678F-0ABFF3E807F4}"/>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BFB89B4F-191A-DF71-F4EB-1FBCC1F6B90F}"/>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E3EC2C87-9BA7-3556-EEC0-4B54BAED2C0C}"/>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4848CC3F-CAC6-6821-D39C-5BDEB9F190FF}"/>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5B9AA6DE-5E99-5381-5E00-129E2E968454}"/>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57C79B01-8AA1-BF7C-3993-E7DF6D10ECC8}"/>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71D01748-E662-9203-54C2-8E3D71AE94FA}"/>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6123A867-C681-3BF4-CA3B-7B4AF3FD4E5A}"/>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454D2341-6275-C55F-76A9-562D57EB6672}"/>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CC3E9BBD-B89F-3BD1-EDD3-1D0ABAA4E23F}"/>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03718CB3-0170-1340-0A67-0F32E8499ECA}"/>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C3C69FCC-E7BA-4BD6-F6A9-6B240C8AE7DD}"/>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E03B0D0E-0C4A-3256-0AB5-F9E87029C56C}"/>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4DFDF656-2883-4D4F-3B03-ED84E3962CCD}"/>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C5219378-066E-AAF4-F11A-449B611063E4}"/>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EBEACDF8-D4F4-923A-6BD8-2844480330CC}"/>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2D9F7F65-A1F6-6277-D976-0E52674F756A}"/>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76173E6B-7E45-6FE8-2D22-EF4BCFD00A76}"/>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8F5A0787-99B8-1C8B-2EA0-63A75EF7FE38}"/>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C0340543-627C-6A2B-C446-E5E2D9BBECC2}"/>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819A23D4-9278-8E5E-C029-0A600930D84B}"/>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E269214A-87C7-C3FF-A087-D9AC7CE62CA8}"/>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A6A6F88C-6BE5-1BA2-AB90-3B7F4C9F2CFF}"/>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7916F5D4-9993-41E4-B27B-9BD40AB38FEF}"/>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F4E26BBF-2733-0BA7-7ED4-41BAF2D1809F}"/>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E2FED83B-C799-6656-128D-2B841E453649}"/>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3EA6553B-106E-0DC8-3D77-FE504ABA2C90}"/>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7983B357-2CBC-C434-6753-49746F64A87A}"/>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EAB393D0-B4F3-37F3-12B3-158E5E0AACF8}"/>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0A2F215F-DBFF-6E62-C0EA-26F725DAE7B1}"/>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2F2A3329-D87F-8CC2-FB6E-E7233AA45CE6}"/>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BD5FCBC5-FFC2-CC0D-6038-4A803DB59150}"/>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A16A9163-5AF3-4EC9-7668-5DCE5E887DBC}"/>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4E3A2C0F-6570-0E63-91AF-95EE2A311719}"/>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FF950455-8C3E-6F49-8E73-5A363EFEF763}"/>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E56059B1-2667-F25A-0EAA-5EA8CB7E0B66}"/>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6E38C09F-DE9A-5F56-BEAC-83748EBB858C}"/>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F59AE1F3-B6C5-ACFE-EFB6-CC822FA07628}"/>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52BD06FF-6DCB-CA22-44EF-A464D3BE2370}"/>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B325E551-7915-D463-2975-BC3960FB952F}"/>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0F3361EF-A080-9041-375C-5FFE440F7473}"/>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8DDFD344-4C83-8F22-5102-E5C59E299D41}"/>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510AB4C3-5BB9-7DE4-14A3-77B980F162D2}"/>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CFB6CBCD-B21C-DFEE-8FA2-16D3F59BC51F}"/>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4A5BB3A1-C43A-6F2E-37F8-2385DCD60BD6}"/>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19AC3FA9-1C1F-82FB-049A-4B995E923606}"/>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A1E419A0-FDAE-FF82-3C92-8373B41C0B1D}"/>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25CBC715-FD96-C6A0-63AF-A8713D82EFBB}"/>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41ABDA68-4CB5-CA28-F506-85D4CF2F7526}"/>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E5C644D5-A321-61AA-9AF0-CB438C0C96EE}"/>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310DAEBF-8752-F408-EC82-0B15516DF33B}"/>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F8DC296F-AF70-158A-2B4A-9DCDC9D4DF4D}"/>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32C042CD-E8CA-925A-3187-C70924CDCCFE}"/>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90111A69-328B-5AD8-1612-43DF69253BE7}"/>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91ED3553-5258-02A1-B187-9FA027298026}"/>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7D99645E-21E0-865C-5093-100B3D23854F}"/>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6BEE02CA-2C1F-7766-D1AE-B009E3C4D842}"/>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313312E5-A72B-686D-92A5-14314F2C3965}"/>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5EA56769-EB28-20F6-AFA1-3787AE68AF14}"/>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D9FB440C-41A5-8992-E575-D4854A01B809}"/>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032350BC-5A72-35E4-8518-F4E8EC337820}"/>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1D8FA396-19E5-94FB-3A18-5737380BE644}"/>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BEB7CAFF-AEDF-7104-8117-6052B1906861}"/>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538F2D06-1DAF-8EC9-373D-E5049CE0F6F2}"/>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F8820C1E-2C47-2EE9-52F2-1D3D0D1DC3C8}"/>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BA3F18A1-CF28-F102-3F0B-50E5774B7491}"/>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89BCC969-9D39-C955-86C0-1EB7A9A80B88}"/>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44C210E3-BFB4-A049-AA32-311C71A05BF6}"/>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3C174104-488D-7F91-D2D9-95AF75FD13A6}"/>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0F7E6905-2CF9-1AFF-6DAD-641F5DDF1ED3}"/>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2DC159CC-C5F6-98D5-8D69-815D7E091665}"/>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8DE69C57-2EAA-3514-B8DD-2E79F800CB84}"/>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F773812B-B402-3CC6-D5EB-75B8E3FFE290}"/>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2096779A-B03D-72E9-C4F5-D066D10F77ED}"/>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669A1996-06D6-C1FA-41A1-CFED1E50181F}"/>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BAEDDEAC-0F1D-0894-C5E4-42AE0262A895}"/>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5DA920E5-DC48-9AC8-FF5C-AB70F800DC36}"/>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8A66668A-200F-ABB7-4DAA-FA0A01AB78A4}"/>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EEEC5491-C88A-6CCD-7631-8F3C4BC40C40}"/>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2A794303-8876-0076-9B78-6BE2052171D1}"/>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0471CE72-4CEC-6E8F-59FE-E35146C6B86F}"/>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C3FC7C2C-35CB-D9CA-1404-B20B11CE50D5}"/>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832F57DC-C0C1-7224-1EC8-B16C8D8F2923}"/>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F5C5334D-5B76-530C-36B5-71517FF247D0}"/>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90F183E4-7C1D-78C4-325F-4CB29811FD41}"/>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94AE81B8-B6BC-DF0B-0FEB-A3DE972846DF}"/>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857F9E89-3BF4-E77B-2289-9B747509DAE5}"/>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927DF27F-090C-6145-913E-3751E9715EAF}"/>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E33A1034-B9A3-073C-E023-99388A4641C9}"/>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202A8404-7B25-4D46-7A49-E3E9535E83AF}"/>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8FAB130D-264F-424B-DB8F-68F1F2D5C4F4}"/>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81123F3A-7591-8052-26A9-CDA039AD5B59}"/>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5F2F1D4B-4F1F-D7E4-BA38-413278A26F0C}"/>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71DEA1DB-55CC-5301-1825-6D0A4C9E3DDD}"/>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6D87C469-ED13-C43F-3256-02D421968B21}"/>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C6749B0F-0571-5D15-3587-36B232EB335C}"/>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81C36F9E-5952-6BCF-D3AB-25A28DEADDFB}"/>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7D5821CF-F1FB-743E-59A9-DE5F72C3A622}"/>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BEFC31C3-64C8-A680-7F48-E4D0ECCD9981}"/>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96C43793-04D3-4918-F355-57D24AC04407}"/>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447E2E09-DBB6-A52D-79AE-F1A1069A7A3A}"/>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C42E6EDB-C7BB-FC16-372B-3A241D1D96E3}"/>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C45871CD-BD0E-882B-E218-3943A8C45D69}"/>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06341E40-9D78-37F6-0FD8-8DFCCCE570C4}"/>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27A2A0E3-4E97-EF37-C370-7B31C50EB3AB}"/>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F1C9253F-3BFC-0610-87B6-FF86777FF519}"/>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6888B867-5E81-46E1-51F8-B8787AD5D22B}"/>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C041833F-DD03-830C-AA90-1C3F414A9FE5}"/>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8FD134D0-A11F-E3B1-3700-8B902D12022C}"/>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F6F9182E-A624-6827-25AB-094CA0CDDE03}"/>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923E1AA4-86F8-CAC3-C9AF-991032AFEED9}"/>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B4386388-0D6C-E0CA-5EB6-41628D841D6E}"/>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7FB565AD-DF09-F276-0944-3C2D6992E734}"/>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441B0B63-7E79-1545-F45C-A662590CB6AD}"/>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3E854450-492E-361A-DE21-DFF953CA9E10}"/>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88BA9583-84F4-E078-CA55-DDA9EB42CBA2}"/>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253BDED0-5B2A-86B4-E9D6-5085EBEC2CC2}"/>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F4FB5DBA-0043-90DF-22AB-B35157F960B4}"/>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FBE3F0A1-9967-B180-7E48-5399ABB9C6D6}"/>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470FD174-E1B0-0850-7CC4-0DAF65E99316}"/>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D2C5D2D5-8656-EDB5-DE16-F21ABA73AD79}"/>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E60881FE-6C44-F7E7-6E3F-FA7B1604239A}"/>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ED29A4A9-5C75-B1E2-EEBF-8159182E3039}"/>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E895BB4A-46AC-8894-132F-A96410FEC4D5}"/>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54F06C44-1F6B-4DEB-F0C5-DA114E50F5E8}"/>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DD623AC2-92F9-D1E4-E193-408C0ADCD8F7}"/>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F64F3EE6-185B-2F70-D762-683AB3E9EE28}"/>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48ACEEB8-3295-E58C-65CF-9B936AB57402}"/>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90A1299C-F520-C1CB-70B1-162ED0287E2C}"/>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D1655B8C-2C85-6E37-2568-88E7EB8F2D15}"/>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ED08700D-8AD2-B497-DF65-E5F9C451D1C4}"/>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001F1F33-4689-9582-B849-98DF53FC2607}"/>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7CACAA25-08E5-DE8A-2E9D-3EE11919A1DB}"/>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A81F113D-2247-0C85-88FA-82E122D575D7}"/>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8CEB826F-C7CB-F6A3-C513-95BEA96F1ED6}"/>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D48FAC7E-AE42-0BDB-08B8-9409786DACA7}"/>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7566195D-B40F-80F8-8E65-507E3F10C21D}"/>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9D681786-07BF-3DDB-DE29-17AFAED2D8B8}"/>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55883DE6-A28D-26B7-9021-4B9177290749}"/>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6DFF39BB-60DE-C4D4-119C-AD723004F679}"/>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E985129A-8556-AF66-A193-95B7ABF1160A}"/>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D6AF2FB3-C1B7-859A-98A2-8D14BDDEDF1C}"/>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E43D4638-0E9A-6123-EA25-78243497C20A}"/>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454205BE-7317-B4FD-AFAE-7385D0924B81}"/>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68285C20-BA9F-F55D-C097-7B402E926256}"/>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148635ED-585F-0A62-D828-A0F0CF2A1F1C}"/>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927B90AE-0F2C-5AC9-C3F3-E577EC5B667E}"/>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6BED17F8-A3EE-9180-0A34-8196DB22F2F3}"/>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D9C6C35E-BC49-E60B-29F6-A94B4423699C}"/>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5D2DC159-D937-E005-4A2B-987FBF4773C5}"/>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49C620D6-71DB-C215-7A73-EAB9B3913A5F}"/>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7B60F8FD-2884-0FE3-E0D5-49E87FBADB8C}"/>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BC36D199-6272-F72A-AA40-483C103DBFF2}"/>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211B78FF-8BAC-B669-0699-2ECC8289A6DB}"/>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83ED2FEB-A530-1F38-929D-B8230DC00530}"/>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05992DEF-11A7-5444-7238-D30356D25C15}"/>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FC43824E-FCDA-6F6C-59AE-70436BB9876B}"/>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FC4671CD-0A0E-6F75-9458-03A98C30A2BC}"/>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6D639DC0-EAB1-1C4E-BA60-1851FBD9458D}"/>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4EEE1A05-17EB-59F2-5641-9530BCFDF549}"/>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789DF329-1AA1-E5D6-6C9E-E56B17B532AD}"/>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0181F0BE-EFBA-A1E4-134B-64215C6DD26A}"/>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04499E52-B4CE-0A54-613A-9FAE84F19459}"/>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66D3B35E-6940-2DF9-6A88-7B44A64A285D}"/>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B2ABEA39-101F-95CE-1783-55E32C02E363}"/>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AA9329DC-CB05-DA32-A740-16A315E8B67B}"/>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9F0EEA0A-6627-0F46-0027-B90AE278A7E4}"/>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EFB3B2BE-3F5A-2DB5-5CE2-585A4DDDEF4E}"/>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FE09F8CB-7118-BFCF-7566-93AA47DF3A12}"/>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7EF23989-EFAC-CDED-493F-AC7260D226C2}"/>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1C0ED160-43DC-F40F-1BE7-A22B99FBA2A8}"/>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7361C4FC-1080-6219-7F6E-22CF99139FC7}"/>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38F45EB7-6F0E-9285-2866-A2A97E8C9475}"/>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8886358C-B7C2-7758-2301-94BC21F7D718}"/>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80FE3772-9EC6-3401-070C-ADF33811CDFD}"/>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CA3E9099-BBB2-CC5C-2DE3-0475BD4784EB}"/>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1F450A11-4582-4686-2385-CE31D730BAA6}"/>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F231A6D1-DD72-665A-FE18-7401B38CC68C}"/>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61EF34FA-0C68-F155-B1D6-8E2503955865}"/>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E6F3CF6B-BD51-25F5-044C-4B57BE701D5E}"/>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E8F1385C-18D6-FED8-334F-AE98452AD08F}"/>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EFD60B5D-F475-9440-4D04-B63B2A75420B}"/>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23342BC2-76B7-DA1B-DEB0-253E9B7BE52B}"/>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3D4DF893-A6DF-7E2D-D01F-175F2E5C08A8}"/>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C12FB440-A805-B9A3-B0D3-F98656400C81}"/>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71D8378E-6778-87A4-ACC0-B18CCEA3A840}"/>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0F808B7E-0191-172A-C47C-F73879150084}"/>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C6C84D49-74D1-5C79-6933-DA103DA5D5D6}"/>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012FB970-0AAD-ED56-1B29-64EA98CF9893}"/>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4D80EC8E-BA11-6407-6355-C8B217D5BBE1}"/>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7D9655FF-D0D3-E31C-7E88-922EDE0F27D1}"/>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284A36C9-6D30-F78F-72B2-257D7C48E547}"/>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74E6F454-3D6B-7E75-722C-0F9F3CC7C328}"/>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27F856B1-40C1-DB33-9FA7-97F816085FC7}"/>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2801E710-15F5-01EC-1AC8-5D30E1C863BF}"/>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02850043-8F4E-2624-977B-AB45D2CA4FB5}"/>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71B96751-BCCF-B76E-F344-8192236E8F29}"/>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8F13B2A9-733E-1FAC-1513-B72594C24E08}"/>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ED88B3A7-F233-B016-2799-B69706BA678C}"/>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555CA344-AAC0-1FF3-5952-7209599DC357}"/>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B5F76018-024C-3CC7-8D81-405D5A2D0064}"/>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DFC88942-2600-14C5-CBBF-19BDBC846001}"/>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3A1035A0-0681-FA42-1024-3C2E8EBA1F10}"/>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550A788C-C6CF-2700-B4AD-DDC368DE289F}"/>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1F759F6E-BFBB-C842-53BC-7CCF42B333DD}"/>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80A9259D-6FBA-4A39-54F3-626D0F6E6CF5}"/>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3BDB3BD1-A230-A231-7419-6F9ED3B2AA1B}"/>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0B47A050-C1BB-5205-05F7-E25069D28514}"/>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C97BFEAC-45F8-80CE-7FD7-3A2D72003DAE}"/>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52F56531-F796-4502-B8BC-FA8798647B40}"/>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A8491C93-AB2D-C30C-7A05-520F9BEE0459}"/>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C5480180-4E35-6427-82C1-B535C18DFB8E}"/>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FEF02AB9-950A-C8B6-741F-03F9530EA3F4}"/>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01A7F7BB-54A9-F042-CDB2-D5E0E5697C1A}"/>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5F3942C1-2E2F-64E7-A69B-4CF09F47CF40}"/>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8166585F-3141-771B-76D7-F884F770B39E}"/>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5EF069C9-CC93-09CF-674C-E141ED4C6FC0}"/>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D63B91FC-D366-2988-AF3D-BD2AB18B3BE8}"/>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DAE45684-297A-26E2-BDF4-0B742755A732}"/>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A8763F6B-F23D-F24D-B8DF-0A03DA5793FC}"/>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D3C4CDF0-29E2-689F-31B0-6064C9DCCE8C}"/>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B98157B9-B6E3-0724-9313-4895B900C089}"/>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119A6000-20BA-277B-27B6-57FDF8BE180D}"/>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D755D32C-B0E9-56C9-9AA6-556A5690B834}"/>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B8B24843-664E-8E17-2DC9-EEDB9AE4392C}"/>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0E354214-227E-8900-09C6-A769649E7D24}"/>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A006EBDD-C2E4-BD8B-1F41-6401A476F901}"/>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69679E2E-FB60-1FDC-0970-D987B30D6193}"/>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C3E36F2A-42D9-E9FD-483F-8331A384D7EE}"/>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5457FDAF-9405-3287-F614-B9AC9A3D1947}"/>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18CA5A04-2E30-5EA8-3CAD-4DA957CB5826}"/>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202C3267-6E05-1665-4216-1B8CC0D83F43}"/>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12B008F0-6A56-F86C-BFD4-E7E1AD1004AD}"/>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6E177F7D-26C8-39BA-E6D8-4CE147D998C0}"/>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F32CF8C8-4109-50A8-AA87-2ED86A8829C9}"/>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4F3DB006-9990-21F1-2D42-464958571A7E}"/>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4EEEB8AA-748D-DBCF-1427-33D013237214}"/>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A979464F-DD42-6411-9E25-3A8FB839390A}"/>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3F2E3442-4203-2BB6-3D24-2C2A0610AE6B}"/>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D74B097A-CB24-05B4-4EE0-906F79B8436D}"/>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599B35D3-76A9-216F-EAFE-8BE2B8854286}"/>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63CBDA69-E24F-15DB-56D7-BA13DCCD055E}"/>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18876267-B0A2-DBBB-A0BF-5612BF3B1279}"/>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5A4DCCD1-E706-59B1-F68A-06E894337D69}"/>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64804AB1-1B65-80FA-8D6B-0C1FF7C11C91}"/>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2EB4FE61-254F-7920-59B7-EB03929C4120}"/>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B9DAEB0D-B575-FF3B-EC12-48F38AC22774}"/>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E48713E1-A9F2-FFA3-D9E7-FB4659EF662B}"/>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A5F9B081-A942-760D-F932-78EC531A82E6}"/>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B3980537-84BF-C2B7-B873-F6261D9CC380}"/>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BFE5C26F-53B1-BDF4-8305-6B83E1A12FB7}"/>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635496D4-6901-AB4E-1877-DC928FF62E45}"/>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DF770741-2C06-65B3-6762-04E4701CBC6A}"/>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CD2AC379-B7FF-E797-FE1E-9522B3E37D24}"/>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45C1CE45-D909-8FC4-2EDF-1CAF4E8F05E2}"/>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787CDB89-D82C-04E5-A6D4-D142B0EE6AAB}"/>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AF4FFEE3-7C49-55A5-7543-AC9CCF8E70D2}"/>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FE09F234-D339-72C0-3D88-0524C32B4A89}"/>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745A8F16-235D-321D-97C3-BA05101D956F}"/>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6848BDD3-8A78-E4FB-9BD7-D55A8582DCC5}"/>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A422638D-243C-6712-456A-43A7C1F89836}"/>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0B908737-0D26-8DA8-1CF9-21319F599D3F}"/>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A3C7A96C-6808-8A65-B6AB-98B308694D9B}"/>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62BB2D10-AE8B-EB8F-4735-46FEE5962862}"/>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BA8F50FE-3468-CEFB-3AB8-5800A38844F0}"/>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574A0628-C281-9057-D262-E510C75CB269}"/>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773FF31B-95D1-9C4F-59B0-9064D745C7B7}"/>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D9F365A4-9EBF-701D-534D-3148149181E0}"/>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E2E528A1-7491-D9EE-DA77-2B0C28170387}"/>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A029E5D9-663F-B73C-3926-ADEB8895D65F}"/>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82F32E45-73F0-4795-99DE-7F78508238C2}"/>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1CB8226C-EBD6-BE51-CD26-F09369ADC614}"/>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B066ACB0-58D0-4F0B-9F66-80E601288012}"/>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B9F14601-0A22-10D0-B4CE-33E7E234907A}"/>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59A29D58-2B8F-202F-32FE-3B0A67B51F41}"/>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72267E65-FD6D-191A-CBA6-3FA08E29C685}"/>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C163C3E1-05E0-7999-FF1D-ED8BA5C8DAB6}"/>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884DBBC6-07AD-8665-F0C9-A4171CC9F99B}"/>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8B02C337-3751-E775-A3C3-8632C3669B82}"/>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F8BC5404-94D9-7A17-E54B-342F38326DDA}"/>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E286488F-A14B-6189-14B5-FEB111D26E72}"/>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34AEC560-D4D9-630E-7140-CF302CD61E6A}"/>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99B7EA17-89A2-7059-BA78-63553D1DFB03}"/>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rgbClr val="FFC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
        <p:nvSpPr>
          <p:cNvPr id="2" name="Wave top-left"/>
          <p:cNvSpPr/>
          <p:nvPr/>
        </p:nvSpPr>
        <p:spPr>
          <a:xfrm>
            <a:off x="0" y="0"/>
            <a:ext cx="1900384" cy="621279"/>
          </a:xfrm>
          <a:custGeom>
            <a:avLst/>
            <a:gdLst/>
            <a:ahLst/>
            <a:cxnLst/>
            <a:rect l="l" t="t" r="r" b="b"/>
            <a:pathLst>
              <a:path w="1900384" h="621279">
                <a:moveTo>
                  <a:pt x="0" y="0"/>
                </a:moveTo>
                <a:lnTo>
                  <a:pt x="1900384" y="0"/>
                </a:lnTo>
                <a:cubicBezTo>
                  <a:pt x="1388742" y="402004"/>
                  <a:pt x="657825" y="548188"/>
                  <a:pt x="0" y="621279"/>
                </a:cubicBezTo>
                <a:close/>
              </a:path>
            </a:pathLst>
          </a:custGeom>
          <a:solidFill>
            <a:srgbClr val="D9F0FF">
              <a:alpha val="70000"/>
            </a:srgbClr>
          </a:solidFill>
          <a:ln w="12700">
            <a:solidFill>
              <a:srgbClr val="D9F0FF">
                <a:alpha val="0"/>
              </a:srgbClr>
            </a:solidFill>
            <a:prstDash val="solid"/>
          </a:ln>
        </p:spPr>
      </p:sp>
      <p:sp>
        <p:nvSpPr>
          <p:cNvPr id="3" name="Corner glow"/>
          <p:cNvSpPr/>
          <p:nvPr/>
        </p:nvSpPr>
        <p:spPr>
          <a:xfrm>
            <a:off x="9355737" y="0"/>
            <a:ext cx="2835958" cy="1900384"/>
          </a:xfrm>
          <a:custGeom>
            <a:avLst/>
            <a:gdLst/>
            <a:ahLst/>
            <a:cxnLst/>
            <a:rect l="l" t="t" r="r" b="b"/>
            <a:pathLst>
              <a:path w="2835958" h="1900384">
                <a:moveTo>
                  <a:pt x="0" y="0"/>
                </a:moveTo>
                <a:lnTo>
                  <a:pt x="2835958" y="0"/>
                </a:lnTo>
                <a:lnTo>
                  <a:pt x="2835958" y="1900384"/>
                </a:lnTo>
                <a:cubicBezTo>
                  <a:pt x="2338934" y="877100"/>
                  <a:pt x="1242559" y="292367"/>
                  <a:pt x="0" y="0"/>
                </a:cubicBezTo>
                <a:close/>
              </a:path>
            </a:pathLst>
          </a:custGeom>
          <a:solidFill>
            <a:srgbClr val="BFE4FF">
              <a:alpha val="45000"/>
            </a:srgbClr>
          </a:solidFill>
          <a:ln w="12700">
            <a:solidFill>
              <a:srgbClr val="BFE4FF">
                <a:alpha val="0"/>
              </a:srgbClr>
            </a:solidFill>
            <a:prstDash val="solid"/>
          </a:ln>
        </p:spPr>
      </p:sp>
      <p:sp>
        <p:nvSpPr>
          <p:cNvPr id="4" name="Corner royal"/>
          <p:cNvSpPr/>
          <p:nvPr/>
        </p:nvSpPr>
        <p:spPr>
          <a:xfrm>
            <a:off x="10196292" y="0"/>
            <a:ext cx="1995403" cy="1279105"/>
          </a:xfrm>
          <a:custGeom>
            <a:avLst/>
            <a:gdLst/>
            <a:ahLst/>
            <a:cxnLst/>
            <a:rect l="l" t="t" r="r" b="b"/>
            <a:pathLst>
              <a:path w="1995403" h="1279105">
                <a:moveTo>
                  <a:pt x="0" y="0"/>
                </a:moveTo>
                <a:lnTo>
                  <a:pt x="1995403" y="0"/>
                </a:lnTo>
                <a:lnTo>
                  <a:pt x="1995403" y="1279105"/>
                </a:lnTo>
                <a:cubicBezTo>
                  <a:pt x="1425288" y="621279"/>
                  <a:pt x="767463" y="255821"/>
                  <a:pt x="0" y="0"/>
                </a:cubicBezTo>
                <a:close/>
              </a:path>
            </a:pathLst>
          </a:custGeom>
          <a:solidFill>
            <a:srgbClr val="0878E8"/>
          </a:solidFill>
          <a:ln w="12700">
            <a:solidFill>
              <a:srgbClr val="0878E8">
                <a:alpha val="0"/>
              </a:srgbClr>
            </a:solidFill>
            <a:prstDash val="solid"/>
          </a:ln>
        </p:spPr>
      </p:sp>
      <p:sp>
        <p:nvSpPr>
          <p:cNvPr id="5" name="Corner gold"/>
          <p:cNvSpPr/>
          <p:nvPr/>
        </p:nvSpPr>
        <p:spPr>
          <a:xfrm>
            <a:off x="10707934" y="0"/>
            <a:ext cx="1483761" cy="1096375"/>
          </a:xfrm>
          <a:custGeom>
            <a:avLst/>
            <a:gdLst/>
            <a:ahLst/>
            <a:cxnLst/>
            <a:rect l="l" t="t" r="r" b="b"/>
            <a:pathLst>
              <a:path w="1483761" h="1096375">
                <a:moveTo>
                  <a:pt x="0" y="0"/>
                </a:moveTo>
                <a:lnTo>
                  <a:pt x="1483761" y="0"/>
                </a:lnTo>
                <a:lnTo>
                  <a:pt x="1483761" y="1096375"/>
                </a:lnTo>
                <a:cubicBezTo>
                  <a:pt x="986738" y="548188"/>
                  <a:pt x="548188" y="219275"/>
                  <a:pt x="0" y="0"/>
                </a:cubicBezTo>
                <a:close/>
              </a:path>
            </a:pathLst>
          </a:custGeom>
          <a:solidFill>
            <a:srgbClr val="FFB21C"/>
          </a:solidFill>
          <a:ln w="12700">
            <a:solidFill>
              <a:srgbClr val="FFB21C">
                <a:alpha val="0"/>
              </a:srgbClr>
            </a:solidFill>
            <a:prstDash val="solid"/>
          </a:ln>
        </p:spPr>
      </p:sp>
      <p:sp>
        <p:nvSpPr>
          <p:cNvPr id="6" name="Corner navy"/>
          <p:cNvSpPr/>
          <p:nvPr/>
        </p:nvSpPr>
        <p:spPr>
          <a:xfrm>
            <a:off x="10854117" y="0"/>
            <a:ext cx="1337578" cy="935574"/>
          </a:xfrm>
          <a:custGeom>
            <a:avLst/>
            <a:gdLst/>
            <a:ahLst/>
            <a:cxnLst/>
            <a:rect l="l" t="t" r="r" b="b"/>
            <a:pathLst>
              <a:path w="1337578" h="935574">
                <a:moveTo>
                  <a:pt x="0" y="0"/>
                </a:moveTo>
                <a:lnTo>
                  <a:pt x="1337578" y="0"/>
                </a:lnTo>
                <a:lnTo>
                  <a:pt x="1337578" y="935574"/>
                </a:lnTo>
                <a:cubicBezTo>
                  <a:pt x="913646" y="482405"/>
                  <a:pt x="475096" y="204657"/>
                  <a:pt x="0" y="0"/>
                </a:cubicBezTo>
                <a:close/>
              </a:path>
            </a:pathLst>
          </a:custGeom>
          <a:solidFill>
            <a:srgbClr val="062653"/>
          </a:solidFill>
          <a:ln w="12700">
            <a:solidFill>
              <a:srgbClr val="062653">
                <a:alpha val="0"/>
              </a:srgbClr>
            </a:solidFill>
            <a:prstDash val="solid"/>
          </a:ln>
        </p:spPr>
      </p:sp>
      <p:grpSp>
        <p:nvGrpSpPr>
          <p:cNvPr id="51" name="Group 50">
            <a:extLst>
              <a:ext uri="{FF2B5EF4-FFF2-40B4-BE49-F238E27FC236}">
                <a16:creationId xmlns:a16="http://schemas.microsoft.com/office/drawing/2014/main" id="{71940AEA-7311-B62C-27B2-B4413093DC39}"/>
              </a:ext>
            </a:extLst>
          </p:cNvPr>
          <p:cNvGrpSpPr/>
          <p:nvPr/>
        </p:nvGrpSpPr>
        <p:grpSpPr>
          <a:xfrm>
            <a:off x="11014919" y="6044683"/>
            <a:ext cx="957501" cy="606662"/>
            <a:chOff x="11014919" y="6044683"/>
            <a:chExt cx="957501" cy="606662"/>
          </a:xfrm>
          <a:scene3d>
            <a:camera prst="orthographicFront">
              <a:rot lat="0" lon="0" rev="0"/>
            </a:camera>
            <a:lightRig rig="contrasting" dir="t">
              <a:rot lat="0" lon="0" rev="1500000"/>
            </a:lightRig>
          </a:scene3d>
        </p:grpSpPr>
        <p:sp>
          <p:nvSpPr>
            <p:cNvPr id="11" name="Growth bar 1"/>
            <p:cNvSpPr/>
            <p:nvPr/>
          </p:nvSpPr>
          <p:spPr>
            <a:xfrm>
              <a:off x="11014919" y="6432069"/>
              <a:ext cx="233893" cy="219275"/>
            </a:xfrm>
            <a:prstGeom prst="rect">
              <a:avLst/>
            </a:prstGeom>
            <a:solidFill>
              <a:schemeClr val="tx2">
                <a:lumMod val="75000"/>
                <a:lumOff val="25000"/>
              </a:schemeClr>
            </a:solidFill>
            <a:ln w="12700">
              <a:noFill/>
              <a:prstDash val="solid"/>
            </a:ln>
            <a:effectLst>
              <a:outerShdw blurRad="149987" dist="250190" dir="8460000" algn="ctr">
                <a:srgbClr val="000000">
                  <a:alpha val="28000"/>
                </a:srgbClr>
              </a:outerShdw>
            </a:effectLst>
            <a:sp3d prstMaterial="metal">
              <a:bevelT w="88900" h="88900"/>
            </a:sp3d>
          </p:spPr>
        </p:sp>
        <p:sp>
          <p:nvSpPr>
            <p:cNvPr id="12" name="Growth bar 2"/>
            <p:cNvSpPr/>
            <p:nvPr/>
          </p:nvSpPr>
          <p:spPr>
            <a:xfrm>
              <a:off x="11365759" y="6234722"/>
              <a:ext cx="233893" cy="416623"/>
            </a:xfrm>
            <a:prstGeom prst="rect">
              <a:avLst/>
            </a:prstGeom>
            <a:solidFill>
              <a:schemeClr val="tx2">
                <a:lumMod val="75000"/>
                <a:lumOff val="25000"/>
              </a:schemeClr>
            </a:solidFill>
            <a:ln w="12700">
              <a:noFill/>
              <a:prstDash val="solid"/>
            </a:ln>
            <a:effectLst>
              <a:outerShdw blurRad="149987" dist="250190" dir="8460000" algn="ctr">
                <a:srgbClr val="000000">
                  <a:alpha val="28000"/>
                </a:srgbClr>
              </a:outerShdw>
            </a:effectLst>
            <a:sp3d prstMaterial="metal">
              <a:bevelT w="88900" h="88900"/>
            </a:sp3d>
          </p:spPr>
        </p:sp>
        <p:sp>
          <p:nvSpPr>
            <p:cNvPr id="13" name="Growth bar 3"/>
            <p:cNvSpPr/>
            <p:nvPr/>
          </p:nvSpPr>
          <p:spPr>
            <a:xfrm>
              <a:off x="11738527" y="6044683"/>
              <a:ext cx="233893" cy="606661"/>
            </a:xfrm>
            <a:prstGeom prst="rect">
              <a:avLst/>
            </a:prstGeom>
            <a:solidFill>
              <a:schemeClr val="tx2">
                <a:lumMod val="75000"/>
                <a:lumOff val="25000"/>
              </a:schemeClr>
            </a:solidFill>
            <a:ln w="12700">
              <a:noFill/>
              <a:prstDash val="solid"/>
            </a:ln>
            <a:effectLst>
              <a:outerShdw blurRad="149987" dist="250190" dir="8460000" algn="ctr">
                <a:srgbClr val="000000">
                  <a:alpha val="28000"/>
                </a:srgbClr>
              </a:outerShdw>
            </a:effectLst>
            <a:sp3d prstMaterial="metal">
              <a:bevelT w="88900" h="88900"/>
            </a:sp3d>
          </p:spPr>
        </p:sp>
      </p:grpSp>
      <p:sp>
        <p:nvSpPr>
          <p:cNvPr id="14" name="Growth arrow"/>
          <p:cNvSpPr/>
          <p:nvPr/>
        </p:nvSpPr>
        <p:spPr>
          <a:xfrm flipV="1">
            <a:off x="11000301" y="5788862"/>
            <a:ext cx="950192" cy="497024"/>
          </a:xfrm>
          <a:prstGeom prst="line">
            <a:avLst/>
          </a:prstGeom>
          <a:solidFill>
            <a:schemeClr val="tx2">
              <a:lumMod val="75000"/>
              <a:lumOff val="25000"/>
            </a:schemeClr>
          </a:solidFill>
          <a:ln w="38100">
            <a:solidFill>
              <a:schemeClr val="tx2">
                <a:lumMod val="75000"/>
                <a:lumOff val="25000"/>
                <a:alpha val="60000"/>
              </a:schemeClr>
            </a:solidFill>
            <a:prstDash val="solid"/>
            <a:tailEnd type="triangle"/>
          </a:ln>
        </p:spPr>
        <p:txBody>
          <a:bodyPr/>
          <a:lstStyle/>
          <a:p>
            <a:endParaRPr lang="en-IN"/>
          </a:p>
        </p:txBody>
      </p:sp>
      <p:pic>
        <p:nvPicPr>
          <p:cNvPr id="15" name="Image 0" descr="AI brain icon"/>
          <p:cNvPicPr>
            <a:picLocks noChangeAspect="1"/>
          </p:cNvPicPr>
          <p:nvPr/>
        </p:nvPicPr>
        <p:blipFill>
          <a:blip r:embed="rId3"/>
          <a:stretch>
            <a:fillRect/>
          </a:stretch>
        </p:blipFill>
        <p:spPr>
          <a:xfrm>
            <a:off x="457200" y="566928"/>
            <a:ext cx="731520" cy="640080"/>
          </a:xfrm>
          <a:prstGeom prst="rect">
            <a:avLst/>
          </a:prstGeom>
        </p:spPr>
      </p:pic>
      <p:sp>
        <p:nvSpPr>
          <p:cNvPr id="16" name="Title"/>
          <p:cNvSpPr txBox="1"/>
          <p:nvPr/>
        </p:nvSpPr>
        <p:spPr>
          <a:xfrm>
            <a:off x="1435608" y="457200"/>
            <a:ext cx="9875520" cy="749808"/>
          </a:xfrm>
          <a:prstGeom prst="rect">
            <a:avLst/>
          </a:prstGeom>
          <a:noFill/>
          <a:ln/>
        </p:spPr>
        <p:txBody>
          <a:bodyPr wrap="square" lIns="0" tIns="0" rIns="0" bIns="0" rtlCol="0" anchor="ctr"/>
          <a:lstStyle/>
          <a:p>
            <a:pPr marL="0" indent="0">
              <a:buNone/>
            </a:pPr>
            <a:r>
              <a:rPr lang="en-US" sz="3200" b="1" dirty="0">
                <a:solidFill>
                  <a:srgbClr val="062653"/>
                </a:solidFill>
                <a:latin typeface="Cambria" pitchFamily="34" charset="0"/>
                <a:ea typeface="Cambria" pitchFamily="34" charset="-122"/>
                <a:cs typeface="Cambria" pitchFamily="34" charset="-120"/>
              </a:rPr>
              <a:t>Role of AI, Blockchain and </a:t>
            </a:r>
            <a:r>
              <a:rPr lang="en-US" sz="3200" b="1" dirty="0">
                <a:solidFill>
                  <a:srgbClr val="0878E8"/>
                </a:solidFill>
                <a:latin typeface="Cambria" pitchFamily="34" charset="0"/>
                <a:ea typeface="Cambria" pitchFamily="34" charset="-122"/>
                <a:cs typeface="Cambria" pitchFamily="34" charset="-120"/>
              </a:rPr>
              <a:t>Big Data</a:t>
            </a:r>
            <a:endParaRPr lang="en-US" sz="3200" dirty="0"/>
          </a:p>
        </p:txBody>
      </p:sp>
      <p:sp>
        <p:nvSpPr>
          <p:cNvPr id="17" name="Title underline accent"/>
          <p:cNvSpPr/>
          <p:nvPr/>
        </p:nvSpPr>
        <p:spPr>
          <a:xfrm>
            <a:off x="1435608" y="1188720"/>
            <a:ext cx="640080" cy="0"/>
          </a:xfrm>
          <a:prstGeom prst="line">
            <a:avLst/>
          </a:prstGeom>
          <a:noFill/>
          <a:ln w="31750">
            <a:solidFill>
              <a:srgbClr val="0878E8"/>
            </a:solidFill>
            <a:prstDash val="solid"/>
          </a:ln>
        </p:spPr>
      </p:sp>
      <p:sp>
        <p:nvSpPr>
          <p:cNvPr id="18" name="Title underline"/>
          <p:cNvSpPr/>
          <p:nvPr/>
        </p:nvSpPr>
        <p:spPr>
          <a:xfrm>
            <a:off x="2075688" y="1188720"/>
            <a:ext cx="2194560" cy="0"/>
          </a:xfrm>
          <a:prstGeom prst="line">
            <a:avLst/>
          </a:prstGeom>
          <a:noFill/>
          <a:ln w="19050">
            <a:solidFill>
              <a:srgbClr val="70C7FF">
                <a:alpha val="60000"/>
              </a:srgbClr>
            </a:solidFill>
            <a:prstDash val="solid"/>
          </a:ln>
        </p:spPr>
      </p:sp>
      <p:sp>
        <p:nvSpPr>
          <p:cNvPr id="19" name="Card AI"/>
          <p:cNvSpPr/>
          <p:nvPr/>
        </p:nvSpPr>
        <p:spPr>
          <a:xfrm>
            <a:off x="420624" y="1499616"/>
            <a:ext cx="3675888" cy="2112264"/>
          </a:xfrm>
          <a:prstGeom prst="roundRect">
            <a:avLst>
              <a:gd name="adj" fmla="val 6061"/>
            </a:avLst>
          </a:prstGeom>
          <a:gradFill rotWithShape="1">
            <a:gsLst>
              <a:gs pos="0">
                <a:srgbClr val="031B3D"/>
              </a:gs>
              <a:gs pos="100000">
                <a:srgbClr val="0B57B0"/>
              </a:gs>
            </a:gsLst>
            <a:lin ang="2700000" scaled="0"/>
          </a:gradFill>
          <a:ln w="25400">
            <a:noFill/>
            <a:prstDash val="solid"/>
          </a:ln>
          <a:effectLst/>
          <a:scene3d>
            <a:camera prst="orthographicFront">
              <a:rot lat="0" lon="0" rev="0"/>
            </a:camera>
            <a:lightRig rig="glow" dir="t">
              <a:rot lat="0" lon="0" rev="14100000"/>
            </a:lightRig>
          </a:scene3d>
          <a:sp3d prstMaterial="softEdge">
            <a:bevelT w="127000" prst="artDeco"/>
          </a:sp3d>
        </p:spPr>
      </p:sp>
      <p:sp>
        <p:nvSpPr>
          <p:cNvPr id="20" name="Icon circle AI"/>
          <p:cNvSpPr/>
          <p:nvPr/>
        </p:nvSpPr>
        <p:spPr>
          <a:xfrm>
            <a:off x="621792" y="1664208"/>
            <a:ext cx="768096" cy="768096"/>
          </a:xfrm>
          <a:prstGeom prst="ellipse">
            <a:avLst/>
          </a:prstGeom>
          <a:solidFill>
            <a:srgbClr val="8247E5"/>
          </a:solidFill>
          <a:ln w="12700">
            <a:solidFill>
              <a:srgbClr val="8247E5"/>
            </a:solidFill>
            <a:prstDash val="solid"/>
          </a:ln>
        </p:spPr>
      </p:sp>
      <p:pic>
        <p:nvPicPr>
          <p:cNvPr id="21" name="Image 1" descr="Artificial Intelligence (AI) icon"/>
          <p:cNvPicPr>
            <a:picLocks noChangeAspect="1"/>
          </p:cNvPicPr>
          <p:nvPr/>
        </p:nvPicPr>
        <p:blipFill>
          <a:blip r:embed="rId4"/>
          <a:stretch>
            <a:fillRect/>
          </a:stretch>
        </p:blipFill>
        <p:spPr>
          <a:xfrm>
            <a:off x="822960" y="1865376"/>
            <a:ext cx="365760" cy="365760"/>
          </a:xfrm>
          <a:prstGeom prst="rect">
            <a:avLst/>
          </a:prstGeom>
        </p:spPr>
      </p:pic>
      <p:sp>
        <p:nvSpPr>
          <p:cNvPr id="22" name="Divider AI"/>
          <p:cNvSpPr/>
          <p:nvPr/>
        </p:nvSpPr>
        <p:spPr>
          <a:xfrm>
            <a:off x="1517904" y="1746504"/>
            <a:ext cx="0" cy="603504"/>
          </a:xfrm>
          <a:prstGeom prst="line">
            <a:avLst/>
          </a:prstGeom>
          <a:noFill/>
          <a:ln w="25400">
            <a:solidFill>
              <a:srgbClr val="8247E5"/>
            </a:solidFill>
            <a:prstDash val="solid"/>
          </a:ln>
        </p:spPr>
      </p:sp>
      <p:sp>
        <p:nvSpPr>
          <p:cNvPr id="23" name="Heading AI"/>
          <p:cNvSpPr txBox="1"/>
          <p:nvPr/>
        </p:nvSpPr>
        <p:spPr>
          <a:xfrm>
            <a:off x="1700784" y="1664208"/>
            <a:ext cx="2258568" cy="768096"/>
          </a:xfrm>
          <a:prstGeom prst="rect">
            <a:avLst/>
          </a:prstGeom>
          <a:noFill/>
          <a:ln/>
        </p:spPr>
        <p:txBody>
          <a:bodyPr wrap="square" lIns="0" tIns="0" rIns="0" bIns="0" rtlCol="0" anchor="ctr"/>
          <a:lstStyle/>
          <a:p>
            <a:pPr marL="0" indent="0">
              <a:buNone/>
            </a:pPr>
            <a:r>
              <a:rPr lang="en-US" sz="2000" b="1" dirty="0">
                <a:solidFill>
                  <a:srgbClr val="FFFFFF"/>
                </a:solidFill>
                <a:latin typeface="Cambria" pitchFamily="34" charset="0"/>
                <a:ea typeface="Cambria" pitchFamily="34" charset="-122"/>
                <a:cs typeface="Cambria" pitchFamily="34" charset="-120"/>
              </a:rPr>
              <a:t>Artificial Intelligence (AI)</a:t>
            </a:r>
            <a:endParaRPr lang="en-US" sz="2000" dirty="0"/>
          </a:p>
        </p:txBody>
      </p:sp>
      <p:sp>
        <p:nvSpPr>
          <p:cNvPr id="24" name="Description AI"/>
          <p:cNvSpPr txBox="1"/>
          <p:nvPr/>
        </p:nvSpPr>
        <p:spPr>
          <a:xfrm>
            <a:off x="713232" y="2523744"/>
            <a:ext cx="3127248" cy="969264"/>
          </a:xfrm>
          <a:prstGeom prst="rect">
            <a:avLst/>
          </a:prstGeom>
          <a:noFill/>
          <a:ln/>
        </p:spPr>
        <p:txBody>
          <a:bodyPr wrap="square" lIns="0" tIns="0" rIns="0" bIns="0" rtlCol="0" anchor="t"/>
          <a:lstStyle/>
          <a:p>
            <a:pPr marL="0" indent="0">
              <a:buNone/>
            </a:pPr>
            <a:r>
              <a:rPr lang="en-US" sz="1700" dirty="0">
                <a:solidFill>
                  <a:srgbClr val="FFFFFF"/>
                </a:solidFill>
                <a:latin typeface="Cambria" pitchFamily="34" charset="0"/>
                <a:ea typeface="Cambria" pitchFamily="34" charset="-122"/>
                <a:cs typeface="Cambria" pitchFamily="34" charset="-120"/>
              </a:rPr>
              <a:t>Helps detect fraud, assess risk and improve customer service.</a:t>
            </a:r>
            <a:endParaRPr lang="en-US" sz="1700" dirty="0"/>
          </a:p>
        </p:txBody>
      </p:sp>
      <p:sp>
        <p:nvSpPr>
          <p:cNvPr id="25" name="Card Blockchain"/>
          <p:cNvSpPr/>
          <p:nvPr/>
        </p:nvSpPr>
        <p:spPr>
          <a:xfrm>
            <a:off x="4261104" y="1499616"/>
            <a:ext cx="3675888" cy="2112264"/>
          </a:xfrm>
          <a:prstGeom prst="roundRect">
            <a:avLst>
              <a:gd name="adj" fmla="val 6061"/>
            </a:avLst>
          </a:prstGeom>
          <a:gradFill rotWithShape="1">
            <a:gsLst>
              <a:gs pos="0">
                <a:srgbClr val="031B3D"/>
              </a:gs>
              <a:gs pos="100000">
                <a:srgbClr val="0B57B0"/>
              </a:gs>
            </a:gsLst>
            <a:lin ang="2700000" scaled="0"/>
          </a:gradFill>
          <a:ln w="25400">
            <a:noFill/>
            <a:prstDash val="solid"/>
          </a:ln>
          <a:effectLst/>
          <a:scene3d>
            <a:camera prst="orthographicFront">
              <a:rot lat="0" lon="0" rev="0"/>
            </a:camera>
            <a:lightRig rig="glow" dir="t">
              <a:rot lat="0" lon="0" rev="14100000"/>
            </a:lightRig>
          </a:scene3d>
          <a:sp3d prstMaterial="softEdge">
            <a:bevelT w="127000" prst="artDeco"/>
          </a:sp3d>
        </p:spPr>
      </p:sp>
      <p:sp>
        <p:nvSpPr>
          <p:cNvPr id="26" name="Icon circle Blockchain"/>
          <p:cNvSpPr/>
          <p:nvPr/>
        </p:nvSpPr>
        <p:spPr>
          <a:xfrm>
            <a:off x="4462272" y="1664208"/>
            <a:ext cx="768096" cy="768096"/>
          </a:xfrm>
          <a:prstGeom prst="ellipse">
            <a:avLst/>
          </a:prstGeom>
          <a:solidFill>
            <a:srgbClr val="08C9A4"/>
          </a:solidFill>
          <a:ln w="12700">
            <a:solidFill>
              <a:srgbClr val="08C9A4"/>
            </a:solidFill>
            <a:prstDash val="solid"/>
          </a:ln>
        </p:spPr>
      </p:sp>
      <p:pic>
        <p:nvPicPr>
          <p:cNvPr id="27" name="Image 2" descr="Blockchain icon"/>
          <p:cNvPicPr>
            <a:picLocks noChangeAspect="1"/>
          </p:cNvPicPr>
          <p:nvPr/>
        </p:nvPicPr>
        <p:blipFill>
          <a:blip r:embed="rId5"/>
          <a:stretch>
            <a:fillRect/>
          </a:stretch>
        </p:blipFill>
        <p:spPr>
          <a:xfrm>
            <a:off x="4663440" y="1865376"/>
            <a:ext cx="365760" cy="365760"/>
          </a:xfrm>
          <a:prstGeom prst="rect">
            <a:avLst/>
          </a:prstGeom>
        </p:spPr>
      </p:pic>
      <p:sp>
        <p:nvSpPr>
          <p:cNvPr id="28" name="Divider Blockchain"/>
          <p:cNvSpPr/>
          <p:nvPr/>
        </p:nvSpPr>
        <p:spPr>
          <a:xfrm>
            <a:off x="5358384" y="1746504"/>
            <a:ext cx="0" cy="603504"/>
          </a:xfrm>
          <a:prstGeom prst="line">
            <a:avLst/>
          </a:prstGeom>
          <a:noFill/>
          <a:ln w="25400">
            <a:solidFill>
              <a:srgbClr val="08C9A4"/>
            </a:solidFill>
            <a:prstDash val="solid"/>
          </a:ln>
        </p:spPr>
      </p:sp>
      <p:sp>
        <p:nvSpPr>
          <p:cNvPr id="29" name="Heading Blockchain"/>
          <p:cNvSpPr txBox="1"/>
          <p:nvPr/>
        </p:nvSpPr>
        <p:spPr>
          <a:xfrm>
            <a:off x="5541264" y="1664208"/>
            <a:ext cx="2258568" cy="768096"/>
          </a:xfrm>
          <a:prstGeom prst="rect">
            <a:avLst/>
          </a:prstGeom>
          <a:noFill/>
          <a:ln/>
        </p:spPr>
        <p:txBody>
          <a:bodyPr wrap="square" lIns="0" tIns="0" rIns="0" bIns="0" rtlCol="0" anchor="ctr"/>
          <a:lstStyle/>
          <a:p>
            <a:pPr marL="0" indent="0">
              <a:buNone/>
            </a:pPr>
            <a:r>
              <a:rPr lang="en-US" sz="2000" b="1" dirty="0">
                <a:solidFill>
                  <a:srgbClr val="FFFFFF"/>
                </a:solidFill>
                <a:latin typeface="Cambria" pitchFamily="34" charset="0"/>
                <a:ea typeface="Cambria" pitchFamily="34" charset="-122"/>
                <a:cs typeface="Cambria" pitchFamily="34" charset="-120"/>
              </a:rPr>
              <a:t>Blockchain</a:t>
            </a:r>
            <a:endParaRPr lang="en-US" sz="2000" dirty="0"/>
          </a:p>
        </p:txBody>
      </p:sp>
      <p:sp>
        <p:nvSpPr>
          <p:cNvPr id="30" name="Description Blockchain"/>
          <p:cNvSpPr txBox="1"/>
          <p:nvPr/>
        </p:nvSpPr>
        <p:spPr>
          <a:xfrm>
            <a:off x="4553712" y="2523744"/>
            <a:ext cx="3127248" cy="969264"/>
          </a:xfrm>
          <a:prstGeom prst="rect">
            <a:avLst/>
          </a:prstGeom>
          <a:noFill/>
          <a:ln/>
        </p:spPr>
        <p:txBody>
          <a:bodyPr wrap="square" lIns="0" tIns="0" rIns="0" bIns="0" rtlCol="0" anchor="t"/>
          <a:lstStyle/>
          <a:p>
            <a:pPr marL="0" indent="0">
              <a:buNone/>
            </a:pPr>
            <a:r>
              <a:rPr lang="en-US" sz="1700" dirty="0">
                <a:solidFill>
                  <a:srgbClr val="FFFFFF"/>
                </a:solidFill>
                <a:latin typeface="Cambria" pitchFamily="34" charset="0"/>
                <a:ea typeface="Cambria" pitchFamily="34" charset="-122"/>
                <a:cs typeface="Cambria" pitchFamily="34" charset="-120"/>
              </a:rPr>
              <a:t>Maintains shared, tamper-resistant transaction records when properly implemented.</a:t>
            </a:r>
            <a:endParaRPr lang="en-US" sz="1700" dirty="0"/>
          </a:p>
        </p:txBody>
      </p:sp>
      <p:sp>
        <p:nvSpPr>
          <p:cNvPr id="31" name="Card BigData"/>
          <p:cNvSpPr/>
          <p:nvPr/>
        </p:nvSpPr>
        <p:spPr>
          <a:xfrm>
            <a:off x="8101584" y="1499616"/>
            <a:ext cx="3675888" cy="2112264"/>
          </a:xfrm>
          <a:prstGeom prst="roundRect">
            <a:avLst>
              <a:gd name="adj" fmla="val 6061"/>
            </a:avLst>
          </a:prstGeom>
          <a:gradFill rotWithShape="1">
            <a:gsLst>
              <a:gs pos="0">
                <a:srgbClr val="031B3D"/>
              </a:gs>
              <a:gs pos="100000">
                <a:srgbClr val="0B57B0"/>
              </a:gs>
            </a:gsLst>
            <a:lin ang="2700000" scaled="0"/>
          </a:gradFill>
          <a:ln w="25400">
            <a:noFill/>
            <a:prstDash val="solid"/>
          </a:ln>
          <a:effectLst/>
          <a:scene3d>
            <a:camera prst="orthographicFront">
              <a:rot lat="0" lon="0" rev="0"/>
            </a:camera>
            <a:lightRig rig="glow" dir="t">
              <a:rot lat="0" lon="0" rev="14100000"/>
            </a:lightRig>
          </a:scene3d>
          <a:sp3d prstMaterial="softEdge">
            <a:bevelT w="127000" prst="artDeco"/>
          </a:sp3d>
        </p:spPr>
      </p:sp>
      <p:sp>
        <p:nvSpPr>
          <p:cNvPr id="32" name="Icon circle BigData"/>
          <p:cNvSpPr/>
          <p:nvPr/>
        </p:nvSpPr>
        <p:spPr>
          <a:xfrm>
            <a:off x="8302752" y="1664208"/>
            <a:ext cx="768096" cy="768096"/>
          </a:xfrm>
          <a:prstGeom prst="ellipse">
            <a:avLst/>
          </a:prstGeom>
          <a:solidFill>
            <a:srgbClr val="FFB21C"/>
          </a:solidFill>
          <a:ln w="12700">
            <a:solidFill>
              <a:srgbClr val="FFB21C"/>
            </a:solidFill>
            <a:prstDash val="solid"/>
          </a:ln>
        </p:spPr>
      </p:sp>
      <p:pic>
        <p:nvPicPr>
          <p:cNvPr id="33" name="Image 3" descr="Big Data Analytics icon"/>
          <p:cNvPicPr>
            <a:picLocks noChangeAspect="1"/>
          </p:cNvPicPr>
          <p:nvPr/>
        </p:nvPicPr>
        <p:blipFill>
          <a:blip r:embed="rId6"/>
          <a:stretch>
            <a:fillRect/>
          </a:stretch>
        </p:blipFill>
        <p:spPr>
          <a:xfrm>
            <a:off x="8503920" y="1865376"/>
            <a:ext cx="365760" cy="365760"/>
          </a:xfrm>
          <a:prstGeom prst="rect">
            <a:avLst/>
          </a:prstGeom>
        </p:spPr>
      </p:pic>
      <p:sp>
        <p:nvSpPr>
          <p:cNvPr id="34" name="Divider BigData"/>
          <p:cNvSpPr/>
          <p:nvPr/>
        </p:nvSpPr>
        <p:spPr>
          <a:xfrm>
            <a:off x="9198864" y="1746504"/>
            <a:ext cx="0" cy="603504"/>
          </a:xfrm>
          <a:prstGeom prst="line">
            <a:avLst/>
          </a:prstGeom>
          <a:noFill/>
          <a:ln w="25400">
            <a:solidFill>
              <a:srgbClr val="FFB21C"/>
            </a:solidFill>
            <a:prstDash val="solid"/>
          </a:ln>
        </p:spPr>
      </p:sp>
      <p:sp>
        <p:nvSpPr>
          <p:cNvPr id="35" name="Heading BigData"/>
          <p:cNvSpPr txBox="1"/>
          <p:nvPr/>
        </p:nvSpPr>
        <p:spPr>
          <a:xfrm>
            <a:off x="9381744" y="1664208"/>
            <a:ext cx="2258568" cy="768096"/>
          </a:xfrm>
          <a:prstGeom prst="rect">
            <a:avLst/>
          </a:prstGeom>
          <a:noFill/>
          <a:ln/>
        </p:spPr>
        <p:txBody>
          <a:bodyPr wrap="square" lIns="0" tIns="0" rIns="0" bIns="0" rtlCol="0" anchor="ctr"/>
          <a:lstStyle/>
          <a:p>
            <a:pPr marL="0" indent="0">
              <a:buNone/>
            </a:pPr>
            <a:r>
              <a:rPr lang="en-US" sz="2000" b="1" dirty="0">
                <a:solidFill>
                  <a:srgbClr val="FFFFFF"/>
                </a:solidFill>
                <a:latin typeface="Cambria" pitchFamily="34" charset="0"/>
                <a:ea typeface="Cambria" pitchFamily="34" charset="-122"/>
                <a:cs typeface="Cambria" pitchFamily="34" charset="-120"/>
              </a:rPr>
              <a:t>Big Data Analytics</a:t>
            </a:r>
            <a:endParaRPr lang="en-US" sz="2000" dirty="0"/>
          </a:p>
        </p:txBody>
      </p:sp>
      <p:sp>
        <p:nvSpPr>
          <p:cNvPr id="36" name="Description BigData"/>
          <p:cNvSpPr txBox="1"/>
          <p:nvPr/>
        </p:nvSpPr>
        <p:spPr>
          <a:xfrm>
            <a:off x="8394192" y="2523744"/>
            <a:ext cx="3127248" cy="969264"/>
          </a:xfrm>
          <a:prstGeom prst="rect">
            <a:avLst/>
          </a:prstGeom>
          <a:noFill/>
          <a:ln/>
        </p:spPr>
        <p:txBody>
          <a:bodyPr wrap="square" lIns="0" tIns="0" rIns="0" bIns="0" rtlCol="0" anchor="t"/>
          <a:lstStyle/>
          <a:p>
            <a:pPr marL="0" indent="0">
              <a:buNone/>
            </a:pPr>
            <a:r>
              <a:rPr lang="en-US" sz="1700" dirty="0">
                <a:solidFill>
                  <a:srgbClr val="FFFFFF"/>
                </a:solidFill>
                <a:latin typeface="Cambria" pitchFamily="34" charset="0"/>
                <a:ea typeface="Cambria" pitchFamily="34" charset="-122"/>
                <a:cs typeface="Cambria" pitchFamily="34" charset="-120"/>
              </a:rPr>
              <a:t>Helps identify market trends and evaluate financial risks.</a:t>
            </a:r>
            <a:endParaRPr lang="en-US" sz="1700" dirty="0"/>
          </a:p>
        </p:txBody>
      </p:sp>
      <p:sp>
        <p:nvSpPr>
          <p:cNvPr id="37" name="Card Cloud"/>
          <p:cNvSpPr/>
          <p:nvPr/>
        </p:nvSpPr>
        <p:spPr>
          <a:xfrm>
            <a:off x="420624" y="3803904"/>
            <a:ext cx="5596128" cy="1828800"/>
          </a:xfrm>
          <a:prstGeom prst="roundRect">
            <a:avLst>
              <a:gd name="adj" fmla="val 7000"/>
            </a:avLst>
          </a:prstGeom>
          <a:gradFill rotWithShape="1">
            <a:gsLst>
              <a:gs pos="0">
                <a:srgbClr val="031B3D"/>
              </a:gs>
              <a:gs pos="100000">
                <a:srgbClr val="0B57B0"/>
              </a:gs>
            </a:gsLst>
            <a:lin ang="2700000" scaled="0"/>
          </a:gradFill>
          <a:ln w="25400">
            <a:noFill/>
            <a:prstDash val="solid"/>
          </a:ln>
          <a:effectLst/>
          <a:scene3d>
            <a:camera prst="orthographicFront">
              <a:rot lat="0" lon="0" rev="0"/>
            </a:camera>
            <a:lightRig rig="glow" dir="t">
              <a:rot lat="0" lon="0" rev="14100000"/>
            </a:lightRig>
          </a:scene3d>
          <a:sp3d prstMaterial="softEdge">
            <a:bevelT w="127000" prst="artDeco"/>
          </a:sp3d>
        </p:spPr>
      </p:sp>
      <p:sp>
        <p:nvSpPr>
          <p:cNvPr id="38" name="Icon circle Cloud"/>
          <p:cNvSpPr/>
          <p:nvPr/>
        </p:nvSpPr>
        <p:spPr>
          <a:xfrm>
            <a:off x="621792" y="3968496"/>
            <a:ext cx="768096" cy="768096"/>
          </a:xfrm>
          <a:prstGeom prst="ellipse">
            <a:avLst/>
          </a:prstGeom>
          <a:solidFill>
            <a:srgbClr val="12B8F5"/>
          </a:solidFill>
          <a:ln w="12700">
            <a:solidFill>
              <a:srgbClr val="12B8F5"/>
            </a:solidFill>
            <a:prstDash val="solid"/>
          </a:ln>
        </p:spPr>
      </p:sp>
      <p:pic>
        <p:nvPicPr>
          <p:cNvPr id="39" name="Image 4" descr="Cloud Computing icon"/>
          <p:cNvPicPr>
            <a:picLocks noChangeAspect="1"/>
          </p:cNvPicPr>
          <p:nvPr/>
        </p:nvPicPr>
        <p:blipFill>
          <a:blip r:embed="rId7"/>
          <a:stretch>
            <a:fillRect/>
          </a:stretch>
        </p:blipFill>
        <p:spPr>
          <a:xfrm>
            <a:off x="822960" y="4169664"/>
            <a:ext cx="365760" cy="365760"/>
          </a:xfrm>
          <a:prstGeom prst="rect">
            <a:avLst/>
          </a:prstGeom>
        </p:spPr>
      </p:pic>
      <p:sp>
        <p:nvSpPr>
          <p:cNvPr id="40" name="Divider Cloud"/>
          <p:cNvSpPr/>
          <p:nvPr/>
        </p:nvSpPr>
        <p:spPr>
          <a:xfrm>
            <a:off x="1517904" y="4050792"/>
            <a:ext cx="0" cy="603504"/>
          </a:xfrm>
          <a:prstGeom prst="line">
            <a:avLst/>
          </a:prstGeom>
          <a:noFill/>
          <a:ln w="25400">
            <a:solidFill>
              <a:srgbClr val="12B8F5"/>
            </a:solidFill>
            <a:prstDash val="solid"/>
          </a:ln>
        </p:spPr>
      </p:sp>
      <p:sp>
        <p:nvSpPr>
          <p:cNvPr id="41" name="Heading Cloud"/>
          <p:cNvSpPr txBox="1"/>
          <p:nvPr/>
        </p:nvSpPr>
        <p:spPr>
          <a:xfrm>
            <a:off x="1700784" y="3968496"/>
            <a:ext cx="4178808" cy="768096"/>
          </a:xfrm>
          <a:prstGeom prst="rect">
            <a:avLst/>
          </a:prstGeom>
          <a:noFill/>
          <a:ln/>
        </p:spPr>
        <p:txBody>
          <a:bodyPr wrap="square" lIns="0" tIns="0" rIns="0" bIns="0" rtlCol="0" anchor="ctr"/>
          <a:lstStyle/>
          <a:p>
            <a:pPr marL="0" indent="0">
              <a:buNone/>
            </a:pPr>
            <a:r>
              <a:rPr lang="en-US" sz="2000" b="1" dirty="0">
                <a:solidFill>
                  <a:srgbClr val="FFFFFF"/>
                </a:solidFill>
                <a:latin typeface="Cambria" pitchFamily="34" charset="0"/>
                <a:ea typeface="Cambria" pitchFamily="34" charset="-122"/>
                <a:cs typeface="Cambria" pitchFamily="34" charset="-120"/>
              </a:rPr>
              <a:t>Cloud Computing</a:t>
            </a:r>
            <a:endParaRPr lang="en-US" sz="2000" dirty="0"/>
          </a:p>
        </p:txBody>
      </p:sp>
      <p:sp>
        <p:nvSpPr>
          <p:cNvPr id="42" name="Description Cloud"/>
          <p:cNvSpPr txBox="1"/>
          <p:nvPr/>
        </p:nvSpPr>
        <p:spPr>
          <a:xfrm>
            <a:off x="713232" y="4828032"/>
            <a:ext cx="5047488" cy="685800"/>
          </a:xfrm>
          <a:prstGeom prst="rect">
            <a:avLst/>
          </a:prstGeom>
          <a:noFill/>
          <a:ln/>
        </p:spPr>
        <p:txBody>
          <a:bodyPr wrap="square" lIns="0" tIns="0" rIns="0" bIns="0" rtlCol="0" anchor="t"/>
          <a:lstStyle/>
          <a:p>
            <a:pPr marL="0" indent="0">
              <a:buNone/>
            </a:pPr>
            <a:r>
              <a:rPr lang="en-US" sz="1700" dirty="0">
                <a:solidFill>
                  <a:srgbClr val="FFFFFF"/>
                </a:solidFill>
                <a:latin typeface="Cambria" pitchFamily="34" charset="0"/>
                <a:ea typeface="Cambria" pitchFamily="34" charset="-122"/>
                <a:cs typeface="Cambria" pitchFamily="34" charset="-120"/>
              </a:rPr>
              <a:t>Supports financial applications and large-scale data processing.</a:t>
            </a:r>
            <a:endParaRPr lang="en-US" sz="1700" dirty="0"/>
          </a:p>
        </p:txBody>
      </p:sp>
      <p:sp>
        <p:nvSpPr>
          <p:cNvPr id="43" name="Card Cyber"/>
          <p:cNvSpPr/>
          <p:nvPr/>
        </p:nvSpPr>
        <p:spPr>
          <a:xfrm>
            <a:off x="6181344" y="3803904"/>
            <a:ext cx="5596128" cy="1828800"/>
          </a:xfrm>
          <a:prstGeom prst="roundRect">
            <a:avLst>
              <a:gd name="adj" fmla="val 7000"/>
            </a:avLst>
          </a:prstGeom>
          <a:gradFill rotWithShape="1">
            <a:gsLst>
              <a:gs pos="0">
                <a:srgbClr val="031B3D"/>
              </a:gs>
              <a:gs pos="100000">
                <a:srgbClr val="0B57B0"/>
              </a:gs>
            </a:gsLst>
            <a:lin ang="2700000" scaled="0"/>
          </a:gradFill>
          <a:ln w="25400">
            <a:noFill/>
            <a:prstDash val="solid"/>
          </a:ln>
          <a:effectLst/>
          <a:scene3d>
            <a:camera prst="orthographicFront">
              <a:rot lat="0" lon="0" rev="0"/>
            </a:camera>
            <a:lightRig rig="glow" dir="t">
              <a:rot lat="0" lon="0" rev="14100000"/>
            </a:lightRig>
          </a:scene3d>
          <a:sp3d prstMaterial="softEdge">
            <a:bevelT w="127000" prst="artDeco"/>
          </a:sp3d>
        </p:spPr>
      </p:sp>
      <p:sp>
        <p:nvSpPr>
          <p:cNvPr id="44" name="Icon circle Cyber"/>
          <p:cNvSpPr/>
          <p:nvPr/>
        </p:nvSpPr>
        <p:spPr>
          <a:xfrm>
            <a:off x="6382512" y="3968496"/>
            <a:ext cx="768096" cy="768096"/>
          </a:xfrm>
          <a:prstGeom prst="ellipse">
            <a:avLst/>
          </a:prstGeom>
          <a:solidFill>
            <a:srgbClr val="8247E5"/>
          </a:solidFill>
          <a:ln w="12700">
            <a:solidFill>
              <a:srgbClr val="8247E5"/>
            </a:solidFill>
            <a:prstDash val="solid"/>
          </a:ln>
        </p:spPr>
      </p:sp>
      <p:pic>
        <p:nvPicPr>
          <p:cNvPr id="45" name="Image 5" descr="Cybersecurity icon"/>
          <p:cNvPicPr>
            <a:picLocks noChangeAspect="1"/>
          </p:cNvPicPr>
          <p:nvPr/>
        </p:nvPicPr>
        <p:blipFill>
          <a:blip r:embed="rId8"/>
          <a:stretch>
            <a:fillRect/>
          </a:stretch>
        </p:blipFill>
        <p:spPr>
          <a:xfrm>
            <a:off x="6583680" y="4169664"/>
            <a:ext cx="365760" cy="365760"/>
          </a:xfrm>
          <a:prstGeom prst="rect">
            <a:avLst/>
          </a:prstGeom>
        </p:spPr>
      </p:pic>
      <p:sp>
        <p:nvSpPr>
          <p:cNvPr id="46" name="Divider Cyber"/>
          <p:cNvSpPr/>
          <p:nvPr/>
        </p:nvSpPr>
        <p:spPr>
          <a:xfrm>
            <a:off x="7278624" y="4050792"/>
            <a:ext cx="0" cy="603504"/>
          </a:xfrm>
          <a:prstGeom prst="line">
            <a:avLst/>
          </a:prstGeom>
          <a:noFill/>
          <a:ln w="25400">
            <a:solidFill>
              <a:srgbClr val="8247E5"/>
            </a:solidFill>
            <a:prstDash val="solid"/>
          </a:ln>
        </p:spPr>
      </p:sp>
      <p:sp>
        <p:nvSpPr>
          <p:cNvPr id="47" name="Heading Cyber"/>
          <p:cNvSpPr txBox="1"/>
          <p:nvPr/>
        </p:nvSpPr>
        <p:spPr>
          <a:xfrm>
            <a:off x="7461504" y="3968496"/>
            <a:ext cx="4178808" cy="768096"/>
          </a:xfrm>
          <a:prstGeom prst="rect">
            <a:avLst/>
          </a:prstGeom>
          <a:noFill/>
          <a:ln/>
        </p:spPr>
        <p:txBody>
          <a:bodyPr wrap="square" lIns="0" tIns="0" rIns="0" bIns="0" rtlCol="0" anchor="ctr"/>
          <a:lstStyle/>
          <a:p>
            <a:pPr marL="0" indent="0">
              <a:buNone/>
            </a:pPr>
            <a:r>
              <a:rPr lang="en-US" sz="2000" b="1" dirty="0">
                <a:solidFill>
                  <a:srgbClr val="FFFFFF"/>
                </a:solidFill>
                <a:latin typeface="Cambria" pitchFamily="34" charset="0"/>
                <a:ea typeface="Cambria" pitchFamily="34" charset="-122"/>
                <a:cs typeface="Cambria" pitchFamily="34" charset="-120"/>
              </a:rPr>
              <a:t>Cybersecurity</a:t>
            </a:r>
            <a:endParaRPr lang="en-US" sz="2000" dirty="0"/>
          </a:p>
        </p:txBody>
      </p:sp>
      <p:sp>
        <p:nvSpPr>
          <p:cNvPr id="48" name="Description Cyber"/>
          <p:cNvSpPr txBox="1"/>
          <p:nvPr/>
        </p:nvSpPr>
        <p:spPr>
          <a:xfrm>
            <a:off x="6473952" y="4828032"/>
            <a:ext cx="5047488" cy="685800"/>
          </a:xfrm>
          <a:prstGeom prst="rect">
            <a:avLst/>
          </a:prstGeom>
          <a:noFill/>
          <a:ln/>
        </p:spPr>
        <p:txBody>
          <a:bodyPr wrap="square" lIns="0" tIns="0" rIns="0" bIns="0" rtlCol="0" anchor="t"/>
          <a:lstStyle/>
          <a:p>
            <a:pPr marL="0" indent="0">
              <a:buNone/>
            </a:pPr>
            <a:r>
              <a:rPr lang="en-US" sz="1700" dirty="0">
                <a:solidFill>
                  <a:srgbClr val="FFFFFF"/>
                </a:solidFill>
                <a:latin typeface="Cambria" pitchFamily="34" charset="0"/>
                <a:ea typeface="Cambria" pitchFamily="34" charset="-122"/>
                <a:cs typeface="Cambria" pitchFamily="34" charset="-120"/>
              </a:rPr>
              <a:t>Protects financial information and digital transactions.</a:t>
            </a:r>
            <a:endParaRPr lang="en-US" sz="1700" dirty="0"/>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4250">
        <p159:morph option="byObject"/>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con 2" descr="FaLaptop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Fintech, Algorithmic Trading and Robo-Advisory</a:t>
            </a:r>
          </a:p>
        </p:txBody>
      </p:sp>
      <p:sp>
        <p:nvSpPr>
          <p:cNvPr id="4" name="Rounded Rectangle 4"/>
          <p:cNvSpPr/>
          <p:nvPr/>
        </p:nvSpPr>
        <p:spPr>
          <a:xfrm>
            <a:off x="548640" y="1188720"/>
            <a:ext cx="11091672" cy="11887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5" name="Oval 5"/>
          <p:cNvSpPr/>
          <p:nvPr/>
        </p:nvSpPr>
        <p:spPr>
          <a:xfrm>
            <a:off x="731520" y="1394460"/>
            <a:ext cx="777240" cy="77724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6" name="Picture 6" descr="FaMobileAlt icon"/>
          <p:cNvPicPr>
            <a:picLocks noChangeAspect="1"/>
          </p:cNvPicPr>
          <p:nvPr/>
        </p:nvPicPr>
        <p:blipFill>
          <a:blip r:embed="rId4"/>
          <a:stretch>
            <a:fillRect/>
          </a:stretch>
        </p:blipFill>
        <p:spPr>
          <a:xfrm>
            <a:off x="918057" y="1580997"/>
            <a:ext cx="404164" cy="404164"/>
          </a:xfrm>
          <a:prstGeom prst="rect">
            <a:avLst/>
          </a:prstGeom>
        </p:spPr>
      </p:pic>
      <p:sp>
        <p:nvSpPr>
          <p:cNvPr id="7" name="TextBox 7"/>
          <p:cNvSpPr txBox="1"/>
          <p:nvPr/>
        </p:nvSpPr>
        <p:spPr>
          <a:xfrm>
            <a:off x="1737360" y="1188720"/>
            <a:ext cx="9691672" cy="1188720"/>
          </a:xfrm>
          <a:prstGeom prst="rect">
            <a:avLst/>
          </a:prstGeom>
          <a:noFill/>
        </p:spPr>
        <p:txBody>
          <a:bodyPr wrap="square" lIns="45720" tIns="27432" rIns="45720" bIns="27432" anchor="ctr">
            <a:noAutofit/>
          </a:bodyPr>
          <a:lstStyle/>
          <a:p>
            <a:pPr algn="l">
              <a:spcAft>
                <a:spcPts val="0"/>
              </a:spcAft>
              <a:buNone/>
            </a:pPr>
            <a:r>
              <a:rPr lang="en-IN" sz="2000" b="1" i="0" dirty="0">
                <a:solidFill>
                  <a:srgbClr val="FFC857"/>
                </a:solidFill>
                <a:latin typeface="Times New Roman"/>
                <a:cs typeface="Times New Roman"/>
              </a:rPr>
              <a:t>Fintech: </a:t>
            </a:r>
            <a:r>
              <a:rPr lang="en-IN" sz="2000" b="0" i="0" dirty="0">
                <a:solidFill>
                  <a:srgbClr val="FFFFFF"/>
                </a:solidFill>
                <a:latin typeface="Times New Roman"/>
                <a:cs typeface="Times New Roman"/>
              </a:rPr>
              <a:t>Uses technology to improve financial products and services.</a:t>
            </a:r>
          </a:p>
        </p:txBody>
      </p:sp>
      <p:sp>
        <p:nvSpPr>
          <p:cNvPr id="8" name="Rounded Rectangle 8"/>
          <p:cNvSpPr/>
          <p:nvPr/>
        </p:nvSpPr>
        <p:spPr>
          <a:xfrm>
            <a:off x="548640" y="2560320"/>
            <a:ext cx="2670048" cy="37033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9" name="Oval 9"/>
          <p:cNvSpPr/>
          <p:nvPr/>
        </p:nvSpPr>
        <p:spPr>
          <a:xfrm>
            <a:off x="1517904" y="2788920"/>
            <a:ext cx="731520" cy="731520"/>
          </a:xfrm>
          <a:prstGeom prst="ellipse">
            <a:avLst/>
          </a:prstGeom>
          <a:solidFill>
            <a:srgbClr val="08C9A4"/>
          </a:solidFill>
          <a:ln w="12700">
            <a:solidFill>
              <a:srgbClr val="08C9A4"/>
            </a:solidFill>
            <a:prstDash val="solid"/>
          </a:ln>
        </p:spPr>
        <p:txBody>
          <a:bodyPr wrap="square" lIns="73152" tIns="36576" rIns="73152" bIns="36576" rtlCol="0" anchor="ctr"/>
          <a:lstStyle/>
          <a:p>
            <a:pPr algn="ctr"/>
            <a:endParaRPr lang="en-IN"/>
          </a:p>
        </p:txBody>
      </p:sp>
      <p:pic>
        <p:nvPicPr>
          <p:cNvPr id="10" name="Picture 10" descr="FaCode icon"/>
          <p:cNvPicPr>
            <a:picLocks noChangeAspect="1"/>
          </p:cNvPicPr>
          <p:nvPr/>
        </p:nvPicPr>
        <p:blipFill>
          <a:blip r:embed="rId5"/>
          <a:stretch>
            <a:fillRect/>
          </a:stretch>
        </p:blipFill>
        <p:spPr>
          <a:xfrm>
            <a:off x="1693468" y="2964484"/>
            <a:ext cx="380390" cy="380390"/>
          </a:xfrm>
          <a:prstGeom prst="rect">
            <a:avLst/>
          </a:prstGeom>
        </p:spPr>
      </p:pic>
      <p:sp>
        <p:nvSpPr>
          <p:cNvPr id="11" name="TextBox 11"/>
          <p:cNvSpPr txBox="1"/>
          <p:nvPr/>
        </p:nvSpPr>
        <p:spPr>
          <a:xfrm>
            <a:off x="640080" y="3620320"/>
            <a:ext cx="2487168" cy="800000"/>
          </a:xfrm>
          <a:prstGeom prst="rect">
            <a:avLst/>
          </a:prstGeom>
          <a:noFill/>
        </p:spPr>
        <p:txBody>
          <a:bodyPr wrap="square" lIns="45720" tIns="27432" rIns="45720" bIns="27432" anchor="ctr">
            <a:noAutofit/>
          </a:bodyPr>
          <a:lstStyle/>
          <a:p>
            <a:pPr algn="ctr">
              <a:spcAft>
                <a:spcPts val="0"/>
              </a:spcAft>
              <a:buNone/>
            </a:pPr>
            <a:r>
              <a:rPr lang="en-IN" sz="2000" b="1" i="0" dirty="0">
                <a:solidFill>
                  <a:srgbClr val="B9A5FF"/>
                </a:solidFill>
                <a:latin typeface="Times New Roman"/>
                <a:cs typeface="Times New Roman"/>
              </a:rPr>
              <a:t>Algorithmic Trading</a:t>
            </a:r>
          </a:p>
        </p:txBody>
      </p:sp>
      <p:sp>
        <p:nvSpPr>
          <p:cNvPr id="12" name="TextBox 12"/>
          <p:cNvSpPr txBox="1"/>
          <p:nvPr/>
        </p:nvSpPr>
        <p:spPr>
          <a:xfrm>
            <a:off x="685800" y="4460320"/>
            <a:ext cx="2395728" cy="1753320"/>
          </a:xfrm>
          <a:prstGeom prst="rect">
            <a:avLst/>
          </a:prstGeom>
          <a:noFill/>
        </p:spPr>
        <p:txBody>
          <a:bodyPr wrap="square" lIns="45720" tIns="27432" rIns="45720" bIns="27432" anchor="t">
            <a:noAutofit/>
          </a:bodyPr>
          <a:lstStyle/>
          <a:p>
            <a:pPr algn="ctr">
              <a:spcAft>
                <a:spcPts val="0"/>
              </a:spcAft>
              <a:buNone/>
            </a:pPr>
            <a:r>
              <a:rPr lang="en-IN" sz="1800" b="0" i="0" dirty="0">
                <a:solidFill>
                  <a:srgbClr val="FFFFFF"/>
                </a:solidFill>
                <a:latin typeface="Times New Roman"/>
                <a:cs typeface="Times New Roman"/>
              </a:rPr>
              <a:t>Uses computer programmes to execute trades based on predefined rules.</a:t>
            </a:r>
          </a:p>
        </p:txBody>
      </p:sp>
      <p:sp>
        <p:nvSpPr>
          <p:cNvPr id="13" name="Rounded Rectangle 13"/>
          <p:cNvSpPr/>
          <p:nvPr/>
        </p:nvSpPr>
        <p:spPr>
          <a:xfrm>
            <a:off x="3355848" y="2560320"/>
            <a:ext cx="2670048" cy="37033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4" name="Oval 14"/>
          <p:cNvSpPr/>
          <p:nvPr/>
        </p:nvSpPr>
        <p:spPr>
          <a:xfrm>
            <a:off x="4325112" y="2788920"/>
            <a:ext cx="731520" cy="731520"/>
          </a:xfrm>
          <a:prstGeom prst="ellipse">
            <a:avLst/>
          </a:prstGeom>
          <a:solidFill>
            <a:srgbClr val="FFB21C"/>
          </a:solidFill>
          <a:ln w="12700">
            <a:solidFill>
              <a:srgbClr val="FFB21C"/>
            </a:solidFill>
            <a:prstDash val="solid"/>
          </a:ln>
        </p:spPr>
        <p:txBody>
          <a:bodyPr wrap="square" lIns="73152" tIns="36576" rIns="73152" bIns="36576" rtlCol="0" anchor="ctr"/>
          <a:lstStyle/>
          <a:p>
            <a:pPr algn="ctr"/>
            <a:endParaRPr lang="en-IN"/>
          </a:p>
        </p:txBody>
      </p:sp>
      <p:pic>
        <p:nvPicPr>
          <p:cNvPr id="15" name="Picture 15" descr="FaSearchDollar icon"/>
          <p:cNvPicPr>
            <a:picLocks noChangeAspect="1"/>
          </p:cNvPicPr>
          <p:nvPr/>
        </p:nvPicPr>
        <p:blipFill>
          <a:blip r:embed="rId6"/>
          <a:stretch>
            <a:fillRect/>
          </a:stretch>
        </p:blipFill>
        <p:spPr>
          <a:xfrm>
            <a:off x="4500676" y="2964484"/>
            <a:ext cx="380390" cy="380390"/>
          </a:xfrm>
          <a:prstGeom prst="rect">
            <a:avLst/>
          </a:prstGeom>
        </p:spPr>
      </p:pic>
      <p:sp>
        <p:nvSpPr>
          <p:cNvPr id="16" name="TextBox 16"/>
          <p:cNvSpPr txBox="1"/>
          <p:nvPr/>
        </p:nvSpPr>
        <p:spPr>
          <a:xfrm>
            <a:off x="3447288" y="3620320"/>
            <a:ext cx="2487168" cy="800000"/>
          </a:xfrm>
          <a:prstGeom prst="rect">
            <a:avLst/>
          </a:prstGeom>
          <a:noFill/>
        </p:spPr>
        <p:txBody>
          <a:bodyPr wrap="square" lIns="45720" tIns="27432" rIns="45720" bIns="27432" anchor="ctr">
            <a:noAutofit/>
          </a:bodyPr>
          <a:lstStyle/>
          <a:p>
            <a:pPr algn="ctr">
              <a:spcAft>
                <a:spcPts val="0"/>
              </a:spcAft>
              <a:buNone/>
            </a:pPr>
            <a:r>
              <a:rPr lang="en-IN" sz="2000" b="1" i="0" dirty="0">
                <a:solidFill>
                  <a:srgbClr val="B9A5FF"/>
                </a:solidFill>
                <a:latin typeface="Times New Roman"/>
                <a:cs typeface="Times New Roman"/>
              </a:rPr>
              <a:t>Robo-Advisory</a:t>
            </a:r>
          </a:p>
        </p:txBody>
      </p:sp>
      <p:sp>
        <p:nvSpPr>
          <p:cNvPr id="17" name="TextBox 17"/>
          <p:cNvSpPr txBox="1"/>
          <p:nvPr/>
        </p:nvSpPr>
        <p:spPr>
          <a:xfrm>
            <a:off x="3493008" y="4460320"/>
            <a:ext cx="2395728" cy="1753320"/>
          </a:xfrm>
          <a:prstGeom prst="rect">
            <a:avLst/>
          </a:prstGeom>
          <a:noFill/>
        </p:spPr>
        <p:txBody>
          <a:bodyPr wrap="square" lIns="45720" tIns="27432" rIns="45720" bIns="27432" anchor="t">
            <a:noAutofit/>
          </a:bodyPr>
          <a:lstStyle/>
          <a:p>
            <a:pPr algn="ctr">
              <a:spcAft>
                <a:spcPts val="0"/>
              </a:spcAft>
              <a:buNone/>
            </a:pPr>
            <a:r>
              <a:rPr lang="en-IN" sz="1800" b="0" i="0" dirty="0">
                <a:solidFill>
                  <a:srgbClr val="FFFFFF"/>
                </a:solidFill>
                <a:latin typeface="Times New Roman"/>
                <a:cs typeface="Times New Roman"/>
              </a:rPr>
              <a:t>Provides automated investment guidance based on customer information.</a:t>
            </a:r>
          </a:p>
        </p:txBody>
      </p:sp>
      <p:sp>
        <p:nvSpPr>
          <p:cNvPr id="18" name="Rounded Rectangle 18"/>
          <p:cNvSpPr/>
          <p:nvPr/>
        </p:nvSpPr>
        <p:spPr>
          <a:xfrm>
            <a:off x="6163056" y="2560320"/>
            <a:ext cx="2670048" cy="37033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9" name="Oval 19"/>
          <p:cNvSpPr/>
          <p:nvPr/>
        </p:nvSpPr>
        <p:spPr>
          <a:xfrm>
            <a:off x="7132320" y="2788920"/>
            <a:ext cx="731520" cy="731520"/>
          </a:xfrm>
          <a:prstGeom prst="ellipse">
            <a:avLst/>
          </a:prstGeom>
          <a:solidFill>
            <a:srgbClr val="8247E5"/>
          </a:solidFill>
          <a:ln w="12700">
            <a:solidFill>
              <a:srgbClr val="8247E5"/>
            </a:solidFill>
            <a:prstDash val="solid"/>
          </a:ln>
        </p:spPr>
        <p:txBody>
          <a:bodyPr wrap="square" lIns="73152" tIns="36576" rIns="73152" bIns="36576" rtlCol="0" anchor="ctr"/>
          <a:lstStyle/>
          <a:p>
            <a:pPr algn="ctr"/>
            <a:endParaRPr lang="en-IN"/>
          </a:p>
        </p:txBody>
      </p:sp>
      <p:pic>
        <p:nvPicPr>
          <p:cNvPr id="20" name="Picture 20" descr="FaChartLine icon"/>
          <p:cNvPicPr>
            <a:picLocks noChangeAspect="1"/>
          </p:cNvPicPr>
          <p:nvPr/>
        </p:nvPicPr>
        <p:blipFill>
          <a:blip r:embed="rId7"/>
          <a:stretch>
            <a:fillRect/>
          </a:stretch>
        </p:blipFill>
        <p:spPr>
          <a:xfrm>
            <a:off x="7307884" y="2964484"/>
            <a:ext cx="380390" cy="380390"/>
          </a:xfrm>
          <a:prstGeom prst="rect">
            <a:avLst/>
          </a:prstGeom>
        </p:spPr>
      </p:pic>
      <p:sp>
        <p:nvSpPr>
          <p:cNvPr id="21" name="TextBox 21"/>
          <p:cNvSpPr txBox="1"/>
          <p:nvPr/>
        </p:nvSpPr>
        <p:spPr>
          <a:xfrm>
            <a:off x="6254496" y="3620320"/>
            <a:ext cx="2487168" cy="800000"/>
          </a:xfrm>
          <a:prstGeom prst="rect">
            <a:avLst/>
          </a:prstGeom>
          <a:noFill/>
        </p:spPr>
        <p:txBody>
          <a:bodyPr wrap="square" lIns="45720" tIns="27432" rIns="45720" bIns="27432" anchor="ctr">
            <a:noAutofit/>
          </a:bodyPr>
          <a:lstStyle/>
          <a:p>
            <a:pPr algn="ctr">
              <a:spcAft>
                <a:spcPts val="0"/>
              </a:spcAft>
              <a:buNone/>
            </a:pPr>
            <a:r>
              <a:rPr lang="en-IN" sz="2000" b="1" i="0" dirty="0">
                <a:solidFill>
                  <a:srgbClr val="B9A5FF"/>
                </a:solidFill>
                <a:latin typeface="Times New Roman"/>
                <a:cs typeface="Times New Roman"/>
              </a:rPr>
              <a:t>Digital Investment Platforms</a:t>
            </a:r>
          </a:p>
        </p:txBody>
      </p:sp>
      <p:sp>
        <p:nvSpPr>
          <p:cNvPr id="22" name="TextBox 22"/>
          <p:cNvSpPr txBox="1"/>
          <p:nvPr/>
        </p:nvSpPr>
        <p:spPr>
          <a:xfrm>
            <a:off x="6300216" y="4460320"/>
            <a:ext cx="2395728" cy="1753320"/>
          </a:xfrm>
          <a:prstGeom prst="rect">
            <a:avLst/>
          </a:prstGeom>
          <a:noFill/>
        </p:spPr>
        <p:txBody>
          <a:bodyPr wrap="square" lIns="45720" tIns="27432" rIns="45720" bIns="27432" anchor="t">
            <a:noAutofit/>
          </a:bodyPr>
          <a:lstStyle/>
          <a:p>
            <a:pPr algn="ctr">
              <a:spcAft>
                <a:spcPts val="0"/>
              </a:spcAft>
              <a:buNone/>
            </a:pPr>
            <a:r>
              <a:rPr lang="en-IN" sz="1800" b="0" i="0" dirty="0">
                <a:solidFill>
                  <a:srgbClr val="FFFFFF"/>
                </a:solidFill>
                <a:latin typeface="Times New Roman"/>
                <a:cs typeface="Times New Roman"/>
              </a:rPr>
              <a:t>Allow investors to manage portfolios and trade online.</a:t>
            </a:r>
          </a:p>
        </p:txBody>
      </p:sp>
      <p:sp>
        <p:nvSpPr>
          <p:cNvPr id="23" name="Rounded Rectangle 23"/>
          <p:cNvSpPr/>
          <p:nvPr/>
        </p:nvSpPr>
        <p:spPr>
          <a:xfrm>
            <a:off x="8970264" y="2560320"/>
            <a:ext cx="2670048" cy="370332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24" name="Oval 24"/>
          <p:cNvSpPr/>
          <p:nvPr/>
        </p:nvSpPr>
        <p:spPr>
          <a:xfrm>
            <a:off x="9939528" y="2788920"/>
            <a:ext cx="731520" cy="731520"/>
          </a:xfrm>
          <a:prstGeom prst="ellipse">
            <a:avLst/>
          </a:prstGeom>
          <a:solidFill>
            <a:srgbClr val="FFB21C"/>
          </a:solidFill>
          <a:ln w="12700">
            <a:solidFill>
              <a:srgbClr val="FFB21C"/>
            </a:solidFill>
            <a:prstDash val="solid"/>
          </a:ln>
        </p:spPr>
        <p:txBody>
          <a:bodyPr wrap="square" lIns="73152" tIns="36576" rIns="73152" bIns="36576" rtlCol="0" anchor="ctr"/>
          <a:lstStyle/>
          <a:p>
            <a:pPr algn="ctr"/>
            <a:endParaRPr lang="en-IN"/>
          </a:p>
        </p:txBody>
      </p:sp>
      <p:pic>
        <p:nvPicPr>
          <p:cNvPr id="25" name="Picture 25" descr="FaHandshake icon"/>
          <p:cNvPicPr>
            <a:picLocks noChangeAspect="1"/>
          </p:cNvPicPr>
          <p:nvPr/>
        </p:nvPicPr>
        <p:blipFill>
          <a:blip r:embed="rId8"/>
          <a:stretch>
            <a:fillRect/>
          </a:stretch>
        </p:blipFill>
        <p:spPr>
          <a:xfrm>
            <a:off x="10115092" y="2964484"/>
            <a:ext cx="380390" cy="380390"/>
          </a:xfrm>
          <a:prstGeom prst="rect">
            <a:avLst/>
          </a:prstGeom>
        </p:spPr>
      </p:pic>
      <p:sp>
        <p:nvSpPr>
          <p:cNvPr id="26" name="TextBox 26"/>
          <p:cNvSpPr txBox="1"/>
          <p:nvPr/>
        </p:nvSpPr>
        <p:spPr>
          <a:xfrm>
            <a:off x="9061704" y="3620320"/>
            <a:ext cx="2487168" cy="800000"/>
          </a:xfrm>
          <a:prstGeom prst="rect">
            <a:avLst/>
          </a:prstGeom>
          <a:noFill/>
        </p:spPr>
        <p:txBody>
          <a:bodyPr wrap="square" lIns="45720" tIns="27432" rIns="45720" bIns="27432" anchor="ctr">
            <a:noAutofit/>
          </a:bodyPr>
          <a:lstStyle/>
          <a:p>
            <a:pPr algn="ctr">
              <a:spcAft>
                <a:spcPts val="0"/>
              </a:spcAft>
              <a:buNone/>
            </a:pPr>
            <a:r>
              <a:rPr lang="en-IN" sz="2000" b="1" i="0" dirty="0">
                <a:solidFill>
                  <a:srgbClr val="B9A5FF"/>
                </a:solidFill>
                <a:latin typeface="Times New Roman"/>
                <a:cs typeface="Times New Roman"/>
              </a:rPr>
              <a:t>Peer-to-Peer Lending</a:t>
            </a:r>
          </a:p>
        </p:txBody>
      </p:sp>
      <p:sp>
        <p:nvSpPr>
          <p:cNvPr id="27" name="TextBox 27"/>
          <p:cNvSpPr txBox="1"/>
          <p:nvPr/>
        </p:nvSpPr>
        <p:spPr>
          <a:xfrm>
            <a:off x="9107424" y="4460320"/>
            <a:ext cx="2395728" cy="1753320"/>
          </a:xfrm>
          <a:prstGeom prst="rect">
            <a:avLst/>
          </a:prstGeom>
          <a:noFill/>
        </p:spPr>
        <p:txBody>
          <a:bodyPr wrap="square" lIns="45720" tIns="27432" rIns="45720" bIns="27432" anchor="t">
            <a:noAutofit/>
          </a:bodyPr>
          <a:lstStyle/>
          <a:p>
            <a:pPr algn="ctr">
              <a:spcAft>
                <a:spcPts val="0"/>
              </a:spcAft>
              <a:buNone/>
            </a:pPr>
            <a:r>
              <a:rPr lang="en-IN" sz="1800" b="0" i="0" dirty="0">
                <a:solidFill>
                  <a:srgbClr val="FFFFFF"/>
                </a:solidFill>
                <a:latin typeface="Times New Roman"/>
                <a:cs typeface="Times New Roman"/>
              </a:rPr>
              <a:t>Connects eligible borrowers and lenders through online platforms.</a:t>
            </a:r>
          </a:p>
        </p:txBody>
      </p:sp>
      <p:grpSp>
        <p:nvGrpSpPr>
          <p:cNvPr id="28" name="Graphic 2">
            <a:extLst>
              <a:ext uri="{FF2B5EF4-FFF2-40B4-BE49-F238E27FC236}">
                <a16:creationId xmlns:a16="http://schemas.microsoft.com/office/drawing/2014/main" id="{7F2C0A52-FA49-846B-3930-8773E10563DC}"/>
              </a:ext>
            </a:extLst>
          </p:cNvPr>
          <p:cNvGrpSpPr/>
          <p:nvPr/>
        </p:nvGrpSpPr>
        <p:grpSpPr>
          <a:xfrm>
            <a:off x="-4351432" y="5639007"/>
            <a:ext cx="22278322" cy="1206501"/>
            <a:chOff x="-1701658" y="3997633"/>
            <a:chExt cx="14003150" cy="3533927"/>
          </a:xfrm>
          <a:noFill/>
          <a:effectLst>
            <a:outerShdw blurRad="635000" algn="ctr" rotWithShape="0">
              <a:schemeClr val="bg1"/>
            </a:outerShdw>
          </a:effectLst>
        </p:grpSpPr>
        <p:grpSp>
          <p:nvGrpSpPr>
            <p:cNvPr id="29" name="Graphic 2">
              <a:extLst>
                <a:ext uri="{FF2B5EF4-FFF2-40B4-BE49-F238E27FC236}">
                  <a16:creationId xmlns:a16="http://schemas.microsoft.com/office/drawing/2014/main" id="{E23DAD69-2AAC-CD81-FC55-AAF1B7B1178D}"/>
                </a:ext>
              </a:extLst>
            </p:cNvPr>
            <p:cNvGrpSpPr/>
            <p:nvPr/>
          </p:nvGrpSpPr>
          <p:grpSpPr>
            <a:xfrm>
              <a:off x="-1701658" y="3997633"/>
              <a:ext cx="14003150" cy="3531261"/>
              <a:chOff x="-1701658" y="3997633"/>
              <a:chExt cx="14003150" cy="3531261"/>
            </a:xfrm>
            <a:grpFill/>
          </p:grpSpPr>
          <p:sp>
            <p:nvSpPr>
              <p:cNvPr id="943" name="Freeform: Shape 942">
                <a:extLst>
                  <a:ext uri="{FF2B5EF4-FFF2-40B4-BE49-F238E27FC236}">
                    <a16:creationId xmlns:a16="http://schemas.microsoft.com/office/drawing/2014/main" id="{DEFC83D3-5E3D-11ED-2521-464AB5B89799}"/>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5FBF8A31-11F9-08C1-6363-54F98D027665}"/>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13D7A217-7ECB-A9E8-141F-455F8A1CB099}"/>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08C883B5-8D5F-7EB4-C8DE-20B66273B2E6}"/>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AEBE9A54-850F-236F-D21A-8D8D9F54D295}"/>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BF716B42-2BB2-36E6-9CAB-E922BF667FEC}"/>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35496E54-EB1C-7F48-062A-46C678F5DB1D}"/>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17521095-82BE-E6F1-3E85-898358BC8B00}"/>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BA0437CD-F4FC-AD4F-F394-0687E869EE14}"/>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31958AF7-6271-287D-40C2-95743AE98F34}"/>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0B1C945B-9A2B-B154-B78D-25D6636450BB}"/>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5E920303-2A57-15C7-6903-0B407192D62D}"/>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7FA63EBD-238C-5F38-88B3-E5573B734A55}"/>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2882F4A4-774B-9852-818B-14115547E25C}"/>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9462FFDF-16D0-93C1-FFE9-BE911C60328E}"/>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C4A3F9C0-4543-ACE6-C3FB-2C17D0519C98}"/>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3F7AD9B3-088C-7396-F124-9343EC114996}"/>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85864930-4E9B-605C-1331-1AC33974A364}"/>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D9854350-E163-2362-3A99-63763C67E8D7}"/>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F8BAB9CB-EC1B-C431-28FA-447EE5F52597}"/>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C7ABB4AB-77E0-6477-1A9A-744B5F160F7B}"/>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E6F1846C-0AB1-3B44-1E68-63D29C3F299D}"/>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F0AFA20B-B72C-1504-3CF9-048CB9B2E6A5}"/>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C8795AE5-6B44-2E88-0907-874DC53DAF37}"/>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5B51A325-0D07-0B63-13FB-0DF98E4CC759}"/>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1B1CBFD8-6D21-6B10-BD3F-A09B5CB7F26C}"/>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87072345-28AC-6545-67D1-F2D2F471923D}"/>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7ED06833-A74B-309C-A7BA-1A20AFBD325B}"/>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F275F90F-F1EC-0C29-4F59-7DD3AF9B9DB1}"/>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EE31FF08-7D77-63B6-E558-3C95C24CD162}"/>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FD93B80C-8C05-75F2-3354-421572742942}"/>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0DAE8487-7EA3-4019-A949-7407C75274A9}"/>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9B35716E-4A20-7B88-89EF-F79381582858}"/>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DE5B9670-2DE7-02E2-24FC-31BD49C51A10}"/>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AE73775B-9B1B-AC7D-084A-60B186DCEF3C}"/>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D9830B4D-5BD1-3FAF-9BA0-0A56B33B66CB}"/>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3BF7E51A-9710-3A0F-CD64-EEB212916A00}"/>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590154B2-1929-C058-6E4F-53258BE1381D}"/>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A90D3057-F601-F181-810D-A13D9387392F}"/>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5FC4C0A8-3F9F-2976-B864-118751903764}"/>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46508A02-A764-D40D-830F-11A3469C1CC2}"/>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9D9D84EF-D3C9-300A-A9F3-34A54205FEB4}"/>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AB8F1198-0929-9187-73F5-469E54A9FD20}"/>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F79AB042-638F-456E-F4C3-9581EC4F35F3}"/>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99B179CD-3194-2889-6F8B-157CE3FE3E6B}"/>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D5939AB2-399F-70C7-0EC3-D2EA1CDAF72E}"/>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6551793D-CEF5-B092-3989-CCC5494C0C65}"/>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1BD39FC5-FF50-70DF-5015-67709D282EC7}"/>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0EBD68E7-F5E9-CC22-BBBD-FCED5A2FE4F0}"/>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DD43FDA0-65DC-F2F4-6E24-075ACA0A20C8}"/>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2C13D6FB-EDDC-A228-3648-586EC1EBFB8E}"/>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1DBA01B1-75DF-56AF-99C0-E457C5C71EBA}"/>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FDD89CDA-6246-FA42-AAA6-A83AB50EC9D0}"/>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CADA987A-8637-E3A8-37CD-065E91249D13}"/>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3BA5EE8D-93B9-568E-BD02-35EBF4B7A954}"/>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C5E399F9-12F4-6E28-4DB5-56BEB19691F4}"/>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63B6512D-C2D2-D1AB-3E4C-7EC4F92B70CA}"/>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9B9FB1EF-AFF5-B7FC-A03E-21AC470C5C3A}"/>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006B97DB-A7EE-60E6-9CDE-22BB90231645}"/>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7B0A448E-7099-BFDC-D039-14A981E4647F}"/>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172861CD-7BC4-F141-C022-51AB44E71EFA}"/>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30" name="Graphic 2">
              <a:extLst>
                <a:ext uri="{FF2B5EF4-FFF2-40B4-BE49-F238E27FC236}">
                  <a16:creationId xmlns:a16="http://schemas.microsoft.com/office/drawing/2014/main" id="{64D4857C-BA76-0854-9AEF-9A9F97AE39F0}"/>
                </a:ext>
              </a:extLst>
            </p:cNvPr>
            <p:cNvGrpSpPr/>
            <p:nvPr/>
          </p:nvGrpSpPr>
          <p:grpSpPr>
            <a:xfrm>
              <a:off x="-1350054" y="4031449"/>
              <a:ext cx="13299963" cy="3500111"/>
              <a:chOff x="-1350054" y="4031449"/>
              <a:chExt cx="13299963" cy="3500111"/>
            </a:xfrm>
            <a:grpFill/>
          </p:grpSpPr>
          <p:sp>
            <p:nvSpPr>
              <p:cNvPr id="31" name="Freeform: Shape 30">
                <a:extLst>
                  <a:ext uri="{FF2B5EF4-FFF2-40B4-BE49-F238E27FC236}">
                    <a16:creationId xmlns:a16="http://schemas.microsoft.com/office/drawing/2014/main" id="{A86CC114-9BBB-29AD-8EED-9F1A784FEF85}"/>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 name="Freeform: Shape 31">
                <a:extLst>
                  <a:ext uri="{FF2B5EF4-FFF2-40B4-BE49-F238E27FC236}">
                    <a16:creationId xmlns:a16="http://schemas.microsoft.com/office/drawing/2014/main" id="{E85A946F-D8FB-E175-19BE-D3DA347F7440}"/>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ECB8DEAE-5E99-0E8D-ACB9-FCF27CF0B03F}"/>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4A6C9A6F-FAD2-F088-42F0-D380D524BF81}"/>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CF0C8451-2201-EC15-4846-F42B7B6C8A1B}"/>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B26253F0-B496-8DFE-9A81-4D3F44C6F043}"/>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941FB6DA-76A9-538F-BCF8-9B5EE90CC189}"/>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9C6453B4-2E4D-6373-3314-5B68F25B6C85}"/>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095E12DB-4DDE-3622-A2E7-FC21F2415325}"/>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0AAD55D5-D715-B1E9-8162-FD7AC5A08323}"/>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41A0D458-D626-2EEA-FBEB-B876E5A2DB5C}"/>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862292FA-1D7D-DFFD-646E-CD7A48B48A57}"/>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36A73168-3D5B-F807-5D62-12D318F68C8A}"/>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B799B832-2C27-4783-43F1-968DA331F835}"/>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05113CFB-6D73-F120-FF60-FFB0A81F883C}"/>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8C69DD61-200C-EC09-746D-A9938C046F62}"/>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6A15306D-FF5D-4C02-C457-F62D57E1EC6E}"/>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DA9C14B5-802F-961E-8471-6466F28FE141}"/>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4CE8DBCF-36EF-867F-B63B-E32BD30ECB5F}"/>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4A45D300-1A7B-EBFF-5F2B-EB22C8BD3794}"/>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8FBCEB5E-1830-02F2-7B95-6801D4C64F8B}"/>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A6166443-7866-F26D-C332-5FE6D0B719DB}"/>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9D92B979-C2AC-BBE8-966B-D0D76738069B}"/>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AC50F7D9-A27D-4F73-2F87-ECBCA52EAB51}"/>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2297BEFA-9428-A140-DBFA-9ADB8BA4DB95}"/>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358644F5-BC62-1C60-78CA-33E1757EFE4F}"/>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1DC49CAD-3CD9-6DA9-2C94-F61D295318D5}"/>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D1E22B64-7D64-79AE-0713-1DEA92A6B624}"/>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54DD4018-ED29-02E7-1371-C246709EAC10}"/>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03AEA470-9BDF-DB7D-1319-62B7F955569B}"/>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9A67C12D-4C18-A115-DE67-4CD322DCE20F}"/>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9BE5E162-4530-2AE4-C16A-FAE9D8608195}"/>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F7AC6C8B-6599-1ECE-1B9C-B3DA80AFB05B}"/>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A46D8533-2B06-1652-BC6D-21AFFF311144}"/>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F92610D2-95DE-A407-04C7-6030466B9D8E}"/>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34DEEDD2-D07E-0926-A4EB-8A5D0F7BBE25}"/>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9F5E0D43-38CD-707F-751D-079C70B949AC}"/>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8FAB908B-EED6-D310-68AE-1CFA25EC640B}"/>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9880F095-DD59-F306-C36B-7394A212D6CC}"/>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A4D751A4-8BD1-77BC-B71E-1EDB876B85DE}"/>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9E7063CE-D767-852A-AF93-97F53AD14B7D}"/>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4EE97720-2339-A31E-C6A4-BAF54202192B}"/>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6DB5859F-1BBC-20AE-C1D5-B129AA41960C}"/>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487F49CD-E77C-2E88-A247-2704CDD8FD55}"/>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AFAC7D96-5C56-EE55-E8DD-B0BCF6A24AC5}"/>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FF188D29-C26F-B918-497E-0E544784BD4A}"/>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67AE30FC-DB30-CC66-C29F-5D48E418A73C}"/>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498D9A56-6056-88B7-12AC-39B8A7C583C8}"/>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A666CDE0-AA32-D996-4AF7-9B793F92752F}"/>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D3A8FCBB-1CAE-A97E-4C33-B3D4FAA5C8FB}"/>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18BE1C1E-0A90-ECB2-EA58-0B7E919F578F}"/>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C3C95456-5B12-9467-4C46-189E972AE69F}"/>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EF53A7C2-1959-BBB2-DF71-965E23ED5860}"/>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6B282939-23CB-F7F2-00E9-299C687FB871}"/>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BD3E52EF-20D7-DB41-307C-D68ED753ECAE}"/>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BC77683A-98CA-1E40-0AAE-47082DC6567A}"/>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A6B6D4CE-5862-CCF6-8B05-22A2DF95EF71}"/>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D524EB40-9948-AC4A-C082-11ABC1642F58}"/>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E2498C53-464A-A384-039E-A7214BEFF199}"/>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63BC278A-6452-84B3-6EFD-29CFB9A81C7C}"/>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ACBC4E5E-E4A2-865B-6546-1A5B44908210}"/>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2B5EE2E2-CD23-3240-A693-116DB031CF5D}"/>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FBB595A4-DFAC-9A2D-128D-489D6B47EBC6}"/>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A9E595BF-B884-1857-1132-6EA437EE107B}"/>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6D07889E-D874-6994-7299-72DE9F42E343}"/>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78B86F91-91B2-B335-959F-3E2D574360C1}"/>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0B72479B-97DE-8590-F7C9-0768C8B38264}"/>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F9C760B3-0EAC-0492-5331-1B02F93FF5E4}"/>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A3870BDC-6E8B-0D40-1DB6-36D56C85E5EA}"/>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07AD99AD-A63F-5283-B8A7-B4A71E4E45CD}"/>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191B90EF-1B6F-6A30-600D-5AC0A5C0BFDD}"/>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F4B36881-3911-E845-15FB-2B8A4A78BD94}"/>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64A668FE-CEB3-5024-3354-D9C946D9220C}"/>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B52B14B3-1B5B-0B8F-0581-C9BF997A7BD7}"/>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F2F1194A-8A05-B20B-3957-5734BC6CA457}"/>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2912157F-BEE7-ACB4-495E-03BF9CB2F7A6}"/>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682DE654-D5BA-5808-EDBB-9FC912391DF0}"/>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CC7A7366-AFED-96B6-A6D3-45C98286862A}"/>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4017BDF9-29B4-48B1-8FBB-8AD6C0574383}"/>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9228F681-721E-76B7-0507-A2BB7355F3C9}"/>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46E4E17C-7C02-42F4-C13E-0A7972652597}"/>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6B7E5A35-01B7-333B-EDD8-C1640A27E835}"/>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C824F4D8-6EB1-4180-9322-113015183893}"/>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6625C501-F6AC-1089-CC91-A465CD7CF8C4}"/>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29EB764E-1026-9831-D839-521C6432EAD7}"/>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55804025-9CA2-A83F-9AAE-3F35398870D4}"/>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787EEE15-D47E-F80B-AF0A-67365637FFDE}"/>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495E4271-6592-4161-4AEF-8DC61AEE1441}"/>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BDB5DD22-C97C-9600-772A-0C070C9ECFE4}"/>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028003DD-853B-6643-C539-DD32436B4C04}"/>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C291E4AE-B078-392B-CF56-D7C88D18D80A}"/>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77A2C5C5-12B7-F62D-FC2F-0D72B4BB92F9}"/>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0477B580-B2D7-0CD8-4FC3-26013CBE96C9}"/>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4EB8DC8F-1170-0465-717E-5980784C53A8}"/>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7E879E12-6837-D533-C4DE-8870CEEC246D}"/>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8B1A9937-F9A2-2D6E-8F71-1DAAB09F98FC}"/>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39613C56-EBB4-0E20-7B91-915AFB3882D6}"/>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1C0C7EF3-09DB-3E01-9C02-3AC57A87FACF}"/>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315CED6C-D9DF-9238-AC83-277B72662ACE}"/>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661F2A24-E8C8-4895-80DE-9C5E524C0124}"/>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92A77EC9-4EAB-C810-E6A9-EC96017C3C23}"/>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70E34ECF-30D8-B388-5E60-21C246AC3CBB}"/>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9EA2509A-4BC2-6F41-16C8-F9B6531411AB}"/>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915ED594-ACC3-745B-ECD2-117DE5F77607}"/>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639C3531-5BE6-3CEC-8773-93D64C3C5A77}"/>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148A5175-8E4F-CFE7-A11C-9ADB72A759CC}"/>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A0837A5B-0C24-0092-E7F0-52C7C4CE7C97}"/>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05745E47-77F0-2286-48B7-73DA2967C4C3}"/>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1C1A10B9-4A13-BE3D-A0E3-1E03EAAF1153}"/>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E1267A06-379D-00E1-0635-5EDC32235A1C}"/>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CD351DE2-232C-CB80-8A27-C7710BF55E24}"/>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EAEC06DC-C9C2-EAD8-0215-D8685F977674}"/>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8DD01FA2-6169-1FD1-173B-079A5BCD0D1D}"/>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1C9C7751-70D7-70AB-E192-D0BC971B2070}"/>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72306B6E-9B28-418B-CF8C-E9D18675BB05}"/>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02178FEF-5729-E2C6-05E9-BDA2DA463835}"/>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03ADBB54-E581-F9F2-1C59-6FC4D87C529C}"/>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7319AF86-44B2-B2F0-9AB3-D6B144361FB2}"/>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91B0AF12-6CF3-1B21-D0BD-A97FB3574E09}"/>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D344563E-43A1-78D1-68EF-DBA25AE29C85}"/>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D72CA55A-2CF8-C04C-2E7B-A16275A4C1E0}"/>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38405A44-C2C1-3266-CB92-4CCFA06CBA9E}"/>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CC57AD15-93F6-99E9-F7FD-DDA7F62976B0}"/>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586BFF5A-8064-FB82-79B6-02E1B4C4CFCB}"/>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87C8661E-31DB-4649-C4AE-BDA11131A220}"/>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555C818D-7C8F-35C8-AB66-BFE4C3AB09C2}"/>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DDFCD8E1-549C-C823-72B0-1A5B809B86BE}"/>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E51A5E08-DFB4-D630-67C8-5962ED608096}"/>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75017221-1362-D615-9732-A23931EA6870}"/>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4CA15D83-EB38-AD57-D90D-8ADBF7C87AF9}"/>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052BBD17-5FBB-E57A-E01B-6C4368EAE712}"/>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BDF6F123-D1B5-6534-B2E0-4A6C0B7672F5}"/>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8AAB3226-144D-822D-373E-0FED7772BFD1}"/>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A9AD414C-81B5-380A-2993-B9C937A4ACAE}"/>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BFD36C6D-8C5D-CF36-E98F-DFF3A4861EC7}"/>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23C8F3FE-36FF-BBF7-76B3-169EA9003FFB}"/>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85B0C35E-64AA-C02F-EEC4-326376696832}"/>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1C95EEDD-8A0A-A093-E27D-FBC36188CC51}"/>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14DBB152-9DE6-C804-9972-C77820973CE6}"/>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ABA234A9-7F95-2D80-BBEF-B594886D4443}"/>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ED5F13CC-DC20-F66A-B21F-C1925237E769}"/>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45291109-1723-CE6B-0F06-1FA77D2373B8}"/>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BB6AAF29-6C34-2D74-5E56-B629F5149E39}"/>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F47376A0-6DA8-8729-285A-74A304D78637}"/>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77C2D731-9F9F-6630-2E3E-7E60303E2A78}"/>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A478886A-0C4F-1837-E0A3-9069844AE61A}"/>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7924CF45-0CCC-6B3C-4D24-5AB00C084B89}"/>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8B46C7EC-8B5C-4E5A-1C9E-F7D679D6C7FE}"/>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A496D6BA-80FE-5744-E39E-74E9BD9D1577}"/>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63901804-3AF9-5EC2-3020-6E2725D3661D}"/>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6895B693-E9B6-C1ED-E702-024BC98FAA0D}"/>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1FDDC23B-5BF7-DFA8-61A4-0E2490AFEAEF}"/>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C040F0D3-A7DF-80E8-9644-9E75D2B19A88}"/>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A9B615FD-FA49-E8B5-29D0-6EF909A13A1F}"/>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13C9E8F5-BBCC-F6F5-E455-2102039B4D1F}"/>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00A89C7B-8DE3-8581-EE8F-9366D297C5C3}"/>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519767B8-0550-D940-B5AA-771C6E0793AF}"/>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0D5ABE36-2B74-EE8C-B097-DBAEAC117D7D}"/>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82EE9EF5-EC8C-56D1-561A-C892025FB787}"/>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C0C9FFCC-6645-1A66-33B5-98020C558511}"/>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111824CD-D8A8-FE1C-86B6-28931FA33704}"/>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7F1388EA-C3AE-7401-58B2-D5DEE9DDDD9E}"/>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BA3DC987-DA71-EC0F-3385-C785775910E5}"/>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4B78E79B-3881-9AE3-3147-494F032E9D9A}"/>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E6F6DAF6-BEC7-2E5B-ED42-6DCA12EA9ADD}"/>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43056FE5-AB66-D55A-494C-BAE22D6F6D6C}"/>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30BE959D-53D7-BE3E-4975-5BBA9F363640}"/>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6572AD00-3218-58DB-ECEC-B8F7F1962DD2}"/>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0EB9405B-5CA3-A5DC-CB85-C1BD07E07971}"/>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EA4C2131-DE5C-762E-29FA-59188C5FC916}"/>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404EA6C0-D67E-33F4-38B1-7EB3834659AF}"/>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9CA87798-73B5-5F08-A804-D9A20625FBF9}"/>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A3F373A7-62AF-2BFA-355E-48B0B58F8F93}"/>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8E290DBD-2CF3-1203-9E34-E897EF599D7A}"/>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6F9FF150-FC5C-75B6-3106-6540686F20C6}"/>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54886212-4AA2-C165-7F74-5239C2A2BA6E}"/>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841FFCBE-A233-9DF0-8275-EB8DAEFF7128}"/>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0D1B3BB7-485D-7027-76D6-FD448AE6EA71}"/>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F010FC73-7A64-036E-2455-6A4A1A8F59F0}"/>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8B298109-6E72-E04C-6503-2B006CCF0618}"/>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06DEA31F-48F9-19BC-5856-C9B02217066D}"/>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F4D55FFC-2A61-C5DF-CCE4-CEA6728827DC}"/>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50F6E542-0FF2-6D5B-BC87-7C08FD0BDADE}"/>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F2C3B9A2-833F-2DED-29BF-1793BFB14CCB}"/>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5D05DEE7-33E4-C146-F7A9-987A1AA3124D}"/>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87DCF0FB-9DC4-E399-F320-3A91D52FDF71}"/>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2E114644-DC0B-FFF8-0F4F-CC9E503B531E}"/>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D786A5BB-F7AB-1B7B-1B7B-31F2B5718A7D}"/>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9C2548D5-94AE-35E9-AE57-A84FC056104D}"/>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67267411-0F08-E152-42E5-2820A3511E6A}"/>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D42123D8-76B8-1468-67F3-31B888C38C7D}"/>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47B2A15E-2F17-DA9D-A665-F89CDBB451C2}"/>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7D611409-3C92-2D77-1B78-57AF849B8D42}"/>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F70EB53C-79E2-EEED-D1A6-533B91012B17}"/>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16F6FB6A-6E36-2A49-19B8-84C3EF701B07}"/>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8DE8C702-E44B-870F-0071-38093FBC085B}"/>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288029F2-BB58-9A12-F0AF-E8976EA546F2}"/>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30C509C0-8B76-B5F7-F70D-B464FD9D245A}"/>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52C44584-EF45-1F3C-0593-CFACEBDAE05B}"/>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8E142691-C180-7069-C0E9-0BB02AF03878}"/>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C574B2D7-EB20-5966-8EDB-68ECAA3BA726}"/>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C03374E0-2B4F-0A12-8310-5B07DE10D4C3}"/>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AB72B6D9-E82A-2708-20F2-A39F4FA9F6BA}"/>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A258C443-0F7C-7E49-802A-A83843D2BF89}"/>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15DF0EC0-1EF5-E651-7564-4CC5C4278EE2}"/>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E790CAE5-C6C6-D358-7776-3E92EEAF6AF0}"/>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7747F151-67C3-E325-F1CB-5D2EEDB4FD15}"/>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5F673820-D713-15EB-77C8-E3AB6A58A599}"/>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C9A98AB7-CF09-5D4C-ACE6-E79CF52A04A3}"/>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59AE8F2F-DECD-1060-B1BD-A2A186EB7483}"/>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780349CE-2131-FAB3-0405-61376FF32D36}"/>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CD0F86A3-AF3F-EF52-2791-D54F28DED6C2}"/>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600E993E-13C3-296C-1B71-7A87C764DFD2}"/>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73C0E1F2-8D9D-50C0-20B5-0544EFCC91A2}"/>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0864453A-3647-453E-8404-443D55C6BA88}"/>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C3084E61-2600-5160-C6CA-36A08A9F17A5}"/>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17E22459-6148-5BA8-BE26-B87DAC56BB2F}"/>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B2ABFBEA-123D-453E-A5C8-82E5992F0D78}"/>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0CF6111D-63C4-7DFE-E380-0CA2CCA14011}"/>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50B9E91A-302A-DA7D-1E1A-81A131CC04D5}"/>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A4B19BF1-68A6-3BAE-256A-110730C907DF}"/>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12CA7F96-04AB-6E12-AA87-D63E90E7BF00}"/>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82D17827-8FB1-39EC-7BCF-FFBCF95D9E72}"/>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526BDCFC-9E86-56EB-ECB7-F07609B30F2F}"/>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330B0EFE-6095-EA82-474D-8629BA8FD31F}"/>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A6DCCCC8-3602-9914-1E0D-87481AC93572}"/>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9BFC922C-8210-3D6F-8D72-DEDEBFC89443}"/>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6F859CA1-75F2-9326-A763-EB9069C6FC89}"/>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DA9AC0BB-56E3-CCBD-5B45-E7BEA32B2FBA}"/>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C5DA2FB2-4CD8-C996-4BF5-9BDFE47197BF}"/>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E559B5CA-7C09-5EAA-611C-FCF4E23936CB}"/>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3C984B21-7F89-8DC5-C9A3-8A87069A953C}"/>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12BF7D7B-D6C4-17CA-F2D6-88C71195DB59}"/>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AAFA57B4-6938-662E-2F00-3F11AC5906AB}"/>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D6215360-8680-00A5-CF5B-005FBD4BC615}"/>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DB8CE5F1-82D2-5C57-BD67-942BC9522429}"/>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619F3E5B-D951-057A-681F-0082F07570B4}"/>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78156D4C-2B4D-2CD1-F9B8-AD185B7F9431}"/>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2600DACD-AE11-36BC-D947-2EF7E0DE6F25}"/>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CCCD808E-CE5A-8414-8737-A7FF9B69250C}"/>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F9DFDBCE-80B4-0AB4-5CED-8A5C744FF459}"/>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F79F1989-6527-2BFF-C04E-F396FFFC4E9E}"/>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441B743F-1F61-6A35-520B-66CC27EB0086}"/>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DA32F36A-6D58-77D9-5014-869DB9F9F348}"/>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20DD771F-32F8-4334-1628-B23EA3602DA1}"/>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BF161C0D-2633-0502-EBE8-C8DFEECB271B}"/>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184DC102-F9CC-197C-78DE-BAA91AED9270}"/>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C8005F8D-0433-82E5-23D6-315842D17974}"/>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1D4A4202-4C8D-6998-AD72-81521ED3DBF3}"/>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5E33C412-6FFA-7CC3-849B-C490FE31CA3D}"/>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BA841CB4-4DDB-7D09-0D10-B2D1A7B923FB}"/>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CA47E17E-09B2-416D-430A-39440E3D7AE9}"/>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030DF27B-7354-A3FD-11B4-4228AA7BD0EA}"/>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479F96D3-4862-2EC0-783A-DD7CED6FAD4B}"/>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37EB17AC-F2DB-D728-010E-8231F2799DCD}"/>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91D9A603-F26B-2232-8262-F3C9D93F1FCB}"/>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C1CEB144-6FAA-A856-9323-CAB8F55D0789}"/>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6BB5C437-2880-39F1-FB09-F788F3FDEFD3}"/>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60EEA197-115A-2BC9-BBBC-C8E02329D0E5}"/>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0053FEAA-2685-0838-4D18-4913F570F5F3}"/>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139DCF90-A841-0B00-1AC6-9049B5E135DB}"/>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CB32BEE2-57B2-D84C-017F-77B1C7FC806B}"/>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012EC6C8-06D9-C233-704B-6F969553D995}"/>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8D33D47B-FAAD-8C1D-A20E-1FDCFA1CDBC2}"/>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4622C47C-7603-948F-71B5-21F8E2CD416D}"/>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236E9FA6-FC93-7E50-B5AE-EC5531C4B9AF}"/>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8BAF1E28-D9B5-7C26-DF33-E26A80991454}"/>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99D0497B-5A76-8B7A-8375-14B2DB0696E7}"/>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E18707DD-78C9-8A2E-25CA-DA4A12A9E53B}"/>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07E0D898-2B95-E756-8925-A6864DB1479F}"/>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FF1B606D-25CE-5131-3283-EC2F55B34376}"/>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CF4F681F-E78B-9421-B8C6-7C58003A2380}"/>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0DE27012-F3C6-8C33-0738-A4E5E04F9636}"/>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CF486D68-D4A9-95B3-5CD9-F92EB163AB4A}"/>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C992E19B-A346-F622-9F50-FF4D60CA0CB9}"/>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6559DF6F-A115-9612-DEE0-2984B3919B39}"/>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12BDB28F-78DD-390B-3A00-461E21E2326F}"/>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0A2F691C-F919-FE59-4967-A0D534D8FB35}"/>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25EFBEDA-9092-2EB6-3F6C-3543F01AC7A5}"/>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B857F9EF-727C-6A10-D6E2-070CFC1421EC}"/>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F07A425A-BB5A-DEDE-23C1-E7BCF1A9494F}"/>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94DC7C7C-E1AA-D46F-2705-40E796E6A33B}"/>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899076CA-E882-CA30-0080-5F5B232EBB1D}"/>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367438A2-6D50-81A0-7BF9-B0015BE37653}"/>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472521C2-8629-9312-233C-3931FA42A8A1}"/>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502B9751-1D45-6330-FB61-B6295CB1931A}"/>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CDD53C8C-1EE9-02B4-A4A9-877F4A075137}"/>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9F04384F-2CBB-EB4D-080A-EBCB823F7B19}"/>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DC881C4E-48BF-1F1D-8581-DE66834206EC}"/>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55187593-F7B5-C005-A7FF-38D826EDEE12}"/>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12A063B0-EEE6-1DA1-6E49-860FE702994F}"/>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25029E9A-685D-1421-D04E-197801271D69}"/>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33D2D39B-F6FB-D4BF-F357-A5B31028BEFF}"/>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512FAA20-1571-FACF-FE4F-605CE0EFFA04}"/>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E8B2E61F-4BDC-17E8-3E54-E625FDCA6949}"/>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962590A3-18D7-3D0E-BDA7-E12529919D6A}"/>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00DAD73F-F296-760C-DD98-5D969B38AD8D}"/>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E2A1E859-E37E-0814-ECE1-9BA0D67B5359}"/>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4E17A72B-CC5A-D6DB-9DC4-C5BA0A180101}"/>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CE8CB80C-BBA8-1051-812E-EE22AADD9776}"/>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6416C487-F751-1D50-620D-82440CFE7B98}"/>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F6E41539-479E-7B63-3555-A9FC8BD6953F}"/>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2E099E9E-18F4-EE0D-6273-8FC397CAB650}"/>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AC21CC59-CB60-409C-EF9D-AA8E970F402F}"/>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38840C87-F182-677C-9066-FFB51530538A}"/>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1CB20662-48CF-23B6-2301-B7CAF7E0A1CD}"/>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6B3ACB53-4F77-B1DA-1CDF-D5466F58A6F4}"/>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806CC75D-261E-D261-8F13-E26B153A3607}"/>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4734BA4C-A5A6-D53A-6E7C-2CD9105EC769}"/>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FC2C9ADC-6BE6-3D61-FC42-84D9543DD6CA}"/>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13C9C2D5-2001-3A5F-65AB-CA5C42269AE7}"/>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E69995E2-D3EC-CA54-8C41-15A4030EC29A}"/>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274637E4-75A8-1101-F5D8-B528962023BE}"/>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34FCFEB6-072E-414F-FC72-60FD8825066E}"/>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CB131CE0-6BD5-F435-79FE-8CD46553541D}"/>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C3A4E3EA-F0DA-C490-BBF2-8BC0DD3951C0}"/>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FAA8679A-4C1E-F87F-A39F-13C4B5AEB277}"/>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8F1DAEE8-2A40-B634-D518-056D96512DC4}"/>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842F9B9D-3F0B-7714-9ECA-D81C59E75070}"/>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F0F697C5-A7CC-99DC-7B6B-C3B991B045AC}"/>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13A89D9B-E9CC-9CAA-A631-F4DDC497A681}"/>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DF115C9E-827E-DAA4-8262-96B9C77362A8}"/>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42ADC449-06E5-4716-AF31-5BF0D32175C8}"/>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E668F098-A7FF-4303-894C-B89260A424F2}"/>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1F86D9FB-DC01-B167-F93D-D1BEB8AE274D}"/>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57CF094B-AA51-517B-AE59-B3628187DDFB}"/>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28896F44-91AC-5A18-5FEB-E12704FFDB9F}"/>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59B0E015-2065-4F16-9BB5-8E71A303ECC4}"/>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D4FC3EB9-3409-01FD-6663-C5FE7DA40F7F}"/>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4AD20DF0-4EAB-07F4-AEAD-87B2F9CC0625}"/>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0AD5D093-593A-A549-47DF-C5E428CA3E4C}"/>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CD1CEF82-CBF2-910E-1966-36B568B5D1E8}"/>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ECF79A20-FD0E-F627-8613-D13E27E61D42}"/>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4131FBA8-3292-0195-36E7-0BDC53CBFEE5}"/>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6D26E496-4246-5D48-641A-35A87FCECD72}"/>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6120B476-6BD9-8999-96D2-C695F0F2A925}"/>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CD1C303D-B2FB-451E-2BC2-9D659E95D2C3}"/>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AEBB8E8F-5FB7-5ABB-DFDB-E2E30372CCFF}"/>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E87B9DEA-B7D8-B235-FB5F-D3BA74146C91}"/>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A7E97C25-32E8-4A90-6576-D024052FE8FB}"/>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73CE98C3-9AC9-1126-E5C4-532BAFFC590D}"/>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942BBDF6-26C1-2D39-E5E2-15E6ECB3D47D}"/>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C647BDC9-C441-BBE3-A094-4C9A7B64A741}"/>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98C677FA-9902-69F2-2ACB-28B7A57E7074}"/>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1A6EC5EA-CBBA-DF5C-6CEB-344F685922EA}"/>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F99F0491-C121-9AC2-7FF1-DBF404708646}"/>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D0A985F7-DCFC-F5A7-6156-F6D48C2A9978}"/>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33D148FF-F014-269C-407A-316DAC2D7B34}"/>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AB4D46C2-EF58-7B86-B82B-AAB0B47DE8C3}"/>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65C2EB04-8EB5-95D1-E507-DE08712A2BD1}"/>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B4E5CFB9-488C-4726-5DF6-7E9D03EDF0EF}"/>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8D5A0801-7C62-5BFD-9EBE-7FDAE94F4551}"/>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E2A8F9C1-1CA9-4310-0CDE-D6A9FD494CB4}"/>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ABE01FF9-3445-220A-0277-6A106CB10C6B}"/>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06DDE679-92A5-103B-5438-1500AAA8F478}"/>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95461945-A89D-76E9-0524-77F41B422441}"/>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180A81E8-AC5B-9A93-0CD2-F19C0B3CCADB}"/>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31F573FA-545D-63BB-35B7-EF091959FAE8}"/>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892D3C7A-4059-5F80-E23F-B7E4910CC785}"/>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F2371478-CB28-E758-E7EF-534B82C9FD49}"/>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FD9F804D-97D1-6912-7376-B3641BFD0767}"/>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433A0A06-D289-66F9-55D1-3E90CFB02ECB}"/>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BFA9AE29-F9C0-D66B-1433-6F9F7519810A}"/>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2303CCD4-978B-E6AC-834B-37F6E50AB553}"/>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31117EF2-4D8D-FD6C-58C0-CA35F9C9FED1}"/>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3D1CD8FD-D1D6-2723-C0B3-15AF8F04D9FA}"/>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96449B97-FB55-EA6B-95E6-2C92F078F8AE}"/>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163AC5C4-673E-27D2-9BC9-9007B88D61C5}"/>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DBBCE014-3330-1BC4-9D66-8D5C6B8BA4C7}"/>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2FD96878-0A82-1CA2-662A-B774C74176F9}"/>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6AF74DC9-6C1A-2B69-C4F6-47D20209C885}"/>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ED01A952-B5B2-D170-81C8-2FB3E5704E98}"/>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5AB03C98-C471-1654-7C96-9A1FBC21AAF7}"/>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26649779-6C89-3383-AFDD-57BADB85F4CC}"/>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5FCB9F6B-19D5-3912-35CF-9E633AAC39B8}"/>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9FC7AC40-1E14-B383-F191-60D243519750}"/>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D3F1D6DB-4F02-3F2B-2DEE-AFA99B1C1A9D}"/>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E1FF6F85-B32F-496B-CD1B-95EC357D4902}"/>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F104D483-778A-797C-6F6C-4E0870AB370F}"/>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F8021AFF-03BF-F40B-8F68-AC11F5DEDBA4}"/>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28040DE8-6E59-9800-134A-DB73A8E7FAA6}"/>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77AE88DA-FF7F-B422-00F2-6758EAD8E341}"/>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1E3057EA-509E-13C1-2CCA-15C20DFA3107}"/>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057BBD5D-E353-905D-6491-06148568D0FA}"/>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50CA783C-7521-051B-EE8C-48EE4C87235D}"/>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993E76AD-80EB-6F61-8879-C4D6FFBD5DF1}"/>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C6BF570B-3BB8-0438-B3C5-48C01417B196}"/>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647B747E-C7AD-35D0-C741-2057C08C359A}"/>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F390DAF8-8B1D-C52F-5648-68A7B7EF629E}"/>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054DFFE0-5EB8-8D1C-61DB-61ECF91D06B2}"/>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BE19A8BF-C26A-254B-C043-240C652EEA0D}"/>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4C052EDE-9B9D-A50A-FA69-A05E28D5F57F}"/>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B56C02DC-9537-4A3A-0986-4E635AAD8C60}"/>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0E56D269-2E57-2E64-4AA8-7AABBECA3E68}"/>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AD0587B5-A42E-E2A9-E2B3-115402121522}"/>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6DF8478B-8D03-A4F2-1A3F-5C5AD1EF5757}"/>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8DD1DEB9-7F3D-E1F8-1AA9-D3ED12641F29}"/>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9DEAEC91-788C-9322-397E-7472EFFE7755}"/>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751388D0-9AD4-D783-46F5-A8C0C6DDA94B}"/>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F12A8589-0CF1-4319-4568-91359CBF7D0C}"/>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9AFC989D-1FB1-2F99-DA34-1B0DE151C961}"/>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9E8FED65-3017-13F3-2D54-532182AC3DE7}"/>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3DA72B5F-DC32-40AD-1346-C822047A0820}"/>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01D2A279-23A4-6BB1-BCF5-ECE1FA084E54}"/>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82F7BE2D-94C0-00E1-7E29-3F56A64E97FA}"/>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AAE08D27-2CFD-AC47-EBE7-B0B971D556D7}"/>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9F85D0DA-E7CD-FD2B-6BFE-F0DCE0492A5C}"/>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6F110A09-212E-DBD6-A21D-8BAC2F75C228}"/>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55B247B5-5AC0-FA53-4C82-8A407E06C497}"/>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9E50CD89-5C81-CE0A-A3F9-81BA01EDEEFF}"/>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B48795AE-CEE7-F658-BEDF-55E3C5C4F79D}"/>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8456691A-E2EB-0333-6E7C-7B7005F0339B}"/>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D2299238-7CEE-8F6C-8444-5823E4D9F1BD}"/>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B5E6A55A-167A-CE20-517A-10E33750AB74}"/>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CC9ADD0E-A581-952B-5337-014D04430E06}"/>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DBA944FC-D7DE-A8DE-6F66-B17461FECCEC}"/>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E07F234A-F377-1EEF-30EC-A9347FA49459}"/>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9F52B6FF-DC0A-6B8F-BD9A-D6E0F7B9EEF7}"/>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4D4C0520-FC8C-48C1-8C16-97D6DDB53860}"/>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20AAAAB2-C3AF-B728-2A5D-73C849EBBDA7}"/>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B404ED84-A35F-ADEF-26D0-A108AD9830EC}"/>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C64496CF-6534-DC2F-0425-4F069F3C953F}"/>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DDC45A08-6182-AF18-27BC-DE66AAE12137}"/>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EAEBC23A-167E-572F-4D34-BD27A4ED8B97}"/>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38F00B58-37BF-FC9A-EA35-B3B5D6A2F7F2}"/>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9A2FE8E8-1C0D-1797-C69C-289ADA1F74E7}"/>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08651EE9-2FD0-0BD7-65E1-8FDD8E12F8E4}"/>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161B197F-35F4-ED87-A696-83AC42F8EB0C}"/>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EF415A4E-FDED-F5E6-2CC7-0726D47C9873}"/>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D0520040-1CD7-4B5E-8204-497C92F7F933}"/>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C2818A5B-459E-0AD0-2690-19EF50438BB2}"/>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AF2CCDFB-2703-8E67-34D8-3665B138884A}"/>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A02D3B59-9C30-6847-5C14-79519C0E6876}"/>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AAC82BB7-4EE4-C874-8976-445ADB669FC1}"/>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9AB35622-4929-79AA-C29A-B499CCFCFEF8}"/>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81888A09-4D43-7E07-AC67-7DB42FE672B3}"/>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D7AC1315-4234-78FC-A756-88ED0C2BEEED}"/>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44F02F0A-0F3A-B007-D1A5-FD55CC65482E}"/>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E85A808B-1824-AB44-AE45-C11FEA1B9B23}"/>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51430AD6-9A3B-AC33-8CF8-05A5A3298EAC}"/>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D1DF755E-301E-4CC5-5819-69187B2DA110}"/>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F807E77C-70DE-4C6F-12FA-BD4449C55A80}"/>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3D51F231-210A-D9AB-F68F-C26447E168BB}"/>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0A909529-1E1E-9684-FCB5-95A776A66606}"/>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97DB98B6-F7C1-9AF5-6F21-6860A4B6562E}"/>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252F45FC-4C74-8689-EB1D-276E6E2E40BC}"/>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1EE5CD53-7377-468F-25DA-52E7C5671A97}"/>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B911B8B2-88A2-8FB9-8A4F-32724B09F0D1}"/>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D3A2D48F-B2B6-E2AC-71B6-82E5299F9928}"/>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7D183EDF-58EF-52EF-D78E-A1EDB0539799}"/>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5601F7F5-73A5-B3B9-E0F9-36E6D5D1B614}"/>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806FFF90-2319-EB2C-7B8F-0CE0F97DFEC2}"/>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F49CBF4F-8AB4-07CF-E49B-163362555D92}"/>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5BB433C3-7CAA-934A-45AD-BBA416019292}"/>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3172C879-32A1-2DC6-73A9-820F0B1AFDC8}"/>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8131C0D1-72AE-5CD8-CB6A-DD3E9E025E73}"/>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2F32DCF4-CD68-07A7-696F-DF4CD8386341}"/>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A579A27C-447D-17E9-0B30-5FD8FEF99540}"/>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66A6D24C-0CFA-3A49-CA27-5F4DDE6E2841}"/>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778BD0F3-FAEE-62B7-A064-74B47950FFC4}"/>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20AB9072-0248-BCDE-7BC5-8F4D407553CF}"/>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798B12B3-14C5-647D-70D3-6AB0ABC231DE}"/>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03BD298A-CCFB-3440-C807-9964AFAC8221}"/>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3681AC1E-2910-C062-CBD1-50BD5119BDD0}"/>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7D8AF93F-9380-1B22-FBF3-AACE3DEAD83E}"/>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82DE5A54-2771-CD48-0E55-AB554FBF59C0}"/>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8BA4D0B5-9376-38C1-D4E4-897AB202C5D6}"/>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C3EF4C8F-F8C0-C0EB-2321-273C8B6F0AE3}"/>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2AA7A671-0020-F984-C958-57B668C1832C}"/>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DA32C935-77D6-8ECE-AE23-86EE36F17179}"/>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182AEDFA-4D2F-2763-E05B-1898634705AE}"/>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6D737560-5886-41AB-2F75-83A86DF731A5}"/>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C7602595-17F7-CB86-C8A4-A811AD6345AC}"/>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2DBC0F56-E362-7DA9-7D9E-CBB4FFD59F73}"/>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8D86F96A-FA75-DEE5-14D6-03DD845828DE}"/>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68D2700A-6B85-3489-D676-DE285E3037E7}"/>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1B17C8E5-A5F0-B7FE-15CE-92FBA32C6140}"/>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264D7F4C-C43F-0251-EB39-7D879F499800}"/>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7CCE8130-F129-5936-E726-144595C91B95}"/>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7AF41E42-F086-B3CA-EEAC-E23321382942}"/>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B3185A98-E0D6-12CD-59E5-CBAF9BFA5B23}"/>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383B6C8C-21BC-2D31-DCAA-C9D4CD2DF617}"/>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B1104908-1B52-4349-3AB6-C20AECE72BE0}"/>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9FC8C6B7-1484-E312-96B0-8F9446C0E026}"/>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193E62D1-A372-BEFE-0DF6-E1DE71B337C6}"/>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A51D05E8-1B2E-6A4C-69DD-CA75E2A68590}"/>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7C743B49-7D21-9212-53CC-BF2E5A8B9687}"/>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649034AB-4BD0-0463-38A7-35C918042699}"/>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09C2123F-931C-008B-4F8B-1B30628BFF45}"/>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44072754-77D6-DB4D-76F1-9A694DDAF924}"/>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B3785C87-687F-2AA5-DE56-8631F3C68470}"/>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FBEB8F64-EE97-87B2-A6B9-4AC684B57055}"/>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AE64B64F-93CF-535B-4E9C-7AF54DD5E7FE}"/>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173B6790-D72E-1D28-7989-5AFE7EFF1588}"/>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A03C5F2A-C6D4-8403-D191-1927B0C674B0}"/>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5DD42D5A-7D62-94E0-C0B6-261F73B5106F}"/>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87E0D67B-19A5-8881-29AC-C23095AB9031}"/>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6DE796E1-D384-0840-51D7-A3422F771833}"/>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A0794DB9-D5F6-0A13-F6AF-C797ADE9C286}"/>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7484CBBA-EDB8-C4A8-B84B-1066CAA919CF}"/>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683D4CBE-A9E3-C533-86B8-37802F7B13DA}"/>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5C5CABC9-3545-A5DC-2007-A2D30B0015AB}"/>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8FAB5D58-F8ED-B588-DDB3-DD1869BC5016}"/>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01AEA8B4-B5B8-25F4-9A4C-44E7EC3E83F3}"/>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CC27BD09-3DAF-8246-C2C8-15E4A34030E7}"/>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B1F38F6F-2EA0-AB87-8708-4527FF039B14}"/>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931A279F-7C47-C077-780B-74E8EB6DD951}"/>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ACACC340-DB64-13E1-6AA6-733D40F90B64}"/>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653C3EF4-F845-5AF1-4048-2A12FA22F263}"/>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4C8007AD-FBF1-AC23-DE7A-8384FD3B5DED}"/>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F5174DF1-6931-CA97-57F4-644723AC18B2}"/>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1EB79B7A-46DD-C60B-998E-1086664FABDE}"/>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0DF3053A-DE5C-95B2-63E7-78622660C75F}"/>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C8A40DF6-FAE0-243A-A548-111606D89E5F}"/>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D2169F4A-F0FB-0617-4BA6-7174EDF5A7D0}"/>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F4B4DCA0-D055-3A76-1C90-A4EDB27FA8A3}"/>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FD120CD0-AC0A-BA30-7524-CE64440915C1}"/>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01ADC2CB-11DC-1899-CB70-2A15EA84D6BF}"/>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226A9AF3-25F2-F0F3-A990-0F9044827273}"/>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89128EF5-9C1A-27ED-28EA-47564277DEF9}"/>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355EE451-2532-84C5-FB64-19DE036CEE7D}"/>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18BB3826-7D7F-6DCD-E202-85A4AAFE64DC}"/>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9656C247-12EF-6AAD-9D76-2F8EED04DB94}"/>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C827BE08-EBDA-6C1F-5934-D52AA733A6F7}"/>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3A28938B-F1D8-6A78-5610-A32F39393B7C}"/>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781FE159-16E1-D6E1-8327-467E5D2AC201}"/>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7D868400-AF3D-0BD9-E9C5-9376BC1DC12D}"/>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18882FCB-B3BD-6B22-7E72-D911E5E394E3}"/>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CFA078B2-C23B-60FB-DA4B-885E6E046CAA}"/>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EA0A2F3D-A213-C48F-2906-66490CC72C85}"/>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C6790D1B-D6CF-AFD7-72D8-3F9FA49B4818}"/>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F2834496-7CD3-9A3C-AD00-E7893B2A67F4}"/>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214D87B6-0FD5-3E81-0449-09AA1E7B42DA}"/>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3EA38C2A-5DE6-EDB2-7297-C0CF374E65B6}"/>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B3FD020A-B469-0860-57AA-8488B97BF32C}"/>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C744F171-4959-492A-AAD8-C077AF58B268}"/>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1B932FE3-8230-C8CF-BD43-8988A0E748B3}"/>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6B08F9B4-9C61-8681-7C8C-C880DB1107B9}"/>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FC686A22-8F8E-4EC2-5C82-11BECC92B3C0}"/>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A0A67E07-8AE7-71AC-EE3E-DC8E0BCA69B7}"/>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7E057CF8-BDB1-67F0-BC59-E6F783045B5F}"/>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CB540704-9488-E961-8F87-513914851B7D}"/>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7D727B8A-40F7-2EAD-C827-725988D5C5C5}"/>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E5E8E0B1-03C2-C59A-31C4-86BE6167E151}"/>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370F9BDB-588C-6A4A-D421-0785BE966F03}"/>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C1124812-CF03-4E65-CD8D-839EF28B04F1}"/>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EC931072-5EDE-0699-771E-DD59003DC881}"/>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77824559-DA1B-9464-2611-289AA6DAC07D}"/>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5687D5E4-DF09-7A25-B80E-9C6E28597DFB}"/>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845C1137-88CB-C96D-2E58-820938F2670F}"/>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479ED1B7-1455-32CB-A7F9-71051098FD41}"/>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396B2D2D-C2CF-EFE4-6C0F-35B6434B389F}"/>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AF60FB91-C49C-0862-2AC2-154BD76FEC77}"/>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DBF60FDD-DA35-E6BF-4510-1964F274F032}"/>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669E7CEC-8C30-7671-D033-9563BA537A28}"/>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9D53863F-B9B4-07B6-0411-EE0A705EF34F}"/>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5DA85D7F-8BA8-A604-30B1-25DAC93FADE0}"/>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3B693957-BC89-CF88-4FD5-ABBB3E49F26C}"/>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713E4A63-C48A-1B53-9C57-6D7A59F35078}"/>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7F9CCDBC-2FA5-7388-BC83-22EA61FDAB6B}"/>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E3F51DBD-037C-0C68-93D8-D90752D4A931}"/>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7EAA050D-E423-5F0B-FD68-E6759ECB22E2}"/>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923F958B-E044-EEC1-027F-D19AD63DB78C}"/>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B28EB4A4-D6C8-C573-A663-C883D5FE0F1A}"/>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E26480AD-A117-A2D7-E186-BEB322925D17}"/>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7F076E9E-E015-6961-5B45-399E44253DC8}"/>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FA586275-E72A-B26C-1C46-4E884297B85A}"/>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0ABD0987-2162-2B65-EA1D-ACBD9F79B975}"/>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72815BC6-CED1-F6B4-2BC7-37E45AB999E5}"/>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65BA8392-0608-5847-ECE9-D67FE89FE31B}"/>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116C22F2-4E21-4190-104B-2AF0CE05D65A}"/>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3C42495F-15CA-CF8D-01F0-5C60910D08F8}"/>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052690C4-8476-70E9-AE5F-1B0FDDA07AFD}"/>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37F2FB2F-7929-33D6-7309-8DE5D12E6DB0}"/>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59E5370A-468D-712B-C8AC-5BA25369DBA1}"/>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AD3198F2-F3D0-EDF3-F9E2-D18BB0B0007C}"/>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A8753991-17C1-D673-BD69-9CFC5BE28CD9}"/>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7DC01B64-4FDA-0AA8-3E12-18D9C6CE4F9B}"/>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C0F6DF22-65A6-1765-0921-B44CFA74813D}"/>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AB9A89A5-8E51-7B83-FF7D-EFFEFDA617ED}"/>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462907FF-9F1A-4509-03C0-5A80072042A7}"/>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7CA38DA6-6FC3-9169-C29E-9B70F67A8A2C}"/>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3A64A579-C475-17D8-87F6-6C62A0F2EA92}"/>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B20D0D88-EEAA-E348-4664-C38F00B0D5A9}"/>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AF5BEC44-9E25-D422-2BB9-75DE1A962034}"/>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372FE95E-9C29-27B0-63F3-A1E8A58FC783}"/>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34566899-6080-A0D9-77BE-F62DDADB8B73}"/>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6C6E34CB-038B-3D75-728B-1181E5C230AD}"/>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DD926DF6-80A4-2B79-723C-0F76169F7600}"/>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1D9AA3F1-2F05-8A8C-7DA8-D901E5506DD7}"/>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C6C4716A-4ABD-A9E7-0A57-572B0DE6F820}"/>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2A5CF18F-D3B9-DCE6-B3FB-E73BBC7B74C3}"/>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8AEA3165-DC26-DED2-8881-C79180A97E61}"/>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3BA29A51-B0A7-E714-4497-0F9BEC8AB7C5}"/>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CB148BA3-0663-290A-F293-3D0A4FB3997D}"/>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26EBD49C-8973-A19D-5702-5ACDAA144BAB}"/>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F33CC632-5D52-6DCD-8854-7E5A61B475CF}"/>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469EE8E1-B557-24E6-4400-6FD5C92220F4}"/>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7F9764AE-1EA8-AC9B-3079-882314F6FAF4}"/>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209EC179-8C8C-2C08-7705-E1974D71C11E}"/>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77DBF04F-A53D-04BA-227C-B1CAC54E682E}"/>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2E5D08AD-D740-AA8A-9188-90B55D2601EB}"/>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9C0F768A-EA52-DF6D-28F9-AF0D50105B9B}"/>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8FAAA4B3-103A-94DE-F072-41FFF73865C3}"/>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C60C6800-F42E-F8C1-CF80-681C46D2281B}"/>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7CDCEC03-A174-1847-B555-541515F2ED76}"/>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E52074FA-FF43-C8B6-DCB4-224CFE5BF657}"/>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3BA1C0B1-3872-E2ED-338E-FDBD33A4736F}"/>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6FFDAFF4-0AD5-CB25-EDEE-77596A12A5ED}"/>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6A4F2730-1C4E-F7A5-D115-41AF7CAF5FE8}"/>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CBFC3791-BE8A-A1EC-1CE0-E63E151CD1A2}"/>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E3F85F15-C657-DBB3-8924-D2EF2356E51C}"/>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83A5AD33-770B-B7FD-00D5-C6E1E8EF3013}"/>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6E0AB966-C3F4-2273-5889-8B9DA423DCB3}"/>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A59D4F64-CD8D-B5B3-2C9E-949D57FFBB10}"/>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4FF89C30-5333-7D06-215D-9B8FBA6BAD14}"/>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3A0DF35D-3373-F93F-6B52-6295A3729326}"/>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1B391F02-CB87-9C8C-A2E9-AAC93C0EF44C}"/>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AF07F334-1CF1-7C54-9D66-04A182268E4F}"/>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F007F7FE-5891-023B-D9BD-4CFB5A11A11E}"/>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D326CC28-A711-27E6-EA38-FC874B8B4C8D}"/>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1F6274D1-E812-9AFE-7882-9099C2EE567E}"/>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3E6B04A3-F94D-EBA5-DA92-CD168A22EFFE}"/>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8CB13202-9827-33E7-21CD-84C9154DBDCC}"/>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45DCF589-67C5-5FDC-20A9-622741B1C03A}"/>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3E925875-08AE-EE40-C19D-15F6A3A29B4D}"/>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CAA25E9B-84A9-9163-FE41-41A8924B7557}"/>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549B3501-F397-445D-1602-2FEF341695D2}"/>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65E1A9BC-290F-E6D3-6755-1A0485876348}"/>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7FB6562C-40BF-52C0-19E3-B91AF6E5766F}"/>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5A000CEA-36D3-68B5-19DA-B360AEBB2987}"/>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EAD7B0D2-816B-AA1C-7589-1EEAC9665549}"/>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BAA88755-416B-4C14-9D9F-E10740062F29}"/>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3D0D1CF7-D2B7-7176-01FA-D3A5645539F2}"/>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382961A1-213A-39D4-8009-2CEDFF380618}"/>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3484A3B1-4868-D054-9AC0-6789908A354A}"/>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35D2181F-4D76-C08E-9EA3-E022DCABE131}"/>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0E2A0AD2-1B95-DBDB-6972-A6F85C225040}"/>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DE60A369-A4C6-4DE8-B5C5-D19EF96F72F9}"/>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491C09A0-7B90-54A8-B61E-C2EFBD19E78B}"/>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9A19FE23-FA14-9581-7B0F-6C52D1649EFC}"/>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1978DAA1-12F4-652E-D8B3-71EA52ECED6F}"/>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6312559D-55F8-86D1-A81F-C8FEFC621D16}"/>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FA3AD8C3-83D0-A29B-162E-583148B442BD}"/>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4FDEE908-A999-74E2-8576-F1272090460D}"/>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904967A9-2721-77DE-FF67-58E5F43C82E9}"/>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730C1059-7F8B-8947-9857-82639A459163}"/>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0687A0B8-A335-C110-8380-2FDAAF0BBD35}"/>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38FAAA91-EC33-BD48-F474-29CA599DEDB7}"/>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9CE5524D-2CBA-664F-E062-02ADC80E99F6}"/>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0DCB1710-F9CA-8CB5-1FC8-20CCC001B388}"/>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14512259-943B-353A-47E2-93D2837A582F}"/>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A86DAD40-62A4-B90F-6B28-632A76772A18}"/>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4E9C0D38-8DE9-ECEC-D122-ED26DE6153F5}"/>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83D368BC-DF84-E83D-AAD9-4A9FA5DC883C}"/>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CA210471-D156-B1A9-1D2A-A3A860DAC588}"/>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72D3A422-F7A3-A625-0C87-43585C5B658B}"/>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9A39CBC1-ECC9-9C5E-39B1-E481198E94EA}"/>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B1CD4B27-407F-E5A8-D9E7-37ADDCBC27F9}"/>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89447581-E0E3-7B27-DA27-A27C7BC9A45F}"/>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0613B39A-68A9-416D-8804-EF24EA2ADDF5}"/>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2277465E-8EE1-2F22-E0AC-F6E8A40E19C7}"/>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0E39BE4D-D347-AFFB-7FD1-7E1030194D06}"/>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E0EE19C5-5D4E-481E-AE16-8205AB5C26C8}"/>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2A035A52-E9B6-1A88-FF06-59A89A5FF7B6}"/>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9313C503-9DE2-9624-7E72-83B3A141A3C2}"/>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1C5973BB-1846-F92B-2364-2D88EE0CC3A3}"/>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248F5F8F-62AF-C651-0B54-79ABABB6A389}"/>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61E3FB92-CAC9-6AC5-1D86-A44C5CEDD13E}"/>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52A9DCEF-7C1D-3446-AC3A-F6BA20C5C599}"/>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3260305E-D608-6B19-3E16-ADB6C47D8926}"/>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755CCC56-BB6A-6B2A-DA68-8B8F7E0CD47B}"/>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995E16D3-9009-C6C2-2523-1A109A1C7FF4}"/>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BF71D140-994A-DC59-5197-CAECA52FF937}"/>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89B1EDA7-0042-CA7F-06FA-F18FD4D2FC63}"/>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39A39C25-1FE8-73A3-BD58-A4F4E9CC3A44}"/>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9125950E-BA03-3D4B-A0C6-7DC8D5459264}"/>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ADC451DC-AA2D-6339-1999-20A1DE74791F}"/>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88FF32AA-E0C6-4644-BCC9-6637A1DB02B9}"/>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D34DE501-0ADC-A113-0EF9-1E2633786A54}"/>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E9812D39-D084-9661-5F78-F4C206B2D250}"/>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A9254537-8ADB-0FC4-E422-E3DE0B65CF0E}"/>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74CCD701-3AA0-51A1-8F06-F32BE4902E53}"/>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A79892A5-52EA-AF5C-0C0D-9CB9D616072A}"/>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0B0B75FF-9C19-2B2A-16BE-1DD4C8E2F02F}"/>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9878ADD5-3B65-F64B-CB96-F1D238702A52}"/>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79127B4C-D3E0-D8F5-B5C3-0ADB3F1C12BF}"/>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2F9272E6-021F-4741-5B4D-63763D81C092}"/>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0B17C4F8-2449-F0FC-053F-44AF599C1D75}"/>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6C462B8D-45DE-A125-30BC-EAED29E8DC59}"/>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03F85A84-5F47-2ABE-0BC0-76CDA6F7962E}"/>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7DB07F39-273D-CA4E-8400-FF688DC8B02B}"/>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EC3ECAA2-FACB-C169-4BCA-15C6B26B6AAF}"/>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4D03E081-9811-1BDB-4368-D677337AC307}"/>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3F45B95F-CC39-28EA-CD7E-37AED1414CA7}"/>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F7885C11-7A4A-EB3D-72C1-981DB8A15ADE}"/>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0AFC248A-DD5C-F70E-DE7F-CDF31104CE3E}"/>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8097AD94-257C-EB76-F3EA-DB5DD49D632C}"/>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8EDF4ED3-97EC-9AD2-3FE7-198071515B35}"/>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BBA9B849-D2E0-5E54-A440-AA7A230D339F}"/>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05ADD0F0-667C-54B8-93ED-B6574D23489D}"/>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E37F6856-5B48-B0D9-8369-57AEEBFFBBC6}"/>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CD3E1C9C-26AD-D846-DEAC-F009C80FC492}"/>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22D9B493-A41B-347A-7CE0-15F32E819E8E}"/>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B83ECCA2-8AAE-DCB3-FE8E-F1FD9EF1CD8F}"/>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35028DAF-3220-91FD-2A49-B634CCBAF550}"/>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59F7C237-3449-25E0-6B13-8D7518ACB5F4}"/>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67361ADC-CB3A-4894-08C1-EBB1CE44C3A7}"/>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6E3D41EF-3DF3-4CF9-1D04-CA59E63D8A02}"/>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E188C02B-AA37-874E-1D27-B5AFBE95E2C9}"/>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E59C4C3E-B0BE-58B4-8634-C6407EF70136}"/>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AE8DF7C9-1EA9-C144-0305-353508AF945D}"/>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375F16D6-DE42-EBE5-BF99-D9FCA1010C8A}"/>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7666A31B-23C5-D6AD-CBE0-0245FE5FF0CA}"/>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E1F955CF-0056-5F0F-4C25-5483283A05D4}"/>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5506EE0B-A0CA-32EC-A779-845972C696AD}"/>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8F1C1028-FA32-9222-7A7E-C131992BCA8D}"/>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2B7A5487-F8AE-A121-13C2-9C1F18525C77}"/>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3A05A90F-356D-14E4-F950-94B2F7A37490}"/>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7314AB20-6F99-0F9F-C0B0-94D2425F3602}"/>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66640522-E04A-F94F-B272-5014BEEC93DD}"/>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8C0669F8-4A25-AFB2-7F53-9078A1BF63D7}"/>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D8194FC0-38C1-9AD4-34EE-E7040985E329}"/>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DC7C1159-C30A-4BAB-085B-65045859C3CD}"/>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04AFA22D-98F7-FADF-CDB6-5CF8C031C915}"/>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C3D6DC64-9DD5-B3B1-2934-10AC5489B31F}"/>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19C4DA2A-B861-EBD1-241E-C018987A4B69}"/>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44A89C06-0090-1E24-1F31-49D337BD2FEF}"/>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B3E4A35C-7D0B-24B9-CCDD-55A23714CDF6}"/>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E030EB5C-1F18-1742-534F-5F16CCC9C573}"/>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F9059BA7-B37D-8BE7-64D4-DA19B16CBDFB}"/>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C0BFD52E-9D0C-3987-6D86-4A6AA7A642CE}"/>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1791461F-1DDD-5C45-F682-C4B32A7B032D}"/>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1D8934B1-BDBD-D75C-35FC-AC195ECD9297}"/>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CB620867-61EA-FD45-872F-80232E349C9C}"/>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39C6C730-CAB3-7C66-3F8F-528421A69C6E}"/>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6DA59DC4-E14F-1701-DDC8-49BB1C31DEDE}"/>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03C50795-42D3-10A3-CE88-A7C8C7A8274C}"/>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6EB0C82A-32A9-2C99-8FB1-43489E72BFC4}"/>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F4407EB6-6E51-9E30-D9D9-8E01B3E1DBB8}"/>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E791EFE5-3314-335F-6BD1-B50F7FD0E3B3}"/>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BFD5DB90-F814-54DB-5094-769F0C5FAEF4}"/>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40684DEA-7C5F-0C33-0682-71BB257BC581}"/>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3F2EB99D-257E-80A2-643C-A09DE61FD266}"/>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05593DA8-7ED1-A1E7-C841-CEF54A25E8EB}"/>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951FEC38-1956-E1BF-AC2B-A1CAA151041B}"/>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9E869C38-7C42-F690-E5C8-7E0E8A606D56}"/>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E9257106-EEF6-A901-712B-6682F231D4D0}"/>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09FDF75C-C664-E2A0-A7E7-7FC6981B6307}"/>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C336D54D-96BC-25F9-6846-A144DCD29140}"/>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92E9F9E1-64E8-C625-EA34-C1F281C1B4DD}"/>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A78B1C7E-D758-A776-3631-4ECC16E698A1}"/>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F8532233-0E9A-6AEF-D6E1-AB0CBE2B7C41}"/>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9440783A-1D17-2C05-31CD-B1091E24B9E4}"/>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EA05B44D-A6E0-0A6C-DAC2-B2C6DB4299BC}"/>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A2396842-7924-1A85-B071-777128C459A6}"/>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42193FE6-CF6F-DE06-5E20-11B0A80B5871}"/>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0E787776-E0FD-10FC-AF36-9A11A211C9DC}"/>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9FCAA7CA-9E45-F566-0F7B-D4F4143A8792}"/>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64567768-EC49-B50B-382C-703E92301A5B}"/>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750BDB37-4B65-DE61-29EA-943AC057B95D}"/>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9C3C0349-7AF8-3DCD-4080-8737C6FCA5EB}"/>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361FAEA3-E2D8-F1A1-13CD-D42296A0AA9E}"/>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B8AD5D71-0AA9-A1EA-BAFF-4FE9B51F7897}"/>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465E434A-163D-0E6B-498C-D1D096F48ADE}"/>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9ACB923E-1B58-C694-CDA1-9CB3BF4671FF}"/>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72F60135-C2BC-140D-9A6E-A20B87BE2731}"/>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8EBBE9C2-8B49-085F-9D19-732AFECB577C}"/>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FCDCDE50-FC8B-2820-E5DB-904944ED5199}"/>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A0046090-3E03-4F29-008D-950EB05ABC28}"/>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053D1951-8847-8266-19BE-CB5ECAD7C09D}"/>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AC8A30C0-04DF-60AB-2C7D-4AB9E5818321}"/>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1F8D4761-9993-A6BF-F00E-58576A7E2FA5}"/>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91EECBBE-C851-976A-DEBE-BAEC85AA4CF7}"/>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6DABDDC9-FD9A-32FF-B150-8FE1A8DFB78C}"/>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D48605BB-C0C6-1450-FE62-4D8C6E44893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390F59AF-24A8-3061-A0AB-882DEC120F05}"/>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00988005-0EEF-7F48-D7F9-E5A1CECBCF7A}"/>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765E31A8-31F4-2ED1-80F1-89F4F70FA8A6}"/>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DB0DF7E3-365F-7AEF-3329-C41C100334EB}"/>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12A85251-F733-549A-592A-8EBE3CBE299A}"/>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F4A9A887-4C99-AA31-5931-71558BB8C259}"/>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3F363734-DFDD-9556-650D-2EC48CA65905}"/>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16625C1F-05C2-FF1D-6D19-358D7DA81A31}"/>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0830DF36-D8D4-23D3-A862-2FBFBB91034B}"/>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62F49410-75FF-06EF-EB4E-0877A3CF9631}"/>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9BA94E9F-6815-DF71-DD12-249FDFB40CF1}"/>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256175DE-19FF-B762-8974-D78832E793F6}"/>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2B38104A-A075-B531-AC67-1F951AD75E62}"/>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825969D2-5FB8-AC1E-5627-B5FB3341D91F}"/>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4953C283-30A1-4D47-B327-4D4FCC6EA887}"/>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30B05210-A0F6-598C-19A4-1473929AA089}"/>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7556EB55-32D7-4D90-280B-18D8E4BF6276}"/>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FEC96A68-F417-6A21-A62C-6B9874ABF63D}"/>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8CD142BD-C838-BEFC-31FA-3F2BB47ABDE7}"/>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B5C64F89-472A-3F4B-44AD-F2AD350C8095}"/>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4B40EB75-BF60-56F7-CD4D-3EF32DE841E8}"/>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9C9B3EE5-7C7A-77D6-4EF8-FAA4E5C108AF}"/>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FD0571C9-43D8-95D7-032D-B1F82C58D07B}"/>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EFD59CE4-6220-74BF-8463-B2BA6BEC7E48}"/>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BE8DC27C-9A94-E5E9-8CA8-3211F543CC18}"/>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9CBDB563-211F-CA83-7157-7EBF24CC207A}"/>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38D134A3-F67E-2888-F201-755C94E171B2}"/>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8B056CD0-0FE4-7D62-B3E8-AD7A9F3AFD7E}"/>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D73F9D1A-BDEC-8DCD-7957-C6550232CC05}"/>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1D1D2FBB-CED3-AEC6-B99D-21BD69F11CBF}"/>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E7E9932F-C0DD-4E16-DD4D-E7D76459DDAB}"/>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D10E99D9-13B5-1CD5-348E-BD37FD16FCEC}"/>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8B4419C2-B7A5-C5E2-1978-AED1AFC5629D}"/>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0D968990-CD04-E673-CCBF-15FC97172219}"/>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CF9DA566-D080-1D85-FF86-C2EF8909F5E3}"/>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EE6B3BBB-8CA4-5C54-C7AF-43D5540585AE}"/>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E9CA449A-1A94-EDF2-15FB-AA493F994AF5}"/>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A4E622A4-1BB4-2EA9-A5A8-39CE39D158CA}"/>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603A8AC5-BF3E-A002-A990-B1AAD2629CCD}"/>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4CDD908C-657B-5379-A877-4505D2790DEC}"/>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8A2F1A05-5294-F835-22B7-6702EEB95143}"/>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3D4B4E6C-461C-9C5B-3546-23B1CFAE1B0E}"/>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CB94C745-914A-F5E6-172D-24CEAD9D49C5}"/>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9C9945A5-F17D-5DC8-5C2A-550957209E8D}"/>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A1EBED08-DDE1-3338-F571-03B728B2A851}"/>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CC17AFF6-E06C-58CA-EC4A-8422FBCEC31D}"/>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0957192E-D287-927B-8053-4C7360455C84}"/>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318F1D2B-FBC3-CCD4-0715-DEED1A5048D5}"/>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2084F106-6FB7-E09D-1B89-2DFC4ACC65BA}"/>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8A2CD67A-95C0-D9F6-2411-FFE98529640B}"/>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E948AFA0-EDE1-9A08-A3E8-52C134BCAAC3}"/>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D104B9F2-6E3C-9F63-AC34-CCC2AFFB6EFB}"/>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B2EC9207-1541-E29E-5C88-452EFFF3C8DB}"/>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8977B9C5-3DFD-9470-A318-43F5D326F03F}"/>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2F25A5E4-0878-C792-1C84-8A4A431B7A33}"/>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DE491533-496C-107A-C692-82742F895062}"/>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F8B8448F-CDF2-6051-9001-F0FE7EACF345}"/>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A0ED5DCF-9267-A63D-8683-41EA8C972BD8}"/>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0FCF4E8A-2E08-0299-8C9F-2E4F0C1EE932}"/>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F15AD960-77B5-81FB-8C9B-7114C102C81A}"/>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38AE27D5-7865-6AA8-D9DE-DD890E04C095}"/>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88E3B59A-1A10-89B7-E4F2-3510417C3C99}"/>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E8347F10-C67E-3D88-8B9B-58018ED05310}"/>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2722F121-A58B-9BBE-8D44-391C2BF3A33F}"/>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6C7D7574-CA41-1CF5-E5E3-AF1376F7F6B8}"/>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72DC1343-03CD-9923-6057-013C0D1DF876}"/>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6762BA93-BBD3-CD01-7AED-5B161A96A1C3}"/>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21E15C21-1096-8214-8275-379F7256EFD9}"/>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0D7278AB-02D1-5A5C-1E1C-53B2EDE56456}"/>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63ABA13B-849D-3C9C-9029-14C32CA9AFF8}"/>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C5BBCB1B-0CA7-C244-D42F-ABC1EEE535CC}"/>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8ADD4620-8F00-7486-2461-84E092AE5B26}"/>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F89AB0BE-CFEC-14A4-4C6A-28CC6AEB8F3E}"/>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9B7BC247-7CB6-E590-171B-779E50A60D92}"/>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CCB4B0FC-9F02-E91D-300C-665488C7A593}"/>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495CC71C-4D89-D2E0-445B-4F7D92B62AC1}"/>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8E6FB7DE-6789-61C4-3D84-9FE33DFAACE5}"/>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4F8D4ECB-1067-D332-48D1-05FD26D9DBA2}"/>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816C7345-C8CA-C231-8363-C7691B5386DC}"/>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E42DA10E-B005-C3E5-129C-715F1F9BF894}"/>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AB5ECE8E-4E20-688A-2004-86007848E6D6}"/>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502B38A2-B5E3-05F4-88AF-A8ABCB3D8CAF}"/>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FECCD716-2D12-CE4E-F087-49E99F01773A}"/>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DC02CE30-14B5-500F-9A29-8EAEA0811398}"/>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5DFE25D8-9D0D-873D-536A-E683A35E3EC6}"/>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518E6E95-6260-365A-BB3D-43293C862612}"/>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433A0D7E-181B-07EE-A5A4-A3EE6F2810D0}"/>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1D0828A2-E1DF-DCC2-9D38-2910EB82A18D}"/>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2A5451CF-2C64-8AEB-5463-DCC98B392D03}"/>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AB24AF36-FC23-8499-D29A-97BB3138F715}"/>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64C043A0-0EFB-3142-19D9-4A26D7C1FC88}"/>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50E88DAC-354E-7FE3-9381-F821583C3F60}"/>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C46BDB18-29C1-245E-B4B2-CFACB2D2E350}"/>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1A624730-E224-5E51-87E0-4880726082E3}"/>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C4179A5A-36A4-CBF6-0F24-5C469621CCFF}"/>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F8BA26FA-09D3-66FC-2F46-5B59EC41436A}"/>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E9581A75-95F2-DE2B-0A90-C9481C366F49}"/>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3FDA2E4F-673D-FBE8-13A2-B12C96C871B2}"/>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CAE47129-95E7-C51D-71F5-1DC292753C53}"/>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D5CAFCAD-458C-4C68-291B-5B1D7F56F83E}"/>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C287C00E-56CD-787A-F6EE-65EFF9094B85}"/>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3F0C0054-FE92-B8CD-7098-2809520B5A41}"/>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F1115C85-EEDF-E4FF-3EBD-6E7ED5FA1C43}"/>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74551799-2DCC-5FF2-E82F-596357798DC0}"/>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7A9D296D-6E05-8710-1D7A-CA34AE38AA5B}"/>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376722D1-5426-17F4-A82D-C371518195AF}"/>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FC3DC6B3-E028-42EA-27B1-202ACDAA796D}"/>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4937A836-B611-9BF5-CE82-09D36AA5B59E}"/>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984C8BCC-DB86-CBCA-5C32-A04DA1832DDA}"/>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5FDD0ACA-74E3-1FE6-0757-0C61FC1D64FC}"/>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A1BBC7CC-F10D-C057-5AA4-B3E516863B52}"/>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5F9D77B1-69C6-84A3-1D88-626A4640C86E}"/>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3E466B83-DD58-7CA5-675D-4E25A2896C8B}"/>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65719CD9-512F-FE54-B241-B3B5BF72C7D3}"/>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25F065A0-B5F5-DF51-E16A-7F33CAD67731}"/>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EE3B79F7-1AFC-42D2-E059-23FF78FCCEBB}"/>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28D61D51-B68B-D3B8-0648-8E88D9E44E91}"/>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833A66C8-C39B-9B02-4626-368B0E87D63D}"/>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638D993B-A8E6-0952-4C9A-A5957331965B}"/>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A4F46423-5989-7020-F23B-76BE977554F8}"/>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6A16CEED-E50B-5A99-828A-4D875EAC7C59}"/>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0059C9E4-9C1D-3D1F-4ACA-05284B57C70F}"/>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2CFB84C6-80F9-99FA-E9E5-093EA31E6C17}"/>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D6545532-79A5-A885-2E3E-24D46C8897B7}"/>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8713A3E0-73E4-7987-EC54-E0F93C2E0A62}"/>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DB3875EB-E4A6-12B7-041A-BBB84E4B9DB7}"/>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AE8BAF7D-382D-D89A-8A9C-ADC70BB05B54}"/>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246E3F51-958B-2CEB-9BE4-1ACB3D5A6060}"/>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D0D67688-E70A-1856-6EE5-98AFE418C2ED}"/>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E8492DDE-589D-394C-5604-4B4BE9822B14}"/>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19732582-72AC-1AAD-C5FC-0A4EF38993C7}"/>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274AF466-1F46-5F38-0044-546AE4AE0C71}"/>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F07F1940-01CF-B0B4-6D0D-8BD423D0AEAA}"/>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3547D07B-25C3-3F1D-8488-BFCB559DB18B}"/>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07F75F43-772E-81B4-5DB4-D9F5820094A3}"/>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82A2FCA8-2C6C-2B89-6184-34751783AFD9}"/>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6250">
        <p159:morph option="byObject"/>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aphic 2">
            <a:extLst>
              <a:ext uri="{FF2B5EF4-FFF2-40B4-BE49-F238E27FC236}">
                <a16:creationId xmlns:a16="http://schemas.microsoft.com/office/drawing/2014/main" id="{F3126EFB-0327-3D2E-A7BF-1EC6A0ECA52D}"/>
              </a:ext>
            </a:extLst>
          </p:cNvPr>
          <p:cNvGrpSpPr/>
          <p:nvPr/>
        </p:nvGrpSpPr>
        <p:grpSpPr>
          <a:xfrm>
            <a:off x="-4351432" y="5639007"/>
            <a:ext cx="22278322" cy="1206501"/>
            <a:chOff x="-1701658" y="3997633"/>
            <a:chExt cx="14003150" cy="3533927"/>
          </a:xfrm>
          <a:noFill/>
          <a:effectLst>
            <a:outerShdw blurRad="635000" algn="ctr" rotWithShape="0">
              <a:schemeClr val="bg1"/>
            </a:outerShdw>
          </a:effectLst>
          <a:scene3d>
            <a:camera prst="orthographicFront">
              <a:rot lat="0" lon="0" rev="0"/>
            </a:camera>
            <a:lightRig rig="chilly" dir="t">
              <a:rot lat="0" lon="0" rev="18480000"/>
            </a:lightRig>
          </a:scene3d>
        </p:grpSpPr>
        <p:grpSp>
          <p:nvGrpSpPr>
            <p:cNvPr id="53" name="Graphic 2">
              <a:extLst>
                <a:ext uri="{FF2B5EF4-FFF2-40B4-BE49-F238E27FC236}">
                  <a16:creationId xmlns:a16="http://schemas.microsoft.com/office/drawing/2014/main" id="{23712F74-B133-3ACB-7AC2-3373250D0FB1}"/>
                </a:ext>
              </a:extLst>
            </p:cNvPr>
            <p:cNvGrpSpPr/>
            <p:nvPr/>
          </p:nvGrpSpPr>
          <p:grpSpPr>
            <a:xfrm>
              <a:off x="-1701658" y="3997633"/>
              <a:ext cx="14003150" cy="3531261"/>
              <a:chOff x="-1701658" y="3997633"/>
              <a:chExt cx="14003150" cy="3531261"/>
            </a:xfrm>
            <a:grpFill/>
          </p:grpSpPr>
          <p:sp>
            <p:nvSpPr>
              <p:cNvPr id="967" name="Freeform: Shape 966">
                <a:extLst>
                  <a:ext uri="{FF2B5EF4-FFF2-40B4-BE49-F238E27FC236}">
                    <a16:creationId xmlns:a16="http://schemas.microsoft.com/office/drawing/2014/main" id="{AA9B42A0-83EE-BECA-FCF3-F166D2CCE9C4}"/>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7336EE3E-ACBB-F6D4-5413-7514BE558891}"/>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FFF3A30C-A971-468F-B3BA-7767C7A7544F}"/>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8740C2C5-2184-1758-2A83-6DF1F52E9658}"/>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769E4026-DEDE-85C9-FA71-F0C5EBEBB283}"/>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91599CA9-0B95-C31B-10AA-EC45F071C37A}"/>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72B6D30D-DB47-C166-CF67-CAC8EE79D324}"/>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28FDD8F2-7338-2099-F379-0B20C4C24043}"/>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5C94F6AB-0430-9D4C-57D5-FA5282BB6513}"/>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586602CB-6D49-2885-7D67-AC9F7C50AE7E}"/>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107055DA-1D8E-B77C-6349-7C77F7929399}"/>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2C5B6F6A-018E-0944-407A-CFBF9DB2CF96}"/>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7A80BDAC-B384-4624-5C89-B0F82D54D4D9}"/>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7ABD92C5-82D8-1DC7-EBF0-F4863AA4DCDD}"/>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2A9001CA-5205-732C-0F81-E6F9F019BE56}"/>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08C86952-B168-5FDE-7A46-1E3E8FADA36D}"/>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DB08E54E-8737-A2F2-FA39-97641A599FE8}"/>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3B3563B8-2109-58B1-CC90-586FECA63DDE}"/>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80CF11D2-8047-99B4-5605-3F6768FB1741}"/>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A47CBBB8-3741-5B86-565A-9A637885C1A1}"/>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9786FB27-88CB-82CB-4EE0-570FC62FF910}"/>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B00C973E-DD36-57E7-0A49-E3EFF396D905}"/>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D0D32BAD-B0F6-7A37-088E-1367907C2ED3}"/>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032783AE-5178-F4C0-4B88-ABF52FFFE76E}"/>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F755A78C-A45C-62F4-9219-42F65D20F016}"/>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32E237E0-A173-8902-28AB-BFC90F258620}"/>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3EE6F3E2-9865-BAA3-3EF1-7CF7C974F5BC}"/>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52B523A0-0036-800A-09C7-B29917554103}"/>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4DC547BE-3DE4-0674-7196-26F5EEC6352D}"/>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1ED00140-8368-9376-534C-9BD9C9399220}"/>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91F7681D-36F1-471F-59A2-3216D4329C68}"/>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2FF71B5D-1066-BF84-920B-378A731687FF}"/>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CEF29132-B680-5C02-A9A9-9BBEB50CF298}"/>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0" name="Freeform: Shape 999">
                <a:extLst>
                  <a:ext uri="{FF2B5EF4-FFF2-40B4-BE49-F238E27FC236}">
                    <a16:creationId xmlns:a16="http://schemas.microsoft.com/office/drawing/2014/main" id="{C9A142B3-C381-3DE3-60DF-BDEC406625C7}"/>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1" name="Freeform: Shape 1000">
                <a:extLst>
                  <a:ext uri="{FF2B5EF4-FFF2-40B4-BE49-F238E27FC236}">
                    <a16:creationId xmlns:a16="http://schemas.microsoft.com/office/drawing/2014/main" id="{7A14C427-3897-F412-EABE-A2C49C8C3E41}"/>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2" name="Freeform: Shape 1001">
                <a:extLst>
                  <a:ext uri="{FF2B5EF4-FFF2-40B4-BE49-F238E27FC236}">
                    <a16:creationId xmlns:a16="http://schemas.microsoft.com/office/drawing/2014/main" id="{8D5F1652-4073-B966-7DC7-7F6DC49DDD17}"/>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3" name="Freeform: Shape 1002">
                <a:extLst>
                  <a:ext uri="{FF2B5EF4-FFF2-40B4-BE49-F238E27FC236}">
                    <a16:creationId xmlns:a16="http://schemas.microsoft.com/office/drawing/2014/main" id="{F79BE053-67FC-D1B0-DBB1-502648C39849}"/>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4" name="Freeform: Shape 1003">
                <a:extLst>
                  <a:ext uri="{FF2B5EF4-FFF2-40B4-BE49-F238E27FC236}">
                    <a16:creationId xmlns:a16="http://schemas.microsoft.com/office/drawing/2014/main" id="{8C07E279-5924-02C3-8BB6-D6A80A6379DE}"/>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5" name="Freeform: Shape 1004">
                <a:extLst>
                  <a:ext uri="{FF2B5EF4-FFF2-40B4-BE49-F238E27FC236}">
                    <a16:creationId xmlns:a16="http://schemas.microsoft.com/office/drawing/2014/main" id="{F57C4682-7469-7EA2-CE61-261D221A7094}"/>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6" name="Freeform: Shape 1005">
                <a:extLst>
                  <a:ext uri="{FF2B5EF4-FFF2-40B4-BE49-F238E27FC236}">
                    <a16:creationId xmlns:a16="http://schemas.microsoft.com/office/drawing/2014/main" id="{BD735816-F862-9BA4-3A71-68D585B592AF}"/>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7" name="Freeform: Shape 1006">
                <a:extLst>
                  <a:ext uri="{FF2B5EF4-FFF2-40B4-BE49-F238E27FC236}">
                    <a16:creationId xmlns:a16="http://schemas.microsoft.com/office/drawing/2014/main" id="{CE77FFBA-631D-AFCA-302A-82E382DF2FBC}"/>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8" name="Freeform: Shape 1007">
                <a:extLst>
                  <a:ext uri="{FF2B5EF4-FFF2-40B4-BE49-F238E27FC236}">
                    <a16:creationId xmlns:a16="http://schemas.microsoft.com/office/drawing/2014/main" id="{41F5FE0E-5F8B-A8FE-17F6-2FFC63834DF4}"/>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9" name="Freeform: Shape 1008">
                <a:extLst>
                  <a:ext uri="{FF2B5EF4-FFF2-40B4-BE49-F238E27FC236}">
                    <a16:creationId xmlns:a16="http://schemas.microsoft.com/office/drawing/2014/main" id="{8F8E09F9-F82D-B839-5F5F-68E76DE634AA}"/>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0" name="Freeform: Shape 1009">
                <a:extLst>
                  <a:ext uri="{FF2B5EF4-FFF2-40B4-BE49-F238E27FC236}">
                    <a16:creationId xmlns:a16="http://schemas.microsoft.com/office/drawing/2014/main" id="{73EC3C06-D49E-AA38-A393-D0902792F45F}"/>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1" name="Freeform: Shape 1010">
                <a:extLst>
                  <a:ext uri="{FF2B5EF4-FFF2-40B4-BE49-F238E27FC236}">
                    <a16:creationId xmlns:a16="http://schemas.microsoft.com/office/drawing/2014/main" id="{F05AF8E0-41AC-6C4E-1F95-90423B874F22}"/>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2" name="Freeform: Shape 1011">
                <a:extLst>
                  <a:ext uri="{FF2B5EF4-FFF2-40B4-BE49-F238E27FC236}">
                    <a16:creationId xmlns:a16="http://schemas.microsoft.com/office/drawing/2014/main" id="{3348DF6A-4263-FC8C-648E-C98BBC063F1F}"/>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3" name="Freeform: Shape 1012">
                <a:extLst>
                  <a:ext uri="{FF2B5EF4-FFF2-40B4-BE49-F238E27FC236}">
                    <a16:creationId xmlns:a16="http://schemas.microsoft.com/office/drawing/2014/main" id="{7193CC89-C5BD-BC81-2CFB-9F08AEE85466}"/>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4" name="Freeform: Shape 1013">
                <a:extLst>
                  <a:ext uri="{FF2B5EF4-FFF2-40B4-BE49-F238E27FC236}">
                    <a16:creationId xmlns:a16="http://schemas.microsoft.com/office/drawing/2014/main" id="{CCC46749-1678-C02B-9063-23E32C4B2192}"/>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5" name="Freeform: Shape 1014">
                <a:extLst>
                  <a:ext uri="{FF2B5EF4-FFF2-40B4-BE49-F238E27FC236}">
                    <a16:creationId xmlns:a16="http://schemas.microsoft.com/office/drawing/2014/main" id="{7DB76C34-F627-7CA8-84F5-770C0A6C75C2}"/>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6" name="Freeform: Shape 1015">
                <a:extLst>
                  <a:ext uri="{FF2B5EF4-FFF2-40B4-BE49-F238E27FC236}">
                    <a16:creationId xmlns:a16="http://schemas.microsoft.com/office/drawing/2014/main" id="{B83DB48C-78E1-2967-7191-A1418E0CB67B}"/>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7" name="Freeform: Shape 1016">
                <a:extLst>
                  <a:ext uri="{FF2B5EF4-FFF2-40B4-BE49-F238E27FC236}">
                    <a16:creationId xmlns:a16="http://schemas.microsoft.com/office/drawing/2014/main" id="{9440E99C-9867-FC43-D167-D96B07A31BA9}"/>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8" name="Freeform: Shape 1017">
                <a:extLst>
                  <a:ext uri="{FF2B5EF4-FFF2-40B4-BE49-F238E27FC236}">
                    <a16:creationId xmlns:a16="http://schemas.microsoft.com/office/drawing/2014/main" id="{7CFABACA-CA05-EFB3-C5E2-0B0C530518D5}"/>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9" name="Freeform: Shape 1018">
                <a:extLst>
                  <a:ext uri="{FF2B5EF4-FFF2-40B4-BE49-F238E27FC236}">
                    <a16:creationId xmlns:a16="http://schemas.microsoft.com/office/drawing/2014/main" id="{B4931B12-CBB2-87BE-FDED-2C2576634603}"/>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0" name="Freeform: Shape 1019">
                <a:extLst>
                  <a:ext uri="{FF2B5EF4-FFF2-40B4-BE49-F238E27FC236}">
                    <a16:creationId xmlns:a16="http://schemas.microsoft.com/office/drawing/2014/main" id="{23FF59E5-3975-625F-F5C6-7557637A0832}"/>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1" name="Freeform: Shape 1020">
                <a:extLst>
                  <a:ext uri="{FF2B5EF4-FFF2-40B4-BE49-F238E27FC236}">
                    <a16:creationId xmlns:a16="http://schemas.microsoft.com/office/drawing/2014/main" id="{3A9E49AB-FAAF-83E4-54A4-9F10502CB349}"/>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2" name="Freeform: Shape 1021">
                <a:extLst>
                  <a:ext uri="{FF2B5EF4-FFF2-40B4-BE49-F238E27FC236}">
                    <a16:creationId xmlns:a16="http://schemas.microsoft.com/office/drawing/2014/main" id="{D36BDA28-497E-4449-27C9-3061DA13A961}"/>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3" name="Freeform: Shape 1022">
                <a:extLst>
                  <a:ext uri="{FF2B5EF4-FFF2-40B4-BE49-F238E27FC236}">
                    <a16:creationId xmlns:a16="http://schemas.microsoft.com/office/drawing/2014/main" id="{3A127898-64D8-4238-5B96-2D5C5B1548C4}"/>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4" name="Freeform: Shape 1023">
                <a:extLst>
                  <a:ext uri="{FF2B5EF4-FFF2-40B4-BE49-F238E27FC236}">
                    <a16:creationId xmlns:a16="http://schemas.microsoft.com/office/drawing/2014/main" id="{B2C67D86-C304-9BF5-2B4C-F04D86CC7645}"/>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5" name="Freeform: Shape 1024">
                <a:extLst>
                  <a:ext uri="{FF2B5EF4-FFF2-40B4-BE49-F238E27FC236}">
                    <a16:creationId xmlns:a16="http://schemas.microsoft.com/office/drawing/2014/main" id="{307F3400-CC57-86D1-6C63-B8D1B149FFBB}"/>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6" name="Freeform: Shape 1025">
                <a:extLst>
                  <a:ext uri="{FF2B5EF4-FFF2-40B4-BE49-F238E27FC236}">
                    <a16:creationId xmlns:a16="http://schemas.microsoft.com/office/drawing/2014/main" id="{80AA8E5C-2288-77AE-F5B8-FF17F3F303C9}"/>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7" name="Freeform: Shape 1026">
                <a:extLst>
                  <a:ext uri="{FF2B5EF4-FFF2-40B4-BE49-F238E27FC236}">
                    <a16:creationId xmlns:a16="http://schemas.microsoft.com/office/drawing/2014/main" id="{CE726227-077A-B8F3-FF66-AD7C7731C595}"/>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noFill/>
                <a:prstDash val="solid"/>
                <a:round/>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54" name="Graphic 2">
              <a:extLst>
                <a:ext uri="{FF2B5EF4-FFF2-40B4-BE49-F238E27FC236}">
                  <a16:creationId xmlns:a16="http://schemas.microsoft.com/office/drawing/2014/main" id="{1C49FA05-7420-017E-C977-AFC23B6947C7}"/>
                </a:ext>
              </a:extLst>
            </p:cNvPr>
            <p:cNvGrpSpPr/>
            <p:nvPr/>
          </p:nvGrpSpPr>
          <p:grpSpPr>
            <a:xfrm>
              <a:off x="-1350054" y="4031449"/>
              <a:ext cx="13299963" cy="3500111"/>
              <a:chOff x="-1350054" y="4031449"/>
              <a:chExt cx="13299963" cy="3500111"/>
            </a:xfrm>
            <a:grpFill/>
          </p:grpSpPr>
          <p:sp>
            <p:nvSpPr>
              <p:cNvPr id="55" name="Freeform: Shape 54">
                <a:extLst>
                  <a:ext uri="{FF2B5EF4-FFF2-40B4-BE49-F238E27FC236}">
                    <a16:creationId xmlns:a16="http://schemas.microsoft.com/office/drawing/2014/main" id="{2146CAC3-C194-D250-DE19-B5782B462C9C}"/>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EE12D667-8755-6B4C-AD6C-845F4C2EFCFF}"/>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B7CD57B2-0C1E-808D-6898-446BEC224E4B}"/>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DB938D89-E30A-73EF-886C-B7A27AA4D247}"/>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A5BB8CF2-1E7B-5120-B8B9-CE986F7F5F86}"/>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8533CF42-4614-A2D9-C690-9B65C8537F14}"/>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DB04EA38-B29C-3744-FEDF-898109F7E299}"/>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5774DD2B-254F-BDAF-D93B-F8752FC27EA0}"/>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CA6EF510-4576-17BF-34DA-AEA2C753A7C9}"/>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C192A081-AA4D-069D-769A-7C787EA71E2F}"/>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D00D5792-8CDA-739B-AB45-6F2030033E88}"/>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7EB75CDD-5FAF-31EA-EBAB-692C928743DB}"/>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AB6D89A2-3674-E8C4-958F-D7230507DE3B}"/>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7D9851F2-E62E-DA8D-DEE6-1D5B308B5090}"/>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D8E92356-9B68-14E0-A054-3C5A1328C89A}"/>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4A96517A-095A-0174-C878-5159F6233A73}"/>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11419014-C64F-7067-8A8E-EA0842F9A490}"/>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164934BC-491C-587D-A851-3437DD0051B5}"/>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7A8A18C4-171E-8D68-F0E3-72E7A05CBA19}"/>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1510ABC1-2B78-4CE5-CEF0-2E24FBC2FD2A}"/>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DF214263-E270-FA4A-C90A-3CD0F46DD7A9}"/>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C4E4919A-9F80-D51B-289A-9C0FEAE9B4E6}"/>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4236149E-3E56-8232-7A2D-40F5E3C4384C}"/>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6C15A14D-B395-3F56-14EA-C85C504D5276}"/>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3406DA7B-F2C5-BB49-9F6F-E2D50161E34B}"/>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4686D310-11EE-CF68-64C3-7FFB0EEAF68E}"/>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B45F96A6-EE46-04C6-D435-BF317586EA41}"/>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82CF43DA-6F77-C33B-0D61-0753B3A11BF7}"/>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2A413950-FC21-49F6-CDA3-902E4F505732}"/>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F822B20A-F4CD-C7A9-A651-C08BFC7504CC}"/>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2FE8B32C-3480-77B1-DD55-420500C6F0BA}"/>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AE32BCD3-971C-B977-F3C8-ED8D67842CEE}"/>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558EE9BD-A441-CBA7-7927-DC054251794A}"/>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D0E47933-5766-BF94-44FA-F4E8DD21DD93}"/>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7247E9A7-CEB8-4CAC-36CC-7997AB1AA3B6}"/>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E6B056A1-3443-1517-3EBD-93C26F3BBDFF}"/>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ED5BB387-6B36-4CCC-D787-DA58F340DCBE}"/>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4018C214-4AA9-19D0-36EE-B2F6F7C0A2DD}"/>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B524065B-A62D-6126-4534-8D2636A2D511}"/>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5D5DBAEE-59E6-A013-BD6C-FA26D1782644}"/>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EE67AD90-705C-3F9C-AACA-512C2B9F0D90}"/>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00AA1A9F-4547-60C8-3497-DEB8A55DFCC1}"/>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72D0A8B2-5714-85A0-EACE-801B06D148E0}"/>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BE766137-7C8F-805D-90C1-C1A15B9783A1}"/>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D0EE5667-7766-E9CD-F83B-6AF1155C362D}"/>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DFDAD92C-A16A-666B-6A77-40F45FA7383C}"/>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79E70DAD-C34B-E003-35BF-FFB89365A8D0}"/>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EB752B1A-AE36-EFFF-2D12-D904245C023F}"/>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57116E5F-3828-FD97-DD02-3D623F66D4D1}"/>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C72B9E8D-0C9A-CD2B-A6EE-63BDADEA6BC5}"/>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43E09EF8-8FA7-F758-34AE-0AF050448E7D}"/>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D4A3E6E3-1008-9FD4-BE4F-E947E706A033}"/>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4B3DC19D-9197-BD20-9197-29961EA35BED}"/>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4733BA8B-8165-52C2-14CF-977F8E3ABFC5}"/>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0C321D30-01A2-9D55-E5C3-40A6F7F0E2F5}"/>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3B51DC92-3D0C-10FA-112A-1CC09977A8F4}"/>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18726A21-FF72-116B-8E20-797FCD4102EB}"/>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E5400A99-0DFD-3F7B-4047-D69486AE9352}"/>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06F54DF1-90AD-F5AE-46B4-05F520504AD2}"/>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BAA4BA0D-C388-2F4C-4474-6CB2E7F3E913}"/>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16606F84-2B14-0332-3D68-850A5431D65A}"/>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A46E2EE0-01F5-9095-29D0-485A2FC8B3F5}"/>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BBF96637-0DE3-CFF1-3B14-88B780DE1398}"/>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D4E6AC80-C614-6EC4-8D77-3916F47CAF4F}"/>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67B093E6-A8F5-94BC-A4CD-5FE0B70A76EB}"/>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30DD5E10-8FE7-DEA4-BF22-43A746808365}"/>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ADDAAF29-0CD7-0C19-E3FB-7D7CE21DFA04}"/>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108EFBDD-63CB-2770-35F8-74BA10CF8DB8}"/>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62A57A25-8B55-813D-B518-3B8E57F22357}"/>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1E2F9208-5F73-B1E3-FA0D-8D56AD2DD9A5}"/>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C0A1B87C-B065-DAFD-5A2C-92F4A59342D3}"/>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AC475ACF-689D-87BD-8084-9D76F16D2C63}"/>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A172B7D2-4ECA-AF1F-9C4C-E8FE72EB9CB2}"/>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E41571B8-F2AA-8581-F974-32E58058158D}"/>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F50FBBDD-2068-3211-382A-D30EA9E31F63}"/>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E425AEB7-3A8E-61FA-5776-644A5F86553B}"/>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A8ADA53D-8164-3C38-C423-F2B023AF0E14}"/>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CC6ED2EB-4AF9-E196-0876-5E812F605191}"/>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1C2BF214-1A2C-B45B-887D-6E07C5CC4FF5}"/>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4F8BE85B-A8C4-62CC-6F92-E6C36E6F1F62}"/>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00606D9F-31D1-BCB2-DAB2-9A1EC937A146}"/>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C9209228-1116-A4C1-FF42-E6E3AB20F4D9}"/>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0594EE74-A39C-BE0D-7A64-5AB7DFFE3AEC}"/>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F2B12324-A7AF-A4F8-907D-87EA60110B97}"/>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9D340EE1-102A-B34F-0C61-38A00B89C192}"/>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EB98D763-BB08-F4C0-E631-F8E9127F386D}"/>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C409A03B-EFE8-B920-6581-238865B3368B}"/>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CF35FEAC-4A4F-464E-2324-EAB981C42D90}"/>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293C59FE-8ABB-3CC1-D10C-54A16DE0BDFF}"/>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304CA555-0E3F-9A93-70E3-C5B9DF4EC494}"/>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D8FD85FA-916E-9272-20FD-F3377D5A4D36}"/>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17D095E5-3E94-D7DF-ABAB-659E3382F3EA}"/>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19C1E223-6D83-A0F9-BAE7-E92AE7929CF7}"/>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A1DD88E1-812A-CB0F-B44C-2D1825399A58}"/>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8A10D7EF-639E-54BB-F681-98EB4F2C2FF7}"/>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2886CCB5-282E-333D-E2AC-853086D719EF}"/>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5AEC75B5-85C0-428B-848D-091431EE32DE}"/>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A95CA942-5969-24F9-1653-AAF54483EC04}"/>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82295A4D-74F0-F686-E354-BEDC21A0EF17}"/>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E969CFC6-A524-B2C1-B770-6847B5475690}"/>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EF82FE03-C59E-D970-C94C-72707BDD3784}"/>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82306E83-68DB-D0D3-46B6-3D3AC0552876}"/>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0E2D46E6-D192-B313-3F3C-E6C37F34FF35}"/>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B757865C-871D-94C2-029B-DA785B93D233}"/>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FC303C11-E293-BC71-17D0-3571E1A291C1}"/>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807F0A3B-052C-9055-343D-239812FE137D}"/>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702D50A5-C5B2-2DAD-F898-510444B926BA}"/>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CDB2C3DE-9CC8-DF3C-ABCC-FDAF0D9A66F4}"/>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5A9B4A80-20A6-A7A7-B0FE-019D4B7236CF}"/>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F26F3B85-8CE1-F01E-FDCA-BDB6CE39FF06}"/>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77746C9C-88DF-226E-B173-5DEB28E4B676}"/>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D5B895A1-2F60-5AD3-4BA9-B08AD6D488D5}"/>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54907DE7-5143-49FD-EDF7-DD68EBBAD7B9}"/>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33B3A096-B5B2-A411-64AE-8BC66E67527B}"/>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A0D8D47B-C86F-19E9-A243-37D61D9B310B}"/>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A5FEAC68-5100-9F8F-7895-B9FE649B7D9B}"/>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A033D3D4-234C-41E3-BC6F-161BBD01A9BB}"/>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3828A664-F449-F12B-07CC-B41376338701}"/>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C355EB49-DDA1-290F-7242-59E3AFE1B080}"/>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0A6DF439-57D1-786D-3304-BE26E6596DE8}"/>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49017E54-C6C2-0205-770F-A4E80A90DB53}"/>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66D526AD-13CF-BF02-2D94-587D4F19B7C2}"/>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91BB8666-FAC4-F426-4BD8-43698169E725}"/>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CFA79DB6-519B-691B-85C9-2664103EAC9A}"/>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662E3C99-ACE6-3FEF-11E8-DB9718490A8A}"/>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608A6ECB-59DA-B900-0A2E-89D0926F1DC5}"/>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7CF00F83-67E7-9AB4-8167-98CDB598D853}"/>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F207E930-C023-701F-EAC0-A1948E1A2F40}"/>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1A2DD11F-FD47-D2D8-4067-F6A7D5E0F242}"/>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B7E9A366-9C96-3C13-91FE-6C7D6B7B3AE0}"/>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F824D9D4-39AE-F61A-D270-7402E60965C3}"/>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A0862154-05ED-5F15-3A31-BAB9859F7E39}"/>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9AEFDF63-FE08-F099-256C-C2C31F775BD9}"/>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2BA8A3F2-9E8C-CD70-23DA-B3146F40953B}"/>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77CE2678-65A5-D052-F2E4-C6A49FEE25FD}"/>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4C421BBC-B0D6-1669-7514-517F3B05B0C3}"/>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1E66679E-9DF7-DCB2-6BEF-BE3F66E42767}"/>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92D378E2-88CC-73DE-2E4A-A6358132F55E}"/>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A41DEAAF-AC4D-9563-EA32-49F39118C2D5}"/>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74E38696-4A44-27A0-69C8-112A20E1F2D2}"/>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347585EC-2D37-019D-F62B-07419A121796}"/>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3A172376-95CC-5C00-2853-307134559917}"/>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96978C81-0CC0-D372-27CA-E7E0B9B1B941}"/>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3C4BFE4F-95D3-69C2-F759-4EDC594AC4DB}"/>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8BF62C09-873F-857C-36CC-87F9E59B6408}"/>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EDB3E0D3-08CE-6D64-BC84-469C4F0CB795}"/>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D8CF9C10-84E4-79D4-8FA8-1B2C4D3D0370}"/>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932D76CC-2899-C118-290A-8F4628AE985B}"/>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7A62AAF2-0D94-DF10-D729-C6DC002804BB}"/>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258FB414-3045-65F6-0E2C-E51994F8FC6F}"/>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34457F62-191B-B487-6FF5-94E92465FEEC}"/>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10D5B134-1230-9B57-23FC-DEF6F15F4626}"/>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D22FF21E-857A-A9B4-FAD1-A14131DC029E}"/>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1A54E3CB-CB99-90D0-89E1-81F665E40941}"/>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B88046AB-345A-A61E-3FCB-6767609E14AF}"/>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E1909860-B5F3-04E8-548E-FF778B1E1AAA}"/>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CA63658D-5049-6ADF-06A2-975D1C70A668}"/>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8DC4FC70-A9A0-8195-1D03-7C0BF76CF240}"/>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98223F9D-1B79-AC98-E33D-98DF68FEBD4F}"/>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EDB800EA-14B6-ACA1-4F8E-124430DAB718}"/>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EAF3A5EE-F90F-7FC6-ED69-9E0DDCBE4BE0}"/>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C25373BF-A0C1-8B58-E59E-853D6B0E79AC}"/>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5A2B1912-6D23-3338-39A3-67CD05101C45}"/>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27BE6DDC-7AC7-F92C-2DE3-C3FB8E57DBAB}"/>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4CB724A8-74AF-975E-4CCB-9C47C44BFAF7}"/>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69BA413A-9387-5C44-08D9-B0678B08E417}"/>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548A38E4-BD95-86DE-7F15-EFC2B11E51EC}"/>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6EB16F71-CCF4-4882-F478-2A21F1FC0B32}"/>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D3ECDEE5-5A84-FF58-4C78-E76B3EFEC3EB}"/>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DDB18302-B3B6-DCAB-7A66-E49C6FCFF106}"/>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6FFD96FF-0050-72EA-7259-27B1D7259A7E}"/>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146E3B67-69D8-E46A-CB2E-79D32B116560}"/>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7107DD3C-E812-094D-EB73-28A4360DF9BC}"/>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F2478B74-39F6-1FF0-D2EB-474EC84F6561}"/>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1B26252D-4312-9C1D-6D6D-2D5490F50E75}"/>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86AD9119-E300-0983-8CA6-E560E0959432}"/>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C712F431-074A-035A-12F8-7F9A621DA02F}"/>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4673219F-7FB1-7FB7-FFD8-24D4A1EAFF43}"/>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B48D0B60-2F77-E8E8-F817-62EA6CE47FC3}"/>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226EF31C-4475-7CD9-F587-CDB97D2BEFB7}"/>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96EB87AA-8B94-C916-121F-4ED4A403A8E2}"/>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1F9B6B6C-71D0-C1E7-BEEA-CF1F3D8EDA7C}"/>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52F36EEE-3758-58EF-CB17-A570EEEA6C44}"/>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46234C5C-10B7-B952-C8F9-52563F0BECFC}"/>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21A1B47F-0382-3989-7919-59582AE864C9}"/>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31148E22-09AA-DE04-F226-D5D07E433A7C}"/>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F456090C-4882-6FA1-A114-13A3CD126819}"/>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AB6878DB-1715-8EEB-1572-912F839AD582}"/>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4C28FB10-6652-E115-B4E8-4639FCDA4DA7}"/>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F531ABA3-EEC3-5054-77CC-21F04ADE2ED7}"/>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DCCDFA8C-230B-9C7B-BDCC-46B1B21672A6}"/>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498A8996-AC98-3752-573D-DADAE1CCAB8F}"/>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3BABCE84-CA3D-A7AD-41CE-32720E8261C6}"/>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EB3D2781-1E85-8B24-00B3-BCDDC5A95862}"/>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57D3EB3B-F921-BC3D-2E03-D23EA7024978}"/>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2D650F0F-3604-913A-B9B5-F3EED5695E4F}"/>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73F2CA6F-03BF-61C9-5055-FECAE3732C84}"/>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5E682020-5F41-40AB-C175-0CB47866F4BA}"/>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E4E2722B-41E9-F856-D944-C5DD95B45521}"/>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1F469E36-4BE2-BD07-5FF4-D2C0D179D576}"/>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1D84186D-9AA6-D407-808C-121FA4D1EF48}"/>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162EF7F0-7797-7AAA-F62E-F759DC26C749}"/>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746414CB-7C19-5A9E-2258-C638F61E0890}"/>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EEFB2507-DC25-6EB1-2485-40F97D195926}"/>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2B22CA72-9B54-75DB-BFCD-93F7729C4C56}"/>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6E5856C5-EDE7-65A5-DF4D-2488960168F0}"/>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8C2566A9-A805-8C78-B18E-D36D02EFEC32}"/>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04B67336-BFFC-FCD9-E71C-36F5DD5BC623}"/>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EB484995-BAC2-841B-3FDE-27FE8D37C3FC}"/>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BECF0787-BCFC-A1EE-C212-FFFF2385BA3C}"/>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BC4387EA-BC25-05AC-5DF8-426FDD9889C0}"/>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BEA56289-5AD9-871D-09FF-FFB8271BC206}"/>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77BB80FA-348A-4C41-619A-A0DE11798E49}"/>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7AB9A674-C730-3B0D-A3B1-81BD80B1D19C}"/>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8A0C0F65-1FAD-6309-235E-B93B887E13F1}"/>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BE4D3463-423C-A863-FC6A-C8E735850A8C}"/>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80213A11-6C4B-45B8-E5C3-EFC3F19E9267}"/>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02CF4870-961C-1E48-5E2D-6A84F8BF8647}"/>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EDA87F73-04B2-1C71-0FDF-7F5632603B99}"/>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B05D8805-B8CC-F83A-A15A-8BBDF5E2BEBD}"/>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D4C14EFA-014E-58B2-479E-048BBB2C90CF}"/>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386B83DB-830C-9D0F-03ED-798AE8C1AB13}"/>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A1FF3A53-0A8B-CB4C-E961-439833805B3A}"/>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52587ADF-8A9A-3A3C-273C-811902382265}"/>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2D2ABA3E-8A37-1F91-31BC-421F32F40DF9}"/>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E9AD26C3-B704-9674-C2D7-89926A8AF2AE}"/>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1A7B98DD-76E5-AC0E-5D24-8C5BB7D7C421}"/>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2073335A-EF05-1E7B-A369-857D25AEAAC4}"/>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6EA1170B-41B6-2B4E-B5CC-BE77D9926814}"/>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DFAE223C-FFC3-06AC-DB17-A4F3C8008BF7}"/>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24DEFAE6-19C3-D5D3-B63D-AF5B6752D170}"/>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94394D06-5839-7A66-5791-FE82F2D338C6}"/>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4571987E-E8F1-111E-8ED1-726E0869993D}"/>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F2808F35-78BD-2D4B-C1AD-4E089A0DBC92}"/>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34A9A840-687D-9B71-B5DD-3C150E80657F}"/>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67E3FB14-1796-7B96-05DA-C51F1DC202CB}"/>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BC60647E-2338-69D3-89B2-C4B361B1574E}"/>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6AFB7A07-B6D9-A917-01C0-20920D4C6FBA}"/>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344FBBF1-1227-526D-D2C6-A4E819E3511F}"/>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327DBAE0-A344-3E7D-E471-F338C50A61ED}"/>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CFB5EF9F-384B-AFC6-522F-E61F4A005BB0}"/>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14855B91-1803-020B-F8AA-50593DF435E0}"/>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A3779C56-3D82-ABDA-0E48-7BC96DA9E030}"/>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B3326984-153A-CB08-AD4B-C2AEAF06AD17}"/>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39D82F9F-5A27-DC8B-6DF6-B22C58AFC8F4}"/>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EB9DB879-E9FB-F6F6-2F93-AC06BC1498F1}"/>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E4775F86-6F55-DB1B-C49A-47A869E60C46}"/>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5A07B8FC-0BF1-B7C5-A5CD-CEE11323370A}"/>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432F1C63-ACD7-B12D-E38A-F236AC32D1BE}"/>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9DB8A8B6-3CC3-92A4-3D55-6387784C67BF}"/>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D990E114-9B66-2A8A-A40C-67AF28A99FF0}"/>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E70BED18-27DD-7F25-ACC9-CED21CB6BD7A}"/>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7714B120-EA81-4453-1E1B-01575F03857B}"/>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6FE2238D-EA81-E1B7-E9F9-C4FE34463EE6}"/>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D7837308-571D-175B-525C-5EF49536E54B}"/>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DBF0D1E6-BAFB-E867-34EB-328ECB6431C9}"/>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FEAB3442-6D60-631F-163E-AE8E9544501C}"/>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DFB75DBA-A243-DAD4-117E-C5306315F855}"/>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ACAA23D2-8E95-ABCE-9F74-1F19C95F9FEC}"/>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69C7BE64-C667-C6B7-F3F2-03118B5D3C11}"/>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3B448FA9-6BB7-AEE9-5927-4FEE4CB397E1}"/>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7B1DC751-3A0A-991C-EA08-7C5FA94C5207}"/>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AF40F1ED-9A21-4822-C107-769586C6E88C}"/>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0FAF680D-11A8-D941-633C-A348391EBD42}"/>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B76DF1E5-965D-6F15-8F7F-CD656945E0CD}"/>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17AEB20A-F808-0F84-6469-442440D08311}"/>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9DB40477-75F0-FCAA-0895-DDC8BC35BEAC}"/>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425631A7-B0CB-5EC2-7E48-A8BF37BD5BD7}"/>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367DA7FE-1F6C-603D-FA85-6D628BBFC138}"/>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BB943410-D3B4-A067-90C2-D6DB83CB1748}"/>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DDF56DC4-EBC8-6CDC-0292-FAF2ED44D465}"/>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23E26022-BFD5-912E-E7ED-A2A4BFF4B2B3}"/>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B9F692AC-24BE-75AC-ECFF-0433CBA379E8}"/>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F05BAEF3-B7BB-F0BE-517B-CECFBCAF1A41}"/>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244431F7-0438-650D-D29D-D75D65E2D1DF}"/>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BFC3D680-F50A-6F0D-996B-3B7BD1659CE6}"/>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4AF518D7-CF56-29CF-AF43-B4963713BFCB}"/>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5A4E84C5-F87B-040D-1825-6D90F996E712}"/>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C2D3AB49-443D-B999-96CC-E858D51F0C33}"/>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720D82D9-8F4A-8B19-7D5F-0100AD6CB62C}"/>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A6FAD62C-8A3C-E872-7A97-D22707C880C2}"/>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32661F45-140B-722E-B246-C16B8FD5327C}"/>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2196DEB6-C3FC-20DB-08CF-C9CD4B3E6F84}"/>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24ED5DF6-77D3-AC25-AF39-128411615224}"/>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2424BD31-EE44-8BD5-7377-54C1BBE8F42A}"/>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DF98647A-5F08-D3C1-C446-879333F204E8}"/>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D8356411-F47B-CCFF-E09D-11689DAF0486}"/>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75DD60E9-46B0-7D85-5303-3247106E4291}"/>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63F7A667-4FE2-067B-E267-A4B8861D4F5A}"/>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8F3B8E2F-C325-97E7-53A0-196857165D72}"/>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454EECF9-006E-A14D-0B6D-A75FDFDAB3C9}"/>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60FB75E8-70CD-25B1-EC09-F3013838AD0F}"/>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D32635E7-AF3A-09AB-CB0D-4CF2DD3F86CE}"/>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A402A93E-D441-B6AA-98CF-581E037DA097}"/>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019946AA-5115-4D98-AB54-487C04636D48}"/>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CC552D50-5C11-E9D6-3021-5DB1E2A0322C}"/>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639C7DCD-F667-5299-F022-9F4FB94572C2}"/>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251C2A18-455B-3CD4-ECEF-DA54FB5AC68F}"/>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D2D08AAD-9578-EE3B-8330-4CA92F9EA6A2}"/>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3C74597E-C452-5FE9-08DA-ED25AFE2B8B3}"/>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2CDA5533-6328-78EB-4955-75F67BD29D83}"/>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ABF221BE-5DF9-833A-1B84-6C21BE918B42}"/>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F2AD0286-EB94-74AE-D4B8-62E2AFFB49E3}"/>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A7EF794A-9A86-89D4-EB78-CA40DEDBF4C2}"/>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EA4EFB3D-6890-569F-5B61-BA4C8C7373C7}"/>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D80DF87A-53E3-2ED5-D7AE-F562CD964D33}"/>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82D7756C-4D3E-9B0A-5E7F-C91881887B63}"/>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EAE98AA8-AAAB-BA07-2250-BB339F729DB9}"/>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5E27C377-2166-CC83-E7D0-8088757E206C}"/>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12718660-B9F7-051E-334D-82FE67F67E78}"/>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63A2C2F5-A2FE-B528-082E-683553B2606D}"/>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89A365A5-839A-1FEB-F9AF-881FD33DAD90}"/>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AB7C8B5F-188A-EC2F-549D-182D70538DF4}"/>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61A5B67C-5D00-CFE3-E2A4-DD1E0F6E0E08}"/>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F64F6A33-FA2B-D57A-1C90-694515EBEFC6}"/>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FCD1AB5B-D301-53A1-87B6-75ABCF243FBA}"/>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E264B06A-A0DE-569C-5A73-F4778C0E7951}"/>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5673D250-5D88-C904-9724-56BA3E39A27C}"/>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3F7A799D-DB54-6001-4042-CA439F675F2C}"/>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D5F166C2-FA53-E5BE-0E7E-0024D77B8D61}"/>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30C442F0-43F5-5109-C541-4AE491A8FB9A}"/>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E59C85A0-DADA-6D3A-7FC9-DCF9C6CC0665}"/>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246E1A6A-8FC2-7810-07C7-1CD84688D539}"/>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BE077FA4-1303-A6DB-1561-28616E79C6C8}"/>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40D0458B-4511-760B-976F-AB0075EA1C07}"/>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AC032373-A140-C632-A350-0F4B26F373A2}"/>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02A07571-0FA2-FEA0-3737-BB1A7B10C8BE}"/>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F7965E9C-8B04-8683-C48E-A37FB7B41BF3}"/>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F60808E7-5868-8F7F-0CE0-23CE4E4E8AEA}"/>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8DB9FB82-B7E4-9354-D33C-3E381DA6C25B}"/>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8E0234EF-1EF0-74BD-3AB5-40D8F01290AE}"/>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18CF1F92-79D4-CBA8-881A-5C8D3042C1AB}"/>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C08760F7-C92C-C3CB-0AC7-5B1D5F248B84}"/>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6B9FCA63-B11D-88F5-DE14-D1352ED3A477}"/>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E6DE4E20-13CD-29D3-460B-1595E3D7F319}"/>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B23F84CF-6D33-4198-159C-E605F507280C}"/>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F4F3618C-701C-07DF-35E0-6395EB930D57}"/>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D180F290-D885-D5F9-3DFD-785A7984B5ED}"/>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5EEF9DA6-69FE-F45D-895E-8C4E58805308}"/>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CDF4B31B-2BDD-53C9-8C89-0C3AB7E21C31}"/>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4E7929DB-D24D-8A60-AF79-87303460D244}"/>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076AB675-7918-454D-F376-0CA20A965E74}"/>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C5501EB9-BE6E-09BF-9E13-FC74EA5A9654}"/>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9007A115-0151-E2DC-F694-367DFB48E5F0}"/>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876E3A06-CFAB-7286-AB35-6BF8A8DD8540}"/>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09CC146D-35BA-9503-B36A-8CC5F18E3422}"/>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A6605EB0-6FA4-F539-1021-1C4B5C71CF1C}"/>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DD6D8320-4D17-8562-88FD-730CD4192EC4}"/>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B8C7F5F2-7975-C248-CE98-1655672D4266}"/>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71BA6627-1B17-E6A6-89AE-807E2BE7EEC6}"/>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5CC61357-A6F7-ACEE-022B-15C43ED4159E}"/>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60972DF0-B58B-299B-5B15-07ACFF872137}"/>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7A6E9398-C85E-717F-56BA-E94AC6C2E664}"/>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2C2A6B64-2A79-F7A6-BB20-9B028CD69166}"/>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006381EB-6AE9-4B2E-C75E-17C53DA78813}"/>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20ED5BDD-001D-65E1-68D9-81390F6C9F5F}"/>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FC017530-3157-49F2-340E-1BB60B0F2C71}"/>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ECA79919-2F9D-2565-3B40-9F441940A085}"/>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AF4D99BF-2FB8-366B-AE81-0901B363175F}"/>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1DAD2CDC-F28F-28BA-277F-2A4386921524}"/>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7601AA51-C36F-BFD1-DC2D-A48BF110A413}"/>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18BC37CE-184A-DCBE-55B2-0B339C33EB08}"/>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AB6FFF40-EDDD-354C-1B7D-E61565E0D144}"/>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A71B0E92-9078-994F-BB65-1E41C488452D}"/>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92DD1781-BEE7-095D-353C-7B1BB71F477C}"/>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3F07C91E-1DA5-A70F-C586-D9C2CC66F491}"/>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6E33A7D4-614C-2FF6-184B-CC39FB3C2A9F}"/>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59094766-230B-5392-F773-1E1568AD49A5}"/>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B2849D68-E5A3-6E2F-BB53-3604F554868D}"/>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9ACB5CCA-0376-FEFC-629F-2AD9785504FA}"/>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09FEEFC4-F186-51EF-3275-98123126B2FD}"/>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80F59ED7-552B-0859-38F8-0BAA22064126}"/>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03CC0BCA-8C55-602E-6A69-CDDC51EA3385}"/>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B09133B3-F809-0980-5A16-586F6DE58A15}"/>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C261F10A-77D4-85E9-F458-CB4CA3587AC8}"/>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E6F1036A-40B2-85EA-D11B-15AE1381CF25}"/>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11CE30A1-62D5-BCB3-F54E-A4DFB9B24888}"/>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2C82463C-6904-2342-BDD0-E6D44359D88B}"/>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1307D37C-3C2F-B40C-A18D-0F098714CACE}"/>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61153059-675A-3A05-4D14-636B2A96E730}"/>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371E1B67-6CA2-4FDF-5C24-615B8C9ADEFB}"/>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0290E414-228D-BA36-AB9D-9E334089AA22}"/>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2B021F21-2307-6214-5831-2C0B5B564AD2}"/>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0E6C1767-60C8-7F9B-B8FE-05188995E59F}"/>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1C1282AE-222E-1491-4E5C-453008331FD5}"/>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DA408FFB-FA4A-8B11-25F5-01C341EF8892}"/>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AB5B36E7-98D3-11ED-E1B6-A6BBD804C906}"/>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815FE9D4-3FA2-52FC-3241-9F852889CB23}"/>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B54EF01D-257E-EEF4-CB7E-0BE80A2429EB}"/>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C47C986F-018C-2FB6-1B71-DD82377FBB1F}"/>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B9794A41-BB31-6D13-7355-AF0CA4C4EBA4}"/>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794660C2-CB41-9E53-8DCA-0B8F824D1D2A}"/>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5B80ADD7-D7CE-ECDF-7A09-453AFD36A533}"/>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FA4CA7DB-9D93-2796-3194-AD6CA65090D8}"/>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A989F193-F02D-96E2-74A0-0902AD816D52}"/>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795510BE-BFE9-D3FA-2048-BE7DA5DB6C99}"/>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C5E9CB16-1531-7668-4B3D-0A19EF649F1D}"/>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FAF8EA93-0B46-1EF2-22E0-86706F1DB3D9}"/>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78D5251F-90EA-6FAD-DA18-8423D311ADE6}"/>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987B65D3-25F3-CEA3-6BEA-C56E736285DC}"/>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7FA166DF-092D-7170-8571-9D8676FA5403}"/>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DE610C45-C359-FFF2-94C0-3AFE40F17E6C}"/>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C225731F-F5BB-5267-B5AA-7503DD8EDA06}"/>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C6F29C42-5ACF-1FAB-8B97-16D144FED6DA}"/>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8F3192DB-3FC9-C87E-53D8-E507D0ECF34E}"/>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52E10467-A4FA-F010-E3F8-4B2F8F81F209}"/>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C5F35BFF-3374-0509-853D-8E5C4F32456B}"/>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24AA87F9-0E79-2572-2313-73FDA29D134F}"/>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9A54F2BA-A0DB-CF53-F23D-01EA1AF5545D}"/>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E985EC79-DC4E-FF65-7F24-52ABBB214104}"/>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5AAE6F43-CA7F-5A00-CB2A-320D868868CF}"/>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A0E5E35E-DD03-E066-579E-9003B7529BE5}"/>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36F38316-A738-6729-8C93-DFA840B20545}"/>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184E6559-2DC9-66A2-C1C9-2C1CA7105941}"/>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C4492586-25EE-ADB1-CDDA-D42056C5F606}"/>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235289FB-A054-B886-6E8B-357A4176DFD9}"/>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231F62EF-9B5B-EBF7-2C56-FBC940FC4494}"/>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480B073D-6E6F-A6FF-318E-1C6EEC2238B8}"/>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A613869B-0625-8D25-4FE0-C3CC8C97D793}"/>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E0ED7E7E-AD4F-6D2C-A1BD-DB72A0211941}"/>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09CE30B0-F928-8881-7085-46313C714952}"/>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8707A9EA-8FFC-7267-01AB-4EF925FCC6CE}"/>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DDDEE922-E645-9E0E-325A-C9360FC9229E}"/>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E6DD2493-79E3-404C-0496-E3668D2CF251}"/>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C16A4B44-4353-6C98-5D9C-B03A8738A5C9}"/>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8438EC56-F531-59E4-336A-8F571460FC6B}"/>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5C4BCF26-2811-4FB0-6F9C-CF3E30D34799}"/>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BED064A0-C2EC-C852-D90B-5AB567B0BB38}"/>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34E0C860-FA0F-14F2-02E3-A09F52ECE1E4}"/>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D50D67B9-3D35-5276-E59A-D264110566F0}"/>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2645A6F1-3DD5-6075-80D0-C2D90BF4E386}"/>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FFE84B48-9B43-9794-96BE-C6AA4D8B04A4}"/>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13718B39-0741-149A-5E05-F73B199B532C}"/>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7130DB30-95C7-D701-6F8F-332D9B8A85EC}"/>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EAFEEFC9-E6F9-B588-162A-DF06B25732D0}"/>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EA31971B-6A07-1CB6-6185-9689947CBCB5}"/>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3AE2D1AB-27AF-23F5-0F9A-FF3218554CD9}"/>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CD249D60-B6F4-EE51-D020-E9BD9E51C05E}"/>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9F8829AC-EE76-A554-6311-D7CC855B3D50}"/>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6FAA18E5-8184-0728-B33F-6A173666E23A}"/>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35193270-E1F7-2D5F-547F-386E0B4B5884}"/>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757CDF5D-4870-5FBE-8A11-7E59D3EB3EDA}"/>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401E261A-5DF9-5B86-4337-2B405E16FE1F}"/>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EEFAD7D4-661C-4C30-38B5-71FFF76F5B77}"/>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534E92CF-BE2A-4DAD-0B4E-F1B7B1AE5E56}"/>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A65D5919-228B-D2A7-D6F0-2AA5A7E83D97}"/>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1F4FCE40-3F98-8009-B237-5E3C77FEB454}"/>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1AADF195-C568-4658-4679-59FBBACBE183}"/>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740ADDC2-88F7-149B-3855-461676160C25}"/>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A15262D6-DCBF-DCD1-24B4-9A654B286E0F}"/>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690EA826-B9C3-06A0-F4B3-610AD0EF2780}"/>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538CA904-7076-AFA0-3B49-7745DE48309F}"/>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1B7F3CD6-4E4A-51B9-1F61-D107EB1C9C14}"/>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27B2DC71-92F7-409D-9912-975FD62A11E4}"/>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DA7A50FE-C307-4BE9-28D6-8AC3434E0064}"/>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2AAAC42C-36F6-6550-8209-FA2B9A8607D7}"/>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58096FCF-F3FB-4265-0B29-476C21E9DD73}"/>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C0DCA1DC-1A4F-75E5-A055-BC477B06D2DF}"/>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FB144FC6-A80B-46CF-A2A6-26D3352FEF67}"/>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69A439D8-062D-B75E-7645-F4D19FB239C8}"/>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7299531A-2ED1-C92A-6F4A-8686BB543D46}"/>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8019DBA6-1CD8-DE09-12BA-1E8F94BD4317}"/>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D0BD7376-E4F1-D60C-3079-DFE3D0857C30}"/>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37C60651-2A4D-1FA7-AF03-5C62BC73AC8B}"/>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A616DFDB-2E2A-10BA-D60B-9CD91A5A6C21}"/>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E5F128D0-318D-1679-157A-D439191FD2DC}"/>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6A3A1C5D-88E8-0CE1-F3A8-5DE516EA8980}"/>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940AF29B-7953-D710-0674-48B9FAB7AFBA}"/>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03C393DF-46C3-8DDB-2173-0C416CEA5778}"/>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663C8D88-F5F5-0002-A823-E1340A09A734}"/>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42F6A61E-0BCD-2E83-FE87-6403E021D814}"/>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2AEC97B1-FBA1-6244-91A3-3138928B5B89}"/>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CDE78FB5-8653-4ED8-6769-E8B22BA44EEF}"/>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9610743D-7B16-DD9A-3282-F8B6D8BD60D5}"/>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EA9423DE-8BB8-17FF-D34E-9B5E8ECCDE6A}"/>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9210D0E0-CE9E-2F1C-E160-412FEC71CBBB}"/>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11233296-1165-1C01-D9AA-CD6D6C6A46C6}"/>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601961EE-F758-182B-9D8D-3CC9B3FD0966}"/>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1A1F4AC5-66DD-0648-ACDA-F8886F2818D1}"/>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962487E1-FCFE-AD6D-0548-9DE1BD0A023E}"/>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2284E436-12FA-C39D-3123-F0C735B5919C}"/>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968ADB5C-02A5-0A00-C69D-BC5122C2FC61}"/>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D1EB3156-F621-1D44-B861-D93312550181}"/>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2397D721-0BA1-544F-3FAF-07F5C6255A1D}"/>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4247F6FF-D5F1-06CF-7ACF-249F64C62E5B}"/>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D6857167-33FF-D8EC-B41C-05A846F79147}"/>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748513FA-B86D-5BF3-ADF1-27082B3E4825}"/>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B0470979-EE18-8670-0FA8-A12E15641B42}"/>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072A83C9-4E3F-E911-282B-236E69661D10}"/>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0B8BB91A-262E-6E8F-AD96-6436C2BAE73B}"/>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39CDE15B-4AE0-8482-F647-224BAA1B623E}"/>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0EF82917-1FDE-2463-4F96-7DAA360FEDC9}"/>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85380679-4F06-F6FB-8C70-98B1A5F4F8C3}"/>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9A2F68F6-802E-9C2C-85D1-18627E619D33}"/>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68F3AB46-DE53-C04C-D0E1-90B9876ADDBD}"/>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DBC39866-97F5-C60C-6BC4-6484ECF0EA5E}"/>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72BE2464-D4F7-1207-9C6F-9E15C84DCC09}"/>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635411FE-B24D-C7D8-65F6-8B43A577584C}"/>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9F486A1A-0726-5CC2-D8EF-02925839B479}"/>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09E199DF-BCF3-179A-0E0C-3662BE448EA7}"/>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BE0953C4-C23D-40CE-4D1D-C3E07C5992E8}"/>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091F7B2F-81AC-8DB7-1CEC-A113ACECC61F}"/>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F41F9E33-D7D6-3B5B-FD9C-8DDAEEF2B1D2}"/>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8242E355-3016-8F6B-9B1F-FEB2D19DEF3E}"/>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BBA0330C-0D00-F881-1FC5-3DFCA0ADE62D}"/>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37BF76E0-92BF-A216-03A3-C3DDE54EF78C}"/>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EA3AEAB2-B053-2B8F-4C45-DE00513585DB}"/>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FC4498EA-E476-D69B-8208-97C7F34458C2}"/>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7F694B5C-4971-32C8-0B51-8A95DFF05D11}"/>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FFE86FE9-2BCB-971C-5D11-CE2FE02836A7}"/>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B5CC35B3-57B9-16EC-5D8F-A0794B33A2BC}"/>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6ED14C21-DEEA-FE49-F8A2-85BACC718350}"/>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DDED7B63-968C-7F77-1D24-D7C4331D20D9}"/>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6BB746AD-AA64-0889-8C19-5FACF9C5838A}"/>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6942CFDA-F617-4C0D-FEEF-EF7A23EF52BB}"/>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1EC6F2B4-0F57-43CB-CEB1-B394F22CFAAB}"/>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1A3C982B-24C0-DA44-A1E4-32635848FFCE}"/>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4CFE7812-1605-10F4-D904-1384ADC30AFC}"/>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CA02483F-3441-52BF-04B5-868DFD902D56}"/>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A1FACA3B-8D16-373A-42B9-12D9BE2DED82}"/>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1171FBBD-6490-6FCF-36D7-217772FC159B}"/>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4AF24A43-4F05-6C81-C9F9-387FFD52B50C}"/>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09CC8980-933D-D220-699D-4F4D6DCDB109}"/>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713260D8-D38C-A8A6-FD6F-B611C7AEEC31}"/>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C81F6335-B40A-035B-7131-8BA0DFE63B3C}"/>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89972BDC-508E-19B7-CB63-009431DBB64F}"/>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75F09724-1C3A-0C1D-76D1-6D5CCDDDBCE3}"/>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F8CA6AA9-EAC6-275C-6EA9-7FDF7D710209}"/>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D9C1E06B-95A7-462A-CE59-58BB66117824}"/>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BCBD4E76-113F-F44D-5758-A5C8E77AAA4A}"/>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E5A49636-11EE-482C-D1B9-8F49BB6F85FA}"/>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12F1EE86-A260-7CFF-2949-F6D5DFE2FC01}"/>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88D5F8C8-392F-DEDF-C444-6EBFACFE051E}"/>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B7FAF2D6-05B9-D0AD-466B-842636150909}"/>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B9257A3C-8DB5-DB82-59B0-2DC509F286FE}"/>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8454FD6B-4A3F-8FE2-EAD0-9A297EA547CA}"/>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54F8F50C-DABA-0ED0-F955-E1EE152D2680}"/>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43DFE989-6997-64A5-B70C-CF5DD6F91EB2}"/>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47908511-4211-FE5C-A9FF-0C5940305E7C}"/>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54B25039-3E77-4805-1746-FF8F82F2AE02}"/>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0419269A-D872-8715-09EA-9A5D611049DF}"/>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3ECB4031-609E-F9DB-64B8-AF46B620EEFF}"/>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1BB8507C-5F06-F124-25FE-397391CFD2F3}"/>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B37B3977-6F0A-BBBC-3C6F-9729DCF20F67}"/>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60D83CD8-099D-B9A0-CCD6-42813A3F3A58}"/>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1890EFAD-E84F-9639-9B20-72DCEFEF0741}"/>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A5D64EE5-B5FB-1EC8-0399-54C1CCCA7A8A}"/>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2EE55395-617D-7694-67CE-14136EC294CA}"/>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0AD47BDA-6F66-A3C9-516D-21996792153C}"/>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F50ADC20-3A4B-5561-34B4-59A068029F74}"/>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6A4A5995-C610-6B46-9862-A47A2E8AAD4D}"/>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C7BF782F-FAF1-76AD-734E-5084B64686E4}"/>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2171A32D-72AC-E7AB-D352-1AE49C3A51FB}"/>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B613BA44-F93C-9E0D-C96E-323B6864A6AF}"/>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2981464A-C2DB-7639-61E7-F929D29DCF0C}"/>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15AC57FE-AD26-9A46-C18B-430AEA583E89}"/>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76E2D24E-0231-6320-0246-FCC0087CC439}"/>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BEE646BD-F99F-FAE6-AB5D-4EE22389B8D4}"/>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B4DB4F37-9792-3697-514D-F608E80C9128}"/>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20F9DD75-7E10-22F7-7210-6CA4E2AD6AAE}"/>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945A23D7-131A-C010-9D04-099866A08694}"/>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5C4383F9-E502-F6EC-2BF6-4C645B18ED89}"/>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A6469461-9612-6FD7-9989-3B3526E1DFCF}"/>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0B3F386D-2B2E-14CE-124E-0BD0CCB24033}"/>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F2ED157A-12BF-A484-9727-24DE70CC157E}"/>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FBC55CEE-EBCB-76F8-1F58-9ED37C7FC37E}"/>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76284320-ACE5-1D56-959A-EE1BAA80274E}"/>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4B8BA6F5-BB98-71B8-A233-6D89A35B1906}"/>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7A30A244-16C2-AF3D-4948-4C867EC139C8}"/>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76F64C42-42D5-DDEA-B90E-B989E7F7C3AE}"/>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C5DEE2F7-CE40-56A1-87DD-59F1A6D38DB6}"/>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FD484819-444A-2813-345C-B6513EB97ADA}"/>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1688637D-F4BF-4580-EA54-C5AB0B9630B5}"/>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E8C03400-6D81-D1D1-A1BB-B32E37273425}"/>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AB90BD98-4426-E56F-F944-1AAABBF71388}"/>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22A43314-EE66-DB31-3AB2-899B812D428F}"/>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87AD916C-FF6B-EE82-465E-2FD6AD64751D}"/>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D61022E2-1291-8754-B78E-AF98162CD2BE}"/>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736D823E-6D45-6EF2-95F6-116694F2FCB1}"/>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DB39BD69-3240-6156-9FD2-EC4431D63A16}"/>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661941F7-217F-199A-E98E-A2FD64171665}"/>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02F325AB-2F18-8D71-8482-3A6C1E3B07F5}"/>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21BF912D-B919-B69D-1B7E-26A17024792D}"/>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66D7502F-A5D6-D6F8-BBBC-BDA6C4B049A0}"/>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C3A5F495-8485-C529-1698-01EDF7E1C203}"/>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8A5A72F2-F5C5-34DB-F95B-3BFB983747CD}"/>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64AA112F-CA34-1EAA-2BE3-6CE80CE831FF}"/>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6BA82B9B-5A4E-55EB-06C2-0E9C5ED254A3}"/>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06DA04EB-CFB8-1DD2-1DE9-15A323134B51}"/>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DF49CE45-5DF2-AA2B-87E9-6119EF42601D}"/>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DC89DBF0-1FE4-51D6-CF84-F192A5B814E8}"/>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22AF32D8-8AC2-F457-E397-5E99CB5A11B1}"/>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E4EB2E63-D6F0-6888-7D08-D5BE4635989F}"/>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F12CB54E-4B21-61E9-CE04-68F1BDBB7A46}"/>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28F364CE-81DE-935F-1595-DA023480D21E}"/>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F56575C2-80B3-4ED6-FEA2-22F7B8D4A0E7}"/>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6527CA41-D65F-90BE-6C3C-7B82E3FE4790}"/>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FDE4A717-EF90-7AC6-9C89-CB0BC3A1563E}"/>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35D96C30-8F57-AFE5-1720-BC05420E4916}"/>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B475CB10-5EAF-87DB-0BD1-D195E84D2CFE}"/>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F1C87AAD-6EAE-F8E8-389F-624005D33491}"/>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4A37C1F6-1544-2208-951A-D404A1F72FEB}"/>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4FC815FE-44EF-ABE5-017E-4A3DFBF51426}"/>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408F6CDF-5705-F5E0-EC5A-4367E2B44824}"/>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C1791E79-D4A2-F85D-D9F5-537BC11B7C4C}"/>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EA1A2922-644A-7258-D1C2-2447A268BEBC}"/>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B9F23301-CFA4-35D5-193B-59AD18F7568E}"/>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C6C6F567-71D4-856C-799A-F99D20C01353}"/>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7C9F8D86-A3AF-B0B9-182A-3FD69BF64DC8}"/>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123542CE-BDD8-7755-4053-4F46C6C07F37}"/>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0A70C303-FB23-96C2-BF52-5567098A910C}"/>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3DE73D65-5F72-814C-6DCB-292C03A0C3A6}"/>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152FC075-337D-DB47-F050-754DF18E0B00}"/>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E839DAB5-9F8E-65AC-1566-AEB5FFE4AD08}"/>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36B6337E-6D1C-927E-B4B9-910DEC488DFB}"/>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2D3CD9B5-8B11-761B-E702-E3413FEE3883}"/>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9D155320-F986-1D7A-6DF6-1F5B1BD9D4A0}"/>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E0D167EA-E332-D434-DD48-31D3A9BD679A}"/>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277E0500-56CD-FA6A-3C90-54C6D15D136B}"/>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24221209-F1E9-E293-5C8B-6C8C84B700C9}"/>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9AA2C1B1-D0C3-A98C-C4F1-685BF68DD3E6}"/>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C81D6C50-CD18-C1BD-6C09-1FC552D8B8BE}"/>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5CA3A51C-0899-6EB6-16C9-F4094A54E1E3}"/>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35CB7CAB-A8DE-5FE4-50A7-4044037B3ACF}"/>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8F5FDDA3-DDAB-B5A5-A7E8-D8012A80D4C9}"/>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A87A40A4-6673-8EFF-65D1-4615CCE56E6D}"/>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01708B69-68A4-8D56-8545-7B9E57EC83EF}"/>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889A2C59-9620-FA24-9234-D18000067B3F}"/>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7A42B1EC-47E6-D669-6EDD-804E2065F0FC}"/>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FADFE0FC-84CF-1F2F-8A6C-E1A5695F83D0}"/>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5B210A3F-CF56-F505-CEA9-266BB631A7AD}"/>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F2D41C18-F399-7815-EE83-E8E1D447CE99}"/>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874E8B21-B24D-9735-BF62-61D605A3F2BE}"/>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D117463E-DBB1-B6BC-44C0-FF9CC630C5D9}"/>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840B9289-E8CE-9602-B730-8E5F1930AB38}"/>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04A315C4-4BB0-C4CC-A978-A25B3689492D}"/>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4B65D40B-195E-D1A8-E750-E22A505D54D3}"/>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EA6BF3CA-20AC-01B9-67C8-FD5380BE41BF}"/>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B57D9B58-6A1C-7CFB-547B-CF3F3748290B}"/>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E6142373-784C-27B8-EF63-D7174EA274BA}"/>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FEEAFD07-1881-5B99-BC83-72AB3A3DCE2E}"/>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0DC1AA15-B2B1-5F3E-33B7-AF1217ECC362}"/>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171A679A-FB97-94B4-7D8D-C10081EDAB1B}"/>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5F1E52BB-285C-87D3-13F9-89A3CDE8997A}"/>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5C4D4E15-8338-2715-4BED-84B0ABFE0182}"/>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9067A664-7D86-F552-D150-5239C140C630}"/>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7A6FBF6F-4C44-AADC-E729-95CD9EA36E21}"/>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955E28C0-17FA-D3A4-CB64-CA4D3B724DFF}"/>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8A939F32-C7E1-6544-8921-92EE8C45900C}"/>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B4E2E5B9-8469-78BD-7A9E-60041CC3EA92}"/>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669FA721-8C10-7202-1AD5-9DCD48A7AB83}"/>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508BD0C1-9712-811D-EC26-D263555DE62D}"/>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F25A8C93-1771-9696-CB31-79F411209F45}"/>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670BFA62-89AC-93A8-F120-DA92EB11F673}"/>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E3C982A8-3ED2-DCF6-61A5-745393093DC5}"/>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111CBD32-B6E2-471B-CEF9-8F10ABF34251}"/>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527E34ED-D19C-0DAC-D414-856434BF2966}"/>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5B36D79D-A079-265E-B6C0-82B23F549C4E}"/>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FBC225D3-E7F4-4933-1ADB-447D5576E3F2}"/>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C82BEBD4-0ADE-6502-C51D-B7E641E26044}"/>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BC94B1C4-A08F-197D-4BC9-125B53FEF8DD}"/>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B4B27C31-8403-2889-6429-6F124B548235}"/>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916935A3-0318-9EBB-52C0-32E2BBA3A4B2}"/>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882A9712-3717-D24B-A5E6-DAEFA3BB19A9}"/>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84DD78C7-32FD-C489-05DB-FBF85F7CC4AB}"/>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6A2CAE75-CE13-9DA2-7675-C0565B568429}"/>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2D08EA2B-51E8-DE35-7E5F-DF310FA2EF92}"/>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684FB8FE-129A-06F3-AB62-EDA48F42D157}"/>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EE25812D-C199-ECCF-F4FC-006F847230C7}"/>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343C15EC-665F-B86C-0E46-420BE95F9086}"/>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32CE7032-1165-E6D6-8BA2-57FEFDE3012A}"/>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EC2BB026-F434-2F80-3734-4B77419510E6}"/>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0148032F-9256-1E11-87C3-8D5C7096781C}"/>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64AE1E74-0E6C-DAAC-21D1-4A736F6C0C84}"/>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C3F42359-C230-E69F-45A4-A57FB761CE6A}"/>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8D795952-82AC-1639-8358-E4FCC5C04B07}"/>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CBE0ECF2-F065-D982-4034-53745F9A1842}"/>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F7865083-B763-8D93-4E62-3CA831C6AD95}"/>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480D465C-D0C7-9571-5117-6256B6D9B518}"/>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5FCE4998-58E0-1782-6032-2DE9C4589FD7}"/>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87D03991-8048-DEEC-98AB-05042AD2D382}"/>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F82EB2E8-A715-2B99-2589-842E5B0FFF7C}"/>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818FFF3E-21F6-C9B3-8005-BA9A7CAE929F}"/>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4E032823-B34F-57C1-B987-955248CB4EE3}"/>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7CDCBDEE-37FC-64FA-FFBE-1196AA9CE294}"/>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47C35608-D3EE-D874-1509-AEF3FAC4C787}"/>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0D6EEA03-5137-A730-14B5-17C1B03FB978}"/>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4FF05F0B-ECCD-DC6E-4291-835972508325}"/>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379E2F80-957D-F7C4-1069-838791878A84}"/>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1DB7CA8A-2479-994E-7CA2-4AE244CBD4A0}"/>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07FBFE7F-D0DE-F958-AE78-9DBC3F7772BF}"/>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BB8D962D-C9C3-1220-BB38-F4CB220B6C12}"/>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52E58A30-587B-9AE1-E968-3F948A3AEF39}"/>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882DFCB2-0281-D14D-410F-0AF41FCAC555}"/>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16D32283-A8E6-F48F-19A8-B5626E359D1B}"/>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6BC556F8-2689-093F-69DB-54E52BD1EFB2}"/>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C3F8F314-F6A3-CAA1-2AF5-A2D98D338830}"/>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6DC1E80C-D776-EA21-8C01-861E75B13AAA}"/>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72A58C8C-AC38-6EC8-F6D7-D1D90B00A09E}"/>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7E3A84E9-6561-58F6-70C8-A7CD3BEEB5F3}"/>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BE4935AE-1273-EEA9-0EA8-3C49DBE1A923}"/>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5B0609BD-4D66-C7B9-2F0B-02A3AF448EBE}"/>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21DBF156-B8FB-ED59-47E5-82E27E3C522A}"/>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DB336041-4D0F-20DF-7CA3-47C83896036C}"/>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396C5328-5BAB-F2AA-3A1D-D3269CC64D67}"/>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6BD9D7AE-7B56-B6B4-5B50-69811148A121}"/>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D450FB13-89A6-51ED-A9B7-E84778DD08B7}"/>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89451DE4-F941-5CE2-C64F-0F566667CFB8}"/>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BB780863-337B-86A5-DC7A-597344828338}"/>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24F8757D-998C-B508-C5A4-BB345C1ED5A9}"/>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2CC423A6-0A9E-F17C-2421-F71CD6CEFD32}"/>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5519AFC5-57AB-34EE-6541-F94972D5FCEC}"/>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2C1D2E6A-5924-8D96-3433-163C131CF0E8}"/>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64D96F90-ECF1-4B73-5AAF-8E0B13D9BA17}"/>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33511E83-27F7-FB5F-2014-54034655F128}"/>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2E4CF572-E52E-70B2-3931-DBBF4C1EA402}"/>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48236181-3FD1-DA50-C877-1F26D8BB5434}"/>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8EFA89CC-1018-623E-26F6-086DA1E72704}"/>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57F702C6-752C-4410-547D-221C030558AA}"/>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F0D113E7-CAF1-6050-F1F8-F27555F0B51B}"/>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AF917AFF-860F-6477-8F37-B04DD300E618}"/>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9C4A90D1-12A2-B359-3E4C-C1398F585EB9}"/>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BDF3C960-A636-8B0B-489C-8898BAE381D9}"/>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678B4788-B929-4A75-B857-F6BB7B0DBBE3}"/>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E313D7C9-9B71-15AF-BF10-84AF41E702D6}"/>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182DDF99-50BC-D652-CE56-6327B70F813E}"/>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0BFC94C5-8C6B-042F-FEFB-D591BB8136FF}"/>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4046B952-24A3-E565-9A05-2558BE6B1919}"/>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AC43342D-1F71-0A58-CB6D-07EBB1F61EF4}"/>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C7D04C3E-8BFB-71E6-8D9E-5D82CD1C8CE1}"/>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270BB882-D226-E928-E74F-295ED94BB56C}"/>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90D2A61E-E692-5662-2FDA-6FDD98C393C4}"/>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FBC85E9F-EA24-E8B3-F464-02124A36BAD5}"/>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7A2CE829-3BC7-163F-A009-3AFAE506E67D}"/>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99178657-E6C2-950D-5C56-A0B25EAD7D5E}"/>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10AB1381-59D3-CD4B-6652-BEAA69E23D5B}"/>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06E3494D-A75E-D8BB-C3BD-2CB76235A333}"/>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297662EE-4278-F2E9-86F9-2705DB16A18E}"/>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A89438B5-9673-CF15-1FBA-7A07040FB03A}"/>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A2F2D470-6C7E-20C2-B946-8D868A5664DC}"/>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BE26A299-A832-1655-468F-D06557CE37E5}"/>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F36981C9-CA18-DE53-A0B8-F2F4F905C5E0}"/>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DC18ED29-6240-2580-A653-ED35E7FD879B}"/>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86F3AE4D-1D47-82F8-BACC-557FE9DB80D5}"/>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BD306FC0-A666-3B62-1E9F-9DCA16F07984}"/>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2D786267-19C3-77BD-687F-38BD88DF411E}"/>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E98EE44C-29B8-EFCF-DD1C-80FCC8DCB614}"/>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417D2BF4-E4D6-75CD-33AB-6CAB9424B083}"/>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F268678A-2F58-9292-D344-B0410D3819D5}"/>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9F3D9AFD-2A53-3BFE-EFD2-C9E5AAF5016A}"/>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8CF545B6-5973-9D9A-804C-E36E2F151D8B}"/>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A59545ED-04C0-81D6-FC2D-10DD110684FF}"/>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A17277FB-1DA4-E26A-8E84-ADD970D768BE}"/>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F4CC4818-F9A1-3A81-8BE3-C1303641DBE4}"/>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1819368C-0C35-A8EF-EEE2-1A119968CBAE}"/>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F53ABEB4-13BC-B62C-2E15-CA860518A879}"/>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210A57E9-3F7C-5C8E-A287-80404C84BC97}"/>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A79F7F02-382D-D41B-8626-76985183E8B3}"/>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AD690369-9DC3-E1DE-4D17-B4C78604BA11}"/>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6C572B32-90E2-5C66-D082-D2D4BC9D11B0}"/>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26FB320A-172B-BF67-DC16-19CE073E606C}"/>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E016A4DE-AF62-F27F-EAAE-46174278091B}"/>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BACBAEB7-7743-2A2F-001F-B821954EFAE0}"/>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630E61E5-8DEF-7BD5-04C9-7C0F779C11C4}"/>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3CD32E53-372A-D071-19C1-742170A627D6}"/>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3655C7F6-AD92-CA8E-3E86-BC877EEA0605}"/>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CC358841-DC14-B1B4-D5B8-410536B0875F}"/>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59A71AC1-F39B-9DAC-55BB-8621C8512FAB}"/>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16934752-8B1F-E242-64F6-4971026A0E93}"/>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5E3F5250-5075-CEB4-D49D-FACD4004B157}"/>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5ED96F2A-6819-3FFC-4533-83D107DC60C2}"/>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A3A2156F-0712-A5C5-5355-C2B0003A0366}"/>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AF39CFC3-A002-260A-B359-E50A19BF9737}"/>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49D4D66A-2C8D-CDF1-18A3-25B5286FB618}"/>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F9860990-6294-C4FD-8D77-FA5762029983}"/>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4BDBEEDA-0FC5-6E11-B030-D2E5AF6F3F01}"/>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1AE671E5-196C-0875-F098-52D84D12F88D}"/>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EFE867BA-FC7D-5818-CA63-419EF96FF5C0}"/>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E3D4AC69-6936-57AE-8CF7-B5207A31B115}"/>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438C61A5-2E8B-AFE9-F931-062F8C26DE2F}"/>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2742BED8-57A9-F2D0-E25F-5223342F0572}"/>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FEB9D53A-2477-57F7-64CC-6043ADCE9BA5}"/>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464D3CA5-CC11-F919-F98E-9FFA756477A4}"/>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1775BD78-78EA-FD77-A33B-07516F9F4F03}"/>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50A973A0-4416-F397-8940-08DAFB62F837}"/>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5D2CDECD-A6D3-8C86-DB44-AF4C3DEE507F}"/>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492CF818-84BE-0317-EA1B-115352536407}"/>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D335F5FD-E9A3-6E5B-D1AE-4F57C7710704}"/>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A526D88A-80D2-4B1C-3727-2C9481334BBA}"/>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5EA2CAFB-7D44-C596-E614-1195E7CBBCF9}"/>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498DD8CD-9206-681A-2B77-A8BA94A7CC2D}"/>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9A94EEF4-2F2A-3AA1-2126-BB9AB0463163}"/>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EA9E7CE2-5350-84FC-9DC2-B12191C11131}"/>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1E715ABC-49C6-AC15-72EE-94FCFB1C3A0F}"/>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D9BA2964-6389-37CA-BAD9-8174EA23B4A4}"/>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99D8BE77-5DFC-66EB-8E2E-73C679605807}"/>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B652E165-E1C4-010C-C0FC-3FAB591926E3}"/>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86BD1EEB-9CCF-11AF-1A5B-3215A8FBD6A4}"/>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ED05B52B-B509-49FB-B0FD-90E7B32CE271}"/>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F4883422-628D-29AB-7034-5508FD809866}"/>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D412C9F1-1CD4-EBDD-2C32-0BAFE643A8BA}"/>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407E857C-A888-46C3-4089-1A681A5C839A}"/>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FA88BAF4-551D-36CE-743E-B1ED532F28E8}"/>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1E4BD204-7F4C-542A-7484-7D7C14E7E237}"/>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06FDFB40-A7F0-704D-AC11-75097379E9D1}"/>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A692D12A-7092-33EB-B808-510098B43854}"/>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953D3B12-0433-4B92-7D65-B96440E8BC65}"/>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DEA83454-7354-430B-DD12-E80D544016CE}"/>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83D38B3F-ACC7-DA25-0D9C-03BC27CAE744}"/>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3EB43307-170E-0E27-F232-0D82944E79B1}"/>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0C352AAC-8370-D59F-87E5-BB54C7FEB21B}"/>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12525AFC-F9AA-6186-D39A-288425ADEE72}"/>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008A6065-B83B-BAC0-7243-48E89AE80EF1}"/>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7B578D61-A403-3F21-B3FD-80DA9242AF31}"/>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74B41E90-B616-6121-BACA-A9DE544A47C9}"/>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27B2CD4D-E802-6872-F13E-CBD6E4B3FA73}"/>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0FCFF6A0-F213-212A-4CA6-663857395AAE}"/>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BB4EC2A3-42FE-1E2A-7B6E-601BE6506B10}"/>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B9A9FE99-BB5D-5F07-982C-C52172B66866}"/>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76803C85-BD4F-CB2C-AB5A-99F2A612F38D}"/>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29AAECB9-BDBB-779F-F833-D06DF5044F55}"/>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B2C555E6-61A1-6112-0DB9-BC34ECFA4EA2}"/>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DD4B1DD5-0FFE-0B68-A3EE-799F2A0DF8E1}"/>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9E84635E-BFF4-8A64-79A9-CAF25ACFAF95}"/>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8F0DA2E4-4066-660E-F697-AC1A011264BD}"/>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002BF9A6-324B-BD57-AEA8-B4495B2F7008}"/>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383BC827-FC3B-0050-A3EA-665A446C0227}"/>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2012C6AF-5149-A21D-E00E-DDA856A39B22}"/>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19D8518F-76FC-001C-65B8-7A35128DF4BA}"/>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B3623A94-3AA1-B2AA-9B25-CF2D80D3E3C5}"/>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1779DCCE-01D6-C05B-C22F-783B0E7F2149}"/>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60D835A2-753B-FF84-8C79-642C57686906}"/>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10FF6C49-1AFE-3DA8-9840-6419D0371451}"/>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1C0995FE-1047-7176-7885-784C661D599A}"/>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E50B6324-42B7-4BCE-95C7-2BB6B93B8464}"/>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1D2AB44E-2745-24B0-2B9F-B7748EF45FF9}"/>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6EEB4258-63C9-2CCD-5D77-85C88BBBFA93}"/>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7290ECE7-C4AA-F4E5-02A0-7BDEA9134700}"/>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B2B6C7BA-574C-D99C-A3BC-C71B2240A866}"/>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57A96873-8AD3-FDE9-8FC7-F9BB92281B97}"/>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7D34075A-4888-5809-6727-8C98C1432789}"/>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E9056482-8E3D-4D59-C381-012441F5288D}"/>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C12B9A86-AC83-2C2D-D072-5BFA00FCF886}"/>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01E613C2-1BC0-82D8-8D2E-E1D5DC4E3F4A}"/>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60781D36-3BCF-3B61-D674-9C5036194882}"/>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E4632518-70E4-B3BA-7C7E-2758DEDBA503}"/>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8A7C7E96-0502-AE88-2AB1-C630B2A1E0E5}"/>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049EC6A4-9EB1-3FB5-F671-62456C44A7A3}"/>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D1318C34-E4AB-CFF7-55E8-B1BC082548B3}"/>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2D1660F6-9CDA-A9AB-2BE2-0DD3DD0C298D}"/>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D56155A3-5032-77C2-29AC-F3A60E945E1D}"/>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16FE5A7F-1094-CFE8-F1DD-F020F8626DD6}"/>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89E7D3DE-26CD-4159-EC4C-DF1A6FAD8217}"/>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C67B2AE4-FD85-B7DE-F161-E1F3AF32228B}"/>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E8049B93-D917-8EC0-A2B6-7042331F50D0}"/>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4A8C304B-9A66-9D31-18A1-37BD4BFCB429}"/>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5CE78112-6C9A-A81A-85A2-59958A3D0ADF}"/>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A7C7484D-DDE1-124F-7077-FF7DCC8C5CAF}"/>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A71F6742-A95A-7645-26B7-E09AD6C25360}"/>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11FE48E2-72D9-B9C9-D5C9-B245F596AD4D}"/>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B3A744B7-C48F-AA27-EEC6-A944C63219E2}"/>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6CEA0DB7-5C54-4617-C17C-68A38C60E8C5}"/>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56280AAE-6FC4-B30D-EE5C-BB84E34E3A8A}"/>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4F83050F-1B9F-64F8-D569-5B4661BB89EA}"/>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E247DE9A-CCE4-58D1-3850-26B6D5D9461E}"/>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25AE535B-0AE7-886A-B767-E0605D48A2C7}"/>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3203AFBE-AC44-44AC-AD22-00CBBDDF05A3}"/>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36223750-8BD9-D9A6-0FBB-09F51DE29FAC}"/>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52584F51-AC51-FA1E-8D83-98D2CDAB3CFE}"/>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24E1A8EE-3EF0-C76E-C097-F32D89A98DED}"/>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C94B451F-3F69-86CF-AEF3-AE1360DDFF99}"/>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446758CF-9143-65DB-5DFC-11334CEE8C92}"/>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1A63AABA-380A-355F-0BA6-7B28AB85838B}"/>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D589FC9B-D0DB-254B-9C93-BB44992EE12B}"/>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2B896CDB-85BD-6419-7256-647099775FE1}"/>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1BA55733-66AA-C8CB-33EA-3B0D72CE1163}"/>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A01048B0-4196-4F96-7653-CC9D5ECC6600}"/>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2AA9E73B-F812-F1E7-95C1-83B8D0CC8CF4}"/>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925B5F11-F505-C44B-64D1-11DCE7FDBA7F}"/>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878F0923-185B-4CE1-AE5C-08CC3384157A}"/>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53A978B0-BA1F-C885-8DB6-0B0A83A3875F}"/>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87A04540-E0C1-9156-EAE3-BB877FCE309B}"/>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E3E37B79-182F-0805-E27C-2178F2F75378}"/>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53FE5FA7-0058-2314-DC08-545DBC16871F}"/>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9" name="Freeform: Shape 938">
                <a:extLst>
                  <a:ext uri="{FF2B5EF4-FFF2-40B4-BE49-F238E27FC236}">
                    <a16:creationId xmlns:a16="http://schemas.microsoft.com/office/drawing/2014/main" id="{21CCAD30-AA01-4A3D-75D8-2D2036688193}"/>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E37DF83D-CC8B-2BB5-C6F2-0DD23A3D2188}"/>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C816EB30-D170-C33E-D028-EECDFADFF530}"/>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CD1E2FE3-6FDA-25C3-38E3-D8D341B61735}"/>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7F0E2C7B-05EE-5CA6-E646-569D26E8831F}"/>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B8EADD71-7834-FF28-A7C1-3F60D4A418C5}"/>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56ADD7B1-065E-901C-800B-3354C283BD4B}"/>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2DF8CFF2-D2E9-157E-ECEF-FC7F23E642BF}"/>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95937F3D-F0FB-2797-D889-7E0F1F346BC1}"/>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BE8172C2-A1A3-E340-8DBF-8B6652214866}"/>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1D27378F-02EB-685D-71EB-BC51FB4CF029}"/>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B97D12BC-47E9-53FE-79D6-A3CF2719DAD4}"/>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6CA82BC5-CBE4-2933-85C5-96913B4F6D0E}"/>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62D5D6C5-4AAA-7071-2C3E-CFF81AA16798}"/>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69E477F0-16D9-BFF1-1B38-BC4877BF39C5}"/>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89BA6CC8-4873-E6B0-7A43-4DBF4614756B}"/>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106026C0-373D-725D-5992-E16B12DB4F3A}"/>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7367290E-3C86-5421-8C67-BBED50057250}"/>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DB5FB9BF-164E-35E7-00AC-72AFB2C6FBBC}"/>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3401B66C-C029-469A-CE3A-D829BD983939}"/>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064F685E-83C9-D167-B348-49F7A76429B0}"/>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ED2433A4-D028-D488-8798-B0E19802E97E}"/>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73CF0B90-90F5-3C5F-4A0E-631EE5948AF5}"/>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B2C64AA3-F8ED-C1AC-61B1-D8DDAD02B0CE}"/>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86492040-B7F5-8753-3692-56C5A90DAFD3}"/>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82203E64-1C3F-8A91-BD26-A8FDB4621547}"/>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E4F40C28-4923-D8CD-B90B-0602839585EC}"/>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957FAFFC-A3E5-9DCE-8141-3221D4042E92}"/>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noFill/>
                <a:prstDash val="solid"/>
                <a:miter/>
              </a:ln>
              <a:effectLst/>
              <a:sp3d prstMaterial="clear">
                <a:bevelT h="63500"/>
              </a:sp3d>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sp>
        <p:nvSpPr>
          <p:cNvPr id="2" name="Wave top-left"/>
          <p:cNvSpPr/>
          <p:nvPr/>
        </p:nvSpPr>
        <p:spPr>
          <a:xfrm>
            <a:off x="0" y="0"/>
            <a:ext cx="1900384" cy="621279"/>
          </a:xfrm>
          <a:custGeom>
            <a:avLst/>
            <a:gdLst/>
            <a:ahLst/>
            <a:cxnLst/>
            <a:rect l="l" t="t" r="r" b="b"/>
            <a:pathLst>
              <a:path w="1900384" h="621279">
                <a:moveTo>
                  <a:pt x="0" y="0"/>
                </a:moveTo>
                <a:lnTo>
                  <a:pt x="1900384" y="0"/>
                </a:lnTo>
                <a:cubicBezTo>
                  <a:pt x="1388742" y="402004"/>
                  <a:pt x="657825" y="548188"/>
                  <a:pt x="0" y="621279"/>
                </a:cubicBezTo>
                <a:close/>
              </a:path>
            </a:pathLst>
          </a:custGeom>
          <a:solidFill>
            <a:srgbClr val="D9F0FF">
              <a:alpha val="70000"/>
            </a:srgbClr>
          </a:solidFill>
          <a:ln w="12700">
            <a:solidFill>
              <a:srgbClr val="D9F0FF">
                <a:alpha val="0"/>
              </a:srgbClr>
            </a:solidFill>
            <a:prstDash val="solid"/>
          </a:ln>
        </p:spPr>
      </p:sp>
      <p:sp>
        <p:nvSpPr>
          <p:cNvPr id="3" name="Corner glow"/>
          <p:cNvSpPr/>
          <p:nvPr/>
        </p:nvSpPr>
        <p:spPr>
          <a:xfrm>
            <a:off x="9355737" y="0"/>
            <a:ext cx="2835958" cy="1900384"/>
          </a:xfrm>
          <a:custGeom>
            <a:avLst/>
            <a:gdLst/>
            <a:ahLst/>
            <a:cxnLst/>
            <a:rect l="l" t="t" r="r" b="b"/>
            <a:pathLst>
              <a:path w="2835958" h="1900384">
                <a:moveTo>
                  <a:pt x="0" y="0"/>
                </a:moveTo>
                <a:lnTo>
                  <a:pt x="2835958" y="0"/>
                </a:lnTo>
                <a:lnTo>
                  <a:pt x="2835958" y="1900384"/>
                </a:lnTo>
                <a:cubicBezTo>
                  <a:pt x="2338934" y="877100"/>
                  <a:pt x="1242559" y="292367"/>
                  <a:pt x="0" y="0"/>
                </a:cubicBezTo>
                <a:close/>
              </a:path>
            </a:pathLst>
          </a:custGeom>
          <a:solidFill>
            <a:srgbClr val="BFE4FF">
              <a:alpha val="45000"/>
            </a:srgbClr>
          </a:solidFill>
          <a:ln w="12700">
            <a:solidFill>
              <a:srgbClr val="BFE4FF">
                <a:alpha val="0"/>
              </a:srgbClr>
            </a:solidFill>
            <a:prstDash val="solid"/>
          </a:ln>
        </p:spPr>
      </p:sp>
      <p:sp>
        <p:nvSpPr>
          <p:cNvPr id="4" name="Corner royal"/>
          <p:cNvSpPr/>
          <p:nvPr/>
        </p:nvSpPr>
        <p:spPr>
          <a:xfrm>
            <a:off x="10196292" y="0"/>
            <a:ext cx="1995403" cy="1279105"/>
          </a:xfrm>
          <a:custGeom>
            <a:avLst/>
            <a:gdLst/>
            <a:ahLst/>
            <a:cxnLst/>
            <a:rect l="l" t="t" r="r" b="b"/>
            <a:pathLst>
              <a:path w="1995403" h="1279105">
                <a:moveTo>
                  <a:pt x="0" y="0"/>
                </a:moveTo>
                <a:lnTo>
                  <a:pt x="1995403" y="0"/>
                </a:lnTo>
                <a:lnTo>
                  <a:pt x="1995403" y="1279105"/>
                </a:lnTo>
                <a:cubicBezTo>
                  <a:pt x="1425288" y="621279"/>
                  <a:pt x="767463" y="255821"/>
                  <a:pt x="0" y="0"/>
                </a:cubicBezTo>
                <a:close/>
              </a:path>
            </a:pathLst>
          </a:custGeom>
          <a:solidFill>
            <a:srgbClr val="0878E8"/>
          </a:solidFill>
          <a:ln w="12700">
            <a:solidFill>
              <a:srgbClr val="0878E8">
                <a:alpha val="0"/>
              </a:srgbClr>
            </a:solidFill>
            <a:prstDash val="solid"/>
          </a:ln>
        </p:spPr>
      </p:sp>
      <p:sp>
        <p:nvSpPr>
          <p:cNvPr id="5" name="Corner gold"/>
          <p:cNvSpPr/>
          <p:nvPr/>
        </p:nvSpPr>
        <p:spPr>
          <a:xfrm>
            <a:off x="10707934" y="0"/>
            <a:ext cx="1483761" cy="1096375"/>
          </a:xfrm>
          <a:custGeom>
            <a:avLst/>
            <a:gdLst/>
            <a:ahLst/>
            <a:cxnLst/>
            <a:rect l="l" t="t" r="r" b="b"/>
            <a:pathLst>
              <a:path w="1483761" h="1096375">
                <a:moveTo>
                  <a:pt x="0" y="0"/>
                </a:moveTo>
                <a:lnTo>
                  <a:pt x="1483761" y="0"/>
                </a:lnTo>
                <a:lnTo>
                  <a:pt x="1483761" y="1096375"/>
                </a:lnTo>
                <a:cubicBezTo>
                  <a:pt x="986738" y="548188"/>
                  <a:pt x="548188" y="219275"/>
                  <a:pt x="0" y="0"/>
                </a:cubicBezTo>
                <a:close/>
              </a:path>
            </a:pathLst>
          </a:custGeom>
          <a:solidFill>
            <a:srgbClr val="FFB21C"/>
          </a:solidFill>
          <a:ln w="12700">
            <a:solidFill>
              <a:srgbClr val="FFB21C">
                <a:alpha val="0"/>
              </a:srgbClr>
            </a:solidFill>
            <a:prstDash val="solid"/>
          </a:ln>
        </p:spPr>
      </p:sp>
      <p:sp>
        <p:nvSpPr>
          <p:cNvPr id="6" name="Corner navy"/>
          <p:cNvSpPr/>
          <p:nvPr/>
        </p:nvSpPr>
        <p:spPr>
          <a:xfrm>
            <a:off x="10854117" y="0"/>
            <a:ext cx="1337578" cy="935574"/>
          </a:xfrm>
          <a:custGeom>
            <a:avLst/>
            <a:gdLst/>
            <a:ahLst/>
            <a:cxnLst/>
            <a:rect l="l" t="t" r="r" b="b"/>
            <a:pathLst>
              <a:path w="1337578" h="935574">
                <a:moveTo>
                  <a:pt x="0" y="0"/>
                </a:moveTo>
                <a:lnTo>
                  <a:pt x="1337578" y="0"/>
                </a:lnTo>
                <a:lnTo>
                  <a:pt x="1337578" y="935574"/>
                </a:lnTo>
                <a:cubicBezTo>
                  <a:pt x="913646" y="482405"/>
                  <a:pt x="475096" y="204657"/>
                  <a:pt x="0" y="0"/>
                </a:cubicBezTo>
                <a:close/>
              </a:path>
            </a:pathLst>
          </a:custGeom>
          <a:solidFill>
            <a:srgbClr val="062653"/>
          </a:solidFill>
          <a:ln w="12700">
            <a:solidFill>
              <a:srgbClr val="062653">
                <a:alpha val="0"/>
              </a:srgbClr>
            </a:solidFill>
            <a:prstDash val="solid"/>
          </a:ln>
        </p:spPr>
      </p:sp>
      <p:grpSp>
        <p:nvGrpSpPr>
          <p:cNvPr id="51" name="Group 50">
            <a:extLst>
              <a:ext uri="{FF2B5EF4-FFF2-40B4-BE49-F238E27FC236}">
                <a16:creationId xmlns:a16="http://schemas.microsoft.com/office/drawing/2014/main" id="{3A341FCE-9CC6-7E4C-319C-A69406F9D410}"/>
              </a:ext>
            </a:extLst>
          </p:cNvPr>
          <p:cNvGrpSpPr/>
          <p:nvPr/>
        </p:nvGrpSpPr>
        <p:grpSpPr>
          <a:xfrm>
            <a:off x="-42193" y="5944051"/>
            <a:ext cx="7204123" cy="1078368"/>
            <a:chOff x="-48446" y="5904153"/>
            <a:chExt cx="8096740" cy="1474453"/>
          </a:xfrm>
        </p:grpSpPr>
        <p:sp>
          <p:nvSpPr>
            <p:cNvPr id="7" name="Wave cyan"/>
            <p:cNvSpPr/>
            <p:nvPr/>
          </p:nvSpPr>
          <p:spPr>
            <a:xfrm>
              <a:off x="8207" y="5904153"/>
              <a:ext cx="8040087" cy="1249868"/>
            </a:xfrm>
            <a:custGeom>
              <a:avLst/>
              <a:gdLst/>
              <a:ahLst/>
              <a:cxnLst/>
              <a:rect l="l" t="t" r="r" b="b"/>
              <a:pathLst>
                <a:path w="8040087" h="1249868">
                  <a:moveTo>
                    <a:pt x="0" y="0"/>
                  </a:moveTo>
                  <a:cubicBezTo>
                    <a:pt x="1900384" y="497024"/>
                    <a:pt x="4385502" y="1045211"/>
                    <a:pt x="8040087" y="1249868"/>
                  </a:cubicBezTo>
                  <a:lnTo>
                    <a:pt x="0" y="1249868"/>
                  </a:lnTo>
                  <a:close/>
                </a:path>
              </a:pathLst>
            </a:custGeom>
            <a:solidFill>
              <a:srgbClr val="12B8F5"/>
            </a:solidFill>
            <a:ln w="12700">
              <a:noFill/>
              <a:prstDash val="solid"/>
            </a:ln>
            <a:effectLst/>
            <a:scene3d>
              <a:camera prst="orthographicFront">
                <a:rot lat="0" lon="0" rev="0"/>
              </a:camera>
              <a:lightRig rig="chilly" dir="t">
                <a:rot lat="0" lon="0" rev="18480000"/>
              </a:lightRig>
            </a:scene3d>
            <a:sp3d prstMaterial="clear">
              <a:bevelT h="63500"/>
            </a:sp3d>
          </p:spPr>
          <p:txBody>
            <a:bodyPr/>
            <a:lstStyle/>
            <a:p>
              <a:endParaRPr lang="en-IN" dirty="0"/>
            </a:p>
          </p:txBody>
        </p:sp>
        <p:sp>
          <p:nvSpPr>
            <p:cNvPr id="8" name="Wave gold"/>
            <p:cNvSpPr/>
            <p:nvPr/>
          </p:nvSpPr>
          <p:spPr>
            <a:xfrm>
              <a:off x="0" y="6168939"/>
              <a:ext cx="7309170" cy="1118303"/>
            </a:xfrm>
            <a:custGeom>
              <a:avLst/>
              <a:gdLst/>
              <a:ahLst/>
              <a:cxnLst/>
              <a:rect l="l" t="t" r="r" b="b"/>
              <a:pathLst>
                <a:path w="7309170" h="1118303">
                  <a:moveTo>
                    <a:pt x="0" y="0"/>
                  </a:moveTo>
                  <a:cubicBezTo>
                    <a:pt x="1827292" y="453169"/>
                    <a:pt x="4093135" y="964810"/>
                    <a:pt x="7309170" y="1118303"/>
                  </a:cubicBezTo>
                  <a:lnTo>
                    <a:pt x="0" y="1118303"/>
                  </a:lnTo>
                  <a:close/>
                </a:path>
              </a:pathLst>
            </a:custGeom>
            <a:solidFill>
              <a:srgbClr val="FFB21C"/>
            </a:solidFill>
            <a:ln w="12700">
              <a:noFill/>
              <a:prstDash val="solid"/>
            </a:ln>
            <a:effectLst/>
            <a:scene3d>
              <a:camera prst="orthographicFront">
                <a:rot lat="0" lon="0" rev="0"/>
              </a:camera>
              <a:lightRig rig="chilly" dir="t">
                <a:rot lat="0" lon="0" rev="18480000"/>
              </a:lightRig>
            </a:scene3d>
            <a:sp3d prstMaterial="clear">
              <a:bevelT h="63500"/>
            </a:sp3d>
          </p:spPr>
        </p:sp>
        <p:sp>
          <p:nvSpPr>
            <p:cNvPr id="9" name="Wave royal"/>
            <p:cNvSpPr/>
            <p:nvPr/>
          </p:nvSpPr>
          <p:spPr>
            <a:xfrm>
              <a:off x="-32748" y="6318776"/>
              <a:ext cx="6578253" cy="1030593"/>
            </a:xfrm>
            <a:custGeom>
              <a:avLst/>
              <a:gdLst/>
              <a:ahLst/>
              <a:cxnLst/>
              <a:rect l="l" t="t" r="r" b="b"/>
              <a:pathLst>
                <a:path w="6578253" h="1030593">
                  <a:moveTo>
                    <a:pt x="0" y="0"/>
                  </a:moveTo>
                  <a:cubicBezTo>
                    <a:pt x="1827292" y="467787"/>
                    <a:pt x="3946952" y="906337"/>
                    <a:pt x="6578253" y="1030593"/>
                  </a:cubicBezTo>
                  <a:lnTo>
                    <a:pt x="0" y="1030593"/>
                  </a:lnTo>
                  <a:close/>
                </a:path>
              </a:pathLst>
            </a:custGeom>
            <a:solidFill>
              <a:srgbClr val="0878E8"/>
            </a:solidFill>
            <a:ln w="12700">
              <a:noFill/>
              <a:prstDash val="solid"/>
            </a:ln>
            <a:effectLst/>
            <a:scene3d>
              <a:camera prst="orthographicFront">
                <a:rot lat="0" lon="0" rev="0"/>
              </a:camera>
              <a:lightRig rig="chilly" dir="t">
                <a:rot lat="0" lon="0" rev="18480000"/>
              </a:lightRig>
            </a:scene3d>
            <a:sp3d prstMaterial="clear">
              <a:bevelT h="63500"/>
            </a:sp3d>
          </p:spPr>
        </p:sp>
        <p:sp>
          <p:nvSpPr>
            <p:cNvPr id="10" name="Wave navy"/>
            <p:cNvSpPr/>
            <p:nvPr/>
          </p:nvSpPr>
          <p:spPr>
            <a:xfrm>
              <a:off x="-48446" y="6464960"/>
              <a:ext cx="4677869" cy="913646"/>
            </a:xfrm>
            <a:custGeom>
              <a:avLst/>
              <a:gdLst/>
              <a:ahLst/>
              <a:cxnLst/>
              <a:rect l="l" t="t" r="r" b="b"/>
              <a:pathLst>
                <a:path w="4677869" h="913646">
                  <a:moveTo>
                    <a:pt x="0" y="0"/>
                  </a:moveTo>
                  <a:cubicBezTo>
                    <a:pt x="1461834" y="416623"/>
                    <a:pt x="2923668" y="760154"/>
                    <a:pt x="4677869" y="913646"/>
                  </a:cubicBezTo>
                  <a:lnTo>
                    <a:pt x="0" y="913646"/>
                  </a:lnTo>
                  <a:close/>
                </a:path>
              </a:pathLst>
            </a:custGeom>
            <a:solidFill>
              <a:srgbClr val="062653"/>
            </a:solidFill>
            <a:ln w="12700">
              <a:noFill/>
              <a:prstDash val="solid"/>
            </a:ln>
            <a:effectLst/>
            <a:scene3d>
              <a:camera prst="orthographicFront">
                <a:rot lat="0" lon="0" rev="0"/>
              </a:camera>
              <a:lightRig rig="chilly" dir="t">
                <a:rot lat="0" lon="0" rev="18480000"/>
              </a:lightRig>
            </a:scene3d>
            <a:sp3d prstMaterial="clear">
              <a:bevelT h="63500"/>
            </a:sp3d>
          </p:spPr>
        </p:sp>
      </p:grpSp>
      <p:pic>
        <p:nvPicPr>
          <p:cNvPr id="15" name="Image 0" descr="Warning icon"/>
          <p:cNvPicPr>
            <a:picLocks noChangeAspect="1"/>
          </p:cNvPicPr>
          <p:nvPr/>
        </p:nvPicPr>
        <p:blipFill>
          <a:blip r:embed="rId3"/>
          <a:stretch>
            <a:fillRect/>
          </a:stretch>
        </p:blipFill>
        <p:spPr>
          <a:xfrm>
            <a:off x="423932" y="365458"/>
            <a:ext cx="760154" cy="672444"/>
          </a:xfrm>
          <a:prstGeom prst="rect">
            <a:avLst/>
          </a:prstGeom>
        </p:spPr>
      </p:pic>
      <p:sp>
        <p:nvSpPr>
          <p:cNvPr id="16" name="Title"/>
          <p:cNvSpPr txBox="1"/>
          <p:nvPr/>
        </p:nvSpPr>
        <p:spPr>
          <a:xfrm>
            <a:off x="1425288" y="328913"/>
            <a:ext cx="9966960" cy="657825"/>
          </a:xfrm>
          <a:prstGeom prst="rect">
            <a:avLst/>
          </a:prstGeom>
          <a:noFill/>
          <a:ln/>
        </p:spPr>
        <p:txBody>
          <a:bodyPr wrap="square" lIns="0" tIns="0" rIns="0" bIns="0" rtlCol="0" anchor="ctr"/>
          <a:lstStyle/>
          <a:p>
            <a:pPr marL="0" indent="0">
              <a:buNone/>
            </a:pPr>
            <a:r>
              <a:rPr lang="en-US" sz="3200" b="1" dirty="0">
                <a:solidFill>
                  <a:srgbClr val="062653"/>
                </a:solidFill>
                <a:latin typeface="Cambria" pitchFamily="34" charset="0"/>
                <a:ea typeface="Cambria" pitchFamily="34" charset="-122"/>
                <a:cs typeface="Cambria" pitchFamily="34" charset="-120"/>
              </a:rPr>
              <a:t>Risks, Challenges and </a:t>
            </a:r>
            <a:r>
              <a:rPr lang="en-US" sz="3200" b="1" dirty="0">
                <a:solidFill>
                  <a:srgbClr val="0878E8"/>
                </a:solidFill>
                <a:latin typeface="Cambria" pitchFamily="34" charset="0"/>
                <a:ea typeface="Cambria" pitchFamily="34" charset="-122"/>
                <a:cs typeface="Cambria" pitchFamily="34" charset="-120"/>
              </a:rPr>
              <a:t>Future Trends</a:t>
            </a:r>
            <a:endParaRPr lang="en-US" sz="3200" dirty="0"/>
          </a:p>
        </p:txBody>
      </p:sp>
      <p:sp>
        <p:nvSpPr>
          <p:cNvPr id="17" name="Title underline accent"/>
          <p:cNvSpPr/>
          <p:nvPr/>
        </p:nvSpPr>
        <p:spPr>
          <a:xfrm>
            <a:off x="1425288" y="1037902"/>
            <a:ext cx="1242559" cy="0"/>
          </a:xfrm>
          <a:prstGeom prst="line">
            <a:avLst/>
          </a:prstGeom>
          <a:noFill/>
          <a:ln w="31750">
            <a:solidFill>
              <a:srgbClr val="0878E8"/>
            </a:solidFill>
            <a:prstDash val="solid"/>
          </a:ln>
        </p:spPr>
      </p:sp>
      <p:sp>
        <p:nvSpPr>
          <p:cNvPr id="18" name="Title underline"/>
          <p:cNvSpPr/>
          <p:nvPr/>
        </p:nvSpPr>
        <p:spPr>
          <a:xfrm>
            <a:off x="2667847" y="1037902"/>
            <a:ext cx="2485118" cy="0"/>
          </a:xfrm>
          <a:prstGeom prst="line">
            <a:avLst/>
          </a:prstGeom>
          <a:noFill/>
          <a:ln w="19050">
            <a:solidFill>
              <a:srgbClr val="70C7FF">
                <a:alpha val="60000"/>
              </a:srgbClr>
            </a:solidFill>
            <a:prstDash val="solid"/>
          </a:ln>
        </p:spPr>
      </p:sp>
      <p:sp>
        <p:nvSpPr>
          <p:cNvPr id="19" name="Panel Risks"/>
          <p:cNvSpPr/>
          <p:nvPr/>
        </p:nvSpPr>
        <p:spPr>
          <a:xfrm>
            <a:off x="423932" y="1359506"/>
            <a:ext cx="6527089" cy="4385502"/>
          </a:xfrm>
          <a:prstGeom prst="roundRect">
            <a:avLst>
              <a:gd name="adj" fmla="val 3753"/>
            </a:avLst>
          </a:prstGeom>
          <a:gradFill rotWithShape="1">
            <a:gsLst>
              <a:gs pos="0">
                <a:srgbClr val="031B3D"/>
              </a:gs>
              <a:gs pos="100000">
                <a:srgbClr val="0B57B0"/>
              </a:gs>
            </a:gsLst>
            <a:lin ang="2700000" scaled="0"/>
          </a:gradFill>
          <a:ln w="22225">
            <a:solidFill>
              <a:srgbClr val="12B8F5"/>
            </a:solidFill>
            <a:prstDash val="solid"/>
          </a:ln>
          <a:effectLst>
            <a:outerShdw blurRad="152400" dist="50800" dir="5400000" algn="bl" rotWithShape="0">
              <a:srgbClr val="0A3A7A">
                <a:alpha val="35000"/>
              </a:srgbClr>
            </a:outerShdw>
          </a:effectLst>
        </p:spPr>
      </p:sp>
      <p:sp>
        <p:nvSpPr>
          <p:cNvPr id="20" name="Header tab Risks"/>
          <p:cNvSpPr/>
          <p:nvPr/>
        </p:nvSpPr>
        <p:spPr>
          <a:xfrm>
            <a:off x="423932" y="1359506"/>
            <a:ext cx="3654585" cy="540879"/>
          </a:xfrm>
          <a:prstGeom prst="roundRect">
            <a:avLst>
              <a:gd name="adj" fmla="val 20287"/>
            </a:avLst>
          </a:prstGeom>
          <a:solidFill>
            <a:srgbClr val="0A5BC0"/>
          </a:solidFill>
          <a:ln w="63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21" name="Accent Risks"/>
          <p:cNvSpPr/>
          <p:nvPr/>
        </p:nvSpPr>
        <p:spPr>
          <a:xfrm>
            <a:off x="643207" y="1505689"/>
            <a:ext cx="65783" cy="263130"/>
          </a:xfrm>
          <a:prstGeom prst="rect">
            <a:avLst/>
          </a:prstGeom>
          <a:solidFill>
            <a:srgbClr val="FFB21C"/>
          </a:solidFill>
          <a:ln w="12700">
            <a:solidFill>
              <a:srgbClr val="FFB21C"/>
            </a:solidFill>
            <a:prstDash val="solid"/>
          </a:ln>
        </p:spPr>
      </p:sp>
      <p:sp>
        <p:nvSpPr>
          <p:cNvPr id="22" name="Heading Risks"/>
          <p:cNvSpPr txBox="1"/>
          <p:nvPr/>
        </p:nvSpPr>
        <p:spPr>
          <a:xfrm>
            <a:off x="847864" y="1359506"/>
            <a:ext cx="3216035" cy="540879"/>
          </a:xfrm>
          <a:prstGeom prst="rect">
            <a:avLst/>
          </a:prstGeom>
          <a:noFill/>
          <a:ln/>
        </p:spPr>
        <p:txBody>
          <a:bodyPr wrap="square" lIns="0" tIns="0" rIns="0" bIns="0" rtlCol="0" anchor="ctr"/>
          <a:lstStyle/>
          <a:p>
            <a:pPr marL="0" indent="0">
              <a:buNone/>
            </a:pPr>
            <a:r>
              <a:rPr lang="en-US" sz="2200" b="1" dirty="0">
                <a:solidFill>
                  <a:srgbClr val="FFFFFF"/>
                </a:solidFill>
                <a:latin typeface="Cambria" pitchFamily="34" charset="0"/>
                <a:ea typeface="Cambria" pitchFamily="34" charset="-122"/>
                <a:cs typeface="Cambria" pitchFamily="34" charset="-120"/>
              </a:rPr>
              <a:t>Risks and challenges</a:t>
            </a:r>
            <a:endParaRPr lang="en-US" sz="2200" dirty="0"/>
          </a:p>
        </p:txBody>
      </p:sp>
      <p:sp>
        <p:nvSpPr>
          <p:cNvPr id="23" name="Panel Trends"/>
          <p:cNvSpPr/>
          <p:nvPr/>
        </p:nvSpPr>
        <p:spPr>
          <a:xfrm>
            <a:off x="7155677" y="1359506"/>
            <a:ext cx="4699796" cy="4385502"/>
          </a:xfrm>
          <a:prstGeom prst="roundRect">
            <a:avLst>
              <a:gd name="adj" fmla="val 3753"/>
            </a:avLst>
          </a:prstGeom>
          <a:gradFill rotWithShape="1">
            <a:gsLst>
              <a:gs pos="0">
                <a:srgbClr val="031B3D"/>
              </a:gs>
              <a:gs pos="100000">
                <a:srgbClr val="0B57B0"/>
              </a:gs>
            </a:gsLst>
            <a:lin ang="2700000" scaled="0"/>
          </a:gradFill>
          <a:ln w="22225">
            <a:solidFill>
              <a:srgbClr val="12B8F5"/>
            </a:solidFill>
            <a:prstDash val="solid"/>
          </a:ln>
          <a:effectLst>
            <a:outerShdw blurRad="152400" dist="50800" dir="5400000" algn="bl" rotWithShape="0">
              <a:srgbClr val="0A3A7A">
                <a:alpha val="35000"/>
              </a:srgbClr>
            </a:outerShdw>
          </a:effectLst>
        </p:spPr>
      </p:sp>
      <p:sp>
        <p:nvSpPr>
          <p:cNvPr id="24" name="Header tab Trends"/>
          <p:cNvSpPr/>
          <p:nvPr/>
        </p:nvSpPr>
        <p:spPr>
          <a:xfrm>
            <a:off x="7155677" y="1359506"/>
            <a:ext cx="2338934" cy="540879"/>
          </a:xfrm>
          <a:prstGeom prst="roundRect">
            <a:avLst>
              <a:gd name="adj" fmla="val 20287"/>
            </a:avLst>
          </a:prstGeom>
          <a:solidFill>
            <a:srgbClr val="0A5BC0"/>
          </a:solidFill>
          <a:ln w="6350">
            <a:noFill/>
            <a:prstDash val="soli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p>
      <p:sp>
        <p:nvSpPr>
          <p:cNvPr id="25" name="Accent Trends"/>
          <p:cNvSpPr/>
          <p:nvPr/>
        </p:nvSpPr>
        <p:spPr>
          <a:xfrm>
            <a:off x="7374952" y="1505689"/>
            <a:ext cx="65783" cy="263130"/>
          </a:xfrm>
          <a:prstGeom prst="rect">
            <a:avLst/>
          </a:prstGeom>
          <a:solidFill>
            <a:srgbClr val="FFB21C"/>
          </a:solidFill>
          <a:ln w="12700">
            <a:solidFill>
              <a:srgbClr val="FFB21C"/>
            </a:solidFill>
            <a:prstDash val="solid"/>
          </a:ln>
        </p:spPr>
      </p:sp>
      <p:sp>
        <p:nvSpPr>
          <p:cNvPr id="26" name="Heading Trends"/>
          <p:cNvSpPr txBox="1"/>
          <p:nvPr/>
        </p:nvSpPr>
        <p:spPr>
          <a:xfrm>
            <a:off x="7579609" y="1359506"/>
            <a:ext cx="1900384" cy="540879"/>
          </a:xfrm>
          <a:prstGeom prst="rect">
            <a:avLst/>
          </a:prstGeom>
          <a:noFill/>
          <a:ln/>
        </p:spPr>
        <p:txBody>
          <a:bodyPr wrap="square" lIns="0" tIns="0" rIns="0" bIns="0" rtlCol="0" anchor="ctr"/>
          <a:lstStyle/>
          <a:p>
            <a:pPr marL="0" indent="0">
              <a:buNone/>
            </a:pPr>
            <a:r>
              <a:rPr lang="en-US" sz="2200" b="1" dirty="0">
                <a:solidFill>
                  <a:srgbClr val="FFFFFF"/>
                </a:solidFill>
                <a:latin typeface="Cambria" pitchFamily="34" charset="0"/>
                <a:ea typeface="Cambria" pitchFamily="34" charset="-122"/>
                <a:cs typeface="Cambria" pitchFamily="34" charset="-120"/>
              </a:rPr>
              <a:t>Future trends</a:t>
            </a:r>
            <a:endParaRPr lang="en-US" sz="2200" dirty="0"/>
          </a:p>
        </p:txBody>
      </p:sp>
      <p:sp>
        <p:nvSpPr>
          <p:cNvPr id="27" name="Risk icon circle"/>
          <p:cNvSpPr/>
          <p:nvPr/>
        </p:nvSpPr>
        <p:spPr>
          <a:xfrm>
            <a:off x="716299" y="2046568"/>
            <a:ext cx="730917" cy="730917"/>
          </a:xfrm>
          <a:prstGeom prst="ellipse">
            <a:avLst/>
          </a:prstGeom>
          <a:solidFill>
            <a:srgbClr val="8247E5"/>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28" name="Image 1" descr="Risk icon"/>
          <p:cNvPicPr>
            <a:picLocks noChangeAspect="1"/>
          </p:cNvPicPr>
          <p:nvPr/>
        </p:nvPicPr>
        <p:blipFill>
          <a:blip r:embed="rId4"/>
          <a:stretch>
            <a:fillRect/>
          </a:stretch>
        </p:blipFill>
        <p:spPr>
          <a:xfrm>
            <a:off x="913646" y="2243915"/>
            <a:ext cx="336222" cy="336222"/>
          </a:xfrm>
          <a:prstGeom prst="rect">
            <a:avLst/>
          </a:prstGeom>
        </p:spPr>
      </p:pic>
      <p:sp>
        <p:nvSpPr>
          <p:cNvPr id="29" name="Risk text"/>
          <p:cNvSpPr txBox="1"/>
          <p:nvPr/>
        </p:nvSpPr>
        <p:spPr>
          <a:xfrm>
            <a:off x="1629945" y="2083113"/>
            <a:ext cx="5043327" cy="657825"/>
          </a:xfrm>
          <a:prstGeom prst="rect">
            <a:avLst/>
          </a:prstGeom>
          <a:noFill/>
          <a:ln/>
        </p:spPr>
        <p:txBody>
          <a:bodyPr wrap="square" lIns="0" tIns="0" rIns="0" bIns="0" rtlCol="0" anchor="ctr"/>
          <a:lstStyle/>
          <a:p>
            <a:pPr marL="0" indent="0">
              <a:buNone/>
            </a:pPr>
            <a:r>
              <a:rPr lang="en-US" sz="1800" dirty="0">
                <a:solidFill>
                  <a:srgbClr val="FFFFFF"/>
                </a:solidFill>
                <a:latin typeface="Cambria" pitchFamily="34" charset="0"/>
                <a:ea typeface="Cambria" pitchFamily="34" charset="-122"/>
                <a:cs typeface="Cambria" pitchFamily="34" charset="-120"/>
              </a:rPr>
              <a:t>Cyberattacks and data breaches threaten financial security.</a:t>
            </a:r>
            <a:endParaRPr lang="en-US" sz="1800" dirty="0"/>
          </a:p>
        </p:txBody>
      </p:sp>
      <p:sp>
        <p:nvSpPr>
          <p:cNvPr id="30" name="Risk icon circle"/>
          <p:cNvSpPr/>
          <p:nvPr/>
        </p:nvSpPr>
        <p:spPr>
          <a:xfrm>
            <a:off x="716299" y="2960214"/>
            <a:ext cx="730917" cy="730917"/>
          </a:xfrm>
          <a:prstGeom prst="ellipse">
            <a:avLst/>
          </a:prstGeom>
          <a:solidFill>
            <a:srgbClr val="08C9A4"/>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31" name="Image 2" descr="Risk icon"/>
          <p:cNvPicPr>
            <a:picLocks noChangeAspect="1"/>
          </p:cNvPicPr>
          <p:nvPr/>
        </p:nvPicPr>
        <p:blipFill>
          <a:blip r:embed="rId5"/>
          <a:stretch>
            <a:fillRect/>
          </a:stretch>
        </p:blipFill>
        <p:spPr>
          <a:xfrm>
            <a:off x="913646" y="3157561"/>
            <a:ext cx="336222" cy="336222"/>
          </a:xfrm>
          <a:prstGeom prst="rect">
            <a:avLst/>
          </a:prstGeom>
        </p:spPr>
      </p:pic>
      <p:sp>
        <p:nvSpPr>
          <p:cNvPr id="32" name="Risk text"/>
          <p:cNvSpPr txBox="1"/>
          <p:nvPr/>
        </p:nvSpPr>
        <p:spPr>
          <a:xfrm>
            <a:off x="1629945" y="2996760"/>
            <a:ext cx="5043327" cy="657825"/>
          </a:xfrm>
          <a:prstGeom prst="rect">
            <a:avLst/>
          </a:prstGeom>
          <a:noFill/>
          <a:ln/>
        </p:spPr>
        <p:txBody>
          <a:bodyPr wrap="square" lIns="0" tIns="0" rIns="0" bIns="0" rtlCol="0" anchor="ctr"/>
          <a:lstStyle/>
          <a:p>
            <a:pPr marL="0" indent="0">
              <a:buNone/>
            </a:pPr>
            <a:r>
              <a:rPr lang="en-US" sz="1800" dirty="0">
                <a:solidFill>
                  <a:srgbClr val="FFFFFF"/>
                </a:solidFill>
                <a:latin typeface="Cambria" pitchFamily="34" charset="0"/>
                <a:ea typeface="Cambria" pitchFamily="34" charset="-122"/>
                <a:cs typeface="Cambria" pitchFamily="34" charset="-120"/>
              </a:rPr>
              <a:t>Algorithmic errors can cause unexpected trading outcomes.</a:t>
            </a:r>
            <a:endParaRPr lang="en-US" sz="1800" dirty="0"/>
          </a:p>
        </p:txBody>
      </p:sp>
      <p:sp>
        <p:nvSpPr>
          <p:cNvPr id="33" name="Risk icon circle"/>
          <p:cNvSpPr/>
          <p:nvPr/>
        </p:nvSpPr>
        <p:spPr>
          <a:xfrm>
            <a:off x="716299" y="3881169"/>
            <a:ext cx="730917" cy="730917"/>
          </a:xfrm>
          <a:prstGeom prst="ellipse">
            <a:avLst/>
          </a:prstGeom>
          <a:solidFill>
            <a:srgbClr val="12B8F5"/>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34" name="Image 3" descr="Risk icon"/>
          <p:cNvPicPr>
            <a:picLocks noChangeAspect="1"/>
          </p:cNvPicPr>
          <p:nvPr/>
        </p:nvPicPr>
        <p:blipFill>
          <a:blip r:embed="rId6"/>
          <a:stretch>
            <a:fillRect/>
          </a:stretch>
        </p:blipFill>
        <p:spPr>
          <a:xfrm>
            <a:off x="913646" y="4078517"/>
            <a:ext cx="336222" cy="336222"/>
          </a:xfrm>
          <a:prstGeom prst="rect">
            <a:avLst/>
          </a:prstGeom>
        </p:spPr>
      </p:pic>
      <p:sp>
        <p:nvSpPr>
          <p:cNvPr id="35" name="Risk text"/>
          <p:cNvSpPr txBox="1"/>
          <p:nvPr/>
        </p:nvSpPr>
        <p:spPr>
          <a:xfrm>
            <a:off x="1629945" y="3917715"/>
            <a:ext cx="5043327" cy="657825"/>
          </a:xfrm>
          <a:prstGeom prst="rect">
            <a:avLst/>
          </a:prstGeom>
          <a:noFill/>
          <a:ln/>
        </p:spPr>
        <p:txBody>
          <a:bodyPr wrap="square" lIns="0" tIns="0" rIns="0" bIns="0" rtlCol="0" anchor="ctr"/>
          <a:lstStyle/>
          <a:p>
            <a:pPr marL="0" indent="0">
              <a:buNone/>
            </a:pPr>
            <a:r>
              <a:rPr lang="en-US" sz="1800" dirty="0">
                <a:solidFill>
                  <a:srgbClr val="FFFFFF"/>
                </a:solidFill>
                <a:latin typeface="Cambria" pitchFamily="34" charset="0"/>
                <a:ea typeface="Cambria" pitchFamily="34" charset="-122"/>
                <a:cs typeface="Cambria" pitchFamily="34" charset="-120"/>
              </a:rPr>
              <a:t>AI systems may produce biased or inaccurate results.</a:t>
            </a:r>
            <a:endParaRPr lang="en-US" sz="1800" dirty="0"/>
          </a:p>
        </p:txBody>
      </p:sp>
      <p:sp>
        <p:nvSpPr>
          <p:cNvPr id="36" name="Risk icon circle"/>
          <p:cNvSpPr/>
          <p:nvPr/>
        </p:nvSpPr>
        <p:spPr>
          <a:xfrm>
            <a:off x="716299" y="4802125"/>
            <a:ext cx="730917" cy="730917"/>
          </a:xfrm>
          <a:prstGeom prst="ellipse">
            <a:avLst/>
          </a:prstGeom>
          <a:solidFill>
            <a:srgbClr val="FFB21C"/>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37" name="Image 4" descr="Risk icon"/>
          <p:cNvPicPr>
            <a:picLocks noChangeAspect="1"/>
          </p:cNvPicPr>
          <p:nvPr/>
        </p:nvPicPr>
        <p:blipFill>
          <a:blip r:embed="rId7"/>
          <a:stretch>
            <a:fillRect/>
          </a:stretch>
        </p:blipFill>
        <p:spPr>
          <a:xfrm>
            <a:off x="913646" y="4999472"/>
            <a:ext cx="336222" cy="336222"/>
          </a:xfrm>
          <a:prstGeom prst="rect">
            <a:avLst/>
          </a:prstGeom>
        </p:spPr>
      </p:pic>
      <p:sp>
        <p:nvSpPr>
          <p:cNvPr id="38" name="Risk text"/>
          <p:cNvSpPr txBox="1"/>
          <p:nvPr/>
        </p:nvSpPr>
        <p:spPr>
          <a:xfrm>
            <a:off x="1629945" y="4838670"/>
            <a:ext cx="5043327" cy="657825"/>
          </a:xfrm>
          <a:prstGeom prst="rect">
            <a:avLst/>
          </a:prstGeom>
          <a:noFill/>
          <a:ln/>
        </p:spPr>
        <p:txBody>
          <a:bodyPr wrap="square" lIns="0" tIns="0" rIns="0" bIns="0" rtlCol="0" anchor="ctr"/>
          <a:lstStyle/>
          <a:p>
            <a:pPr marL="0" indent="0">
              <a:buNone/>
            </a:pPr>
            <a:r>
              <a:rPr lang="en-US" sz="1800" dirty="0">
                <a:solidFill>
                  <a:srgbClr val="FFFFFF"/>
                </a:solidFill>
                <a:latin typeface="Cambria" pitchFamily="34" charset="0"/>
                <a:ea typeface="Cambria" pitchFamily="34" charset="-122"/>
                <a:cs typeface="Cambria" pitchFamily="34" charset="-120"/>
              </a:rPr>
              <a:t>Regulatory compliance and customer privacy remain important concerns.</a:t>
            </a:r>
            <a:endParaRPr lang="en-US" sz="1800" dirty="0"/>
          </a:p>
        </p:txBody>
      </p:sp>
      <p:sp>
        <p:nvSpPr>
          <p:cNvPr id="39" name="Trend card AI-driven analysis"/>
          <p:cNvSpPr/>
          <p:nvPr/>
        </p:nvSpPr>
        <p:spPr>
          <a:xfrm>
            <a:off x="7360334" y="2083113"/>
            <a:ext cx="4297792" cy="950192"/>
          </a:xfrm>
          <a:prstGeom prst="roundRect">
            <a:avLst>
              <a:gd name="adj" fmla="val 11548"/>
            </a:avLst>
          </a:prstGeom>
          <a:gradFill rotWithShape="1">
            <a:gsLst>
              <a:gs pos="0">
                <a:srgbClr val="0A5BC0"/>
              </a:gs>
              <a:gs pos="100000">
                <a:srgbClr val="083F86"/>
              </a:gs>
            </a:gsLst>
            <a:lin ang="2700000" scaled="0"/>
          </a:gradFill>
          <a:ln w="15875">
            <a:solidFill>
              <a:srgbClr val="12B8F5"/>
            </a:solidFill>
            <a:prstDash val="solid"/>
          </a:ln>
        </p:spPr>
      </p:sp>
      <p:sp>
        <p:nvSpPr>
          <p:cNvPr id="40" name="Trend icon circle"/>
          <p:cNvSpPr/>
          <p:nvPr/>
        </p:nvSpPr>
        <p:spPr>
          <a:xfrm>
            <a:off x="7491899" y="2192751"/>
            <a:ext cx="730917" cy="730917"/>
          </a:xfrm>
          <a:prstGeom prst="ellipse">
            <a:avLst/>
          </a:prstGeom>
          <a:solidFill>
            <a:srgbClr val="8247E5"/>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41" name="Image 5" descr="AI-driven analysis icon"/>
          <p:cNvPicPr>
            <a:picLocks noChangeAspect="1"/>
          </p:cNvPicPr>
          <p:nvPr/>
        </p:nvPicPr>
        <p:blipFill>
          <a:blip r:embed="rId8"/>
          <a:stretch>
            <a:fillRect/>
          </a:stretch>
        </p:blipFill>
        <p:spPr>
          <a:xfrm>
            <a:off x="7689247" y="2390099"/>
            <a:ext cx="336222" cy="336222"/>
          </a:xfrm>
          <a:prstGeom prst="rect">
            <a:avLst/>
          </a:prstGeom>
        </p:spPr>
      </p:pic>
      <p:sp>
        <p:nvSpPr>
          <p:cNvPr id="42" name="Trend label"/>
          <p:cNvSpPr txBox="1"/>
          <p:nvPr/>
        </p:nvSpPr>
        <p:spPr>
          <a:xfrm>
            <a:off x="8442091" y="2083113"/>
            <a:ext cx="3142943" cy="950192"/>
          </a:xfrm>
          <a:prstGeom prst="rect">
            <a:avLst/>
          </a:prstGeom>
          <a:noFill/>
          <a:ln/>
        </p:spPr>
        <p:txBody>
          <a:bodyPr wrap="square" lIns="0" tIns="0" rIns="0" bIns="0" rtlCol="0" anchor="ctr"/>
          <a:lstStyle/>
          <a:p>
            <a:pPr marL="0" indent="0">
              <a:buNone/>
            </a:pPr>
            <a:r>
              <a:rPr lang="en-US" sz="1900" b="1" dirty="0">
                <a:solidFill>
                  <a:srgbClr val="FFFFFF"/>
                </a:solidFill>
                <a:latin typeface="Cambria" pitchFamily="34" charset="0"/>
                <a:ea typeface="Cambria" pitchFamily="34" charset="-122"/>
                <a:cs typeface="Cambria" pitchFamily="34" charset="-120"/>
              </a:rPr>
              <a:t>AI-driven analysis</a:t>
            </a:r>
            <a:endParaRPr lang="en-US" sz="1900" dirty="0"/>
          </a:p>
        </p:txBody>
      </p:sp>
      <p:sp>
        <p:nvSpPr>
          <p:cNvPr id="43" name="Trend card Automated transactions"/>
          <p:cNvSpPr/>
          <p:nvPr/>
        </p:nvSpPr>
        <p:spPr>
          <a:xfrm>
            <a:off x="7360334" y="3274508"/>
            <a:ext cx="4297792" cy="950192"/>
          </a:xfrm>
          <a:prstGeom prst="roundRect">
            <a:avLst>
              <a:gd name="adj" fmla="val 11548"/>
            </a:avLst>
          </a:prstGeom>
          <a:gradFill rotWithShape="1">
            <a:gsLst>
              <a:gs pos="0">
                <a:srgbClr val="0A5BC0"/>
              </a:gs>
              <a:gs pos="100000">
                <a:srgbClr val="083F86"/>
              </a:gs>
            </a:gsLst>
            <a:lin ang="2700000" scaled="0"/>
          </a:gradFill>
          <a:ln w="15875">
            <a:solidFill>
              <a:srgbClr val="12B8F5"/>
            </a:solidFill>
            <a:prstDash val="solid"/>
          </a:ln>
        </p:spPr>
      </p:sp>
      <p:sp>
        <p:nvSpPr>
          <p:cNvPr id="44" name="Trend icon circle"/>
          <p:cNvSpPr/>
          <p:nvPr/>
        </p:nvSpPr>
        <p:spPr>
          <a:xfrm>
            <a:off x="7491899" y="3384146"/>
            <a:ext cx="730917" cy="730917"/>
          </a:xfrm>
          <a:prstGeom prst="ellipse">
            <a:avLst/>
          </a:prstGeom>
          <a:solidFill>
            <a:srgbClr val="08C9A4"/>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45" name="Image 6" descr="Automated transactions icon"/>
          <p:cNvPicPr>
            <a:picLocks noChangeAspect="1"/>
          </p:cNvPicPr>
          <p:nvPr/>
        </p:nvPicPr>
        <p:blipFill>
          <a:blip r:embed="rId9"/>
          <a:stretch>
            <a:fillRect/>
          </a:stretch>
        </p:blipFill>
        <p:spPr>
          <a:xfrm>
            <a:off x="7689247" y="3581493"/>
            <a:ext cx="336222" cy="336222"/>
          </a:xfrm>
          <a:prstGeom prst="rect">
            <a:avLst/>
          </a:prstGeom>
        </p:spPr>
      </p:pic>
      <p:sp>
        <p:nvSpPr>
          <p:cNvPr id="46" name="Trend label"/>
          <p:cNvSpPr txBox="1"/>
          <p:nvPr/>
        </p:nvSpPr>
        <p:spPr>
          <a:xfrm>
            <a:off x="8442091" y="3274508"/>
            <a:ext cx="3142943" cy="950192"/>
          </a:xfrm>
          <a:prstGeom prst="rect">
            <a:avLst/>
          </a:prstGeom>
          <a:noFill/>
          <a:ln/>
        </p:spPr>
        <p:txBody>
          <a:bodyPr wrap="square" lIns="0" tIns="0" rIns="0" bIns="0" rtlCol="0" anchor="ctr"/>
          <a:lstStyle/>
          <a:p>
            <a:pPr marL="0" indent="0">
              <a:buNone/>
            </a:pPr>
            <a:r>
              <a:rPr lang="en-US" sz="1900" b="1" dirty="0">
                <a:solidFill>
                  <a:srgbClr val="FFFFFF"/>
                </a:solidFill>
                <a:latin typeface="Cambria" pitchFamily="34" charset="0"/>
                <a:ea typeface="Cambria" pitchFamily="34" charset="-122"/>
                <a:cs typeface="Cambria" pitchFamily="34" charset="-120"/>
              </a:rPr>
              <a:t>Automated transactions</a:t>
            </a:r>
            <a:endParaRPr lang="en-US" sz="1900" dirty="0"/>
          </a:p>
        </p:txBody>
      </p:sp>
      <p:sp>
        <p:nvSpPr>
          <p:cNvPr id="47" name="Trend card Digital asset tokenization"/>
          <p:cNvSpPr/>
          <p:nvPr/>
        </p:nvSpPr>
        <p:spPr>
          <a:xfrm>
            <a:off x="7360334" y="4473212"/>
            <a:ext cx="4297792" cy="950192"/>
          </a:xfrm>
          <a:prstGeom prst="roundRect">
            <a:avLst>
              <a:gd name="adj" fmla="val 11548"/>
            </a:avLst>
          </a:prstGeom>
          <a:gradFill rotWithShape="1">
            <a:gsLst>
              <a:gs pos="0">
                <a:srgbClr val="0A5BC0"/>
              </a:gs>
              <a:gs pos="100000">
                <a:srgbClr val="083F86"/>
              </a:gs>
            </a:gsLst>
            <a:lin ang="2700000" scaled="0"/>
          </a:gradFill>
          <a:ln w="15875">
            <a:solidFill>
              <a:srgbClr val="12B8F5"/>
            </a:solidFill>
            <a:prstDash val="solid"/>
          </a:ln>
        </p:spPr>
      </p:sp>
      <p:sp>
        <p:nvSpPr>
          <p:cNvPr id="48" name="Trend icon circle"/>
          <p:cNvSpPr/>
          <p:nvPr/>
        </p:nvSpPr>
        <p:spPr>
          <a:xfrm>
            <a:off x="7491899" y="4582849"/>
            <a:ext cx="730917" cy="730917"/>
          </a:xfrm>
          <a:prstGeom prst="ellipse">
            <a:avLst/>
          </a:prstGeom>
          <a:solidFill>
            <a:srgbClr val="FFB21C"/>
          </a:solidFill>
          <a:ln w="12700">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sp>
      <p:pic>
        <p:nvPicPr>
          <p:cNvPr id="49" name="Image 7" descr="Digital asset tokenization icon"/>
          <p:cNvPicPr>
            <a:picLocks noChangeAspect="1"/>
          </p:cNvPicPr>
          <p:nvPr/>
        </p:nvPicPr>
        <p:blipFill>
          <a:blip r:embed="rId10"/>
          <a:stretch>
            <a:fillRect/>
          </a:stretch>
        </p:blipFill>
        <p:spPr>
          <a:xfrm>
            <a:off x="7689247" y="4780197"/>
            <a:ext cx="336222" cy="336222"/>
          </a:xfrm>
          <a:prstGeom prst="rect">
            <a:avLst/>
          </a:prstGeom>
        </p:spPr>
      </p:pic>
      <p:sp>
        <p:nvSpPr>
          <p:cNvPr id="50" name="Trend label"/>
          <p:cNvSpPr txBox="1"/>
          <p:nvPr/>
        </p:nvSpPr>
        <p:spPr>
          <a:xfrm>
            <a:off x="8442091" y="4473212"/>
            <a:ext cx="3142943" cy="950192"/>
          </a:xfrm>
          <a:prstGeom prst="rect">
            <a:avLst/>
          </a:prstGeom>
          <a:noFill/>
          <a:ln/>
        </p:spPr>
        <p:txBody>
          <a:bodyPr wrap="square" lIns="0" tIns="0" rIns="0" bIns="0" rtlCol="0" anchor="ctr"/>
          <a:lstStyle/>
          <a:p>
            <a:pPr marL="0" indent="0">
              <a:buNone/>
            </a:pPr>
            <a:r>
              <a:rPr lang="en-US" sz="1900" b="1" dirty="0">
                <a:solidFill>
                  <a:srgbClr val="FFFFFF"/>
                </a:solidFill>
                <a:latin typeface="Cambria" pitchFamily="34" charset="0"/>
                <a:ea typeface="Cambria" pitchFamily="34" charset="-122"/>
                <a:cs typeface="Cambria" pitchFamily="34" charset="-120"/>
              </a:rPr>
              <a:t>Digital asset tokenization</a:t>
            </a:r>
            <a:endParaRPr lang="en-US" sz="1900" dirty="0"/>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4000">
        <p159:morph option="byObject"/>
      </p:transition>
    </mc:Choice>
    <mc:Fallback xmlns="">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aphic 2">
            <a:extLst>
              <a:ext uri="{FF2B5EF4-FFF2-40B4-BE49-F238E27FC236}">
                <a16:creationId xmlns:a16="http://schemas.microsoft.com/office/drawing/2014/main" id="{7D2F873D-126B-F9E2-5536-61C4FB2E1E30}"/>
              </a:ext>
            </a:extLst>
          </p:cNvPr>
          <p:cNvGrpSpPr/>
          <p:nvPr/>
        </p:nvGrpSpPr>
        <p:grpSpPr>
          <a:xfrm>
            <a:off x="-5865907" y="6071869"/>
            <a:ext cx="22278322" cy="1206501"/>
            <a:chOff x="-1701658" y="3997633"/>
            <a:chExt cx="14003150" cy="3533927"/>
          </a:xfrm>
          <a:noFill/>
          <a:effectLst>
            <a:outerShdw blurRad="635000" algn="ctr" rotWithShape="0">
              <a:schemeClr val="bg1"/>
            </a:outerShdw>
          </a:effectLst>
        </p:grpSpPr>
        <p:grpSp>
          <p:nvGrpSpPr>
            <p:cNvPr id="25" name="Graphic 2">
              <a:extLst>
                <a:ext uri="{FF2B5EF4-FFF2-40B4-BE49-F238E27FC236}">
                  <a16:creationId xmlns:a16="http://schemas.microsoft.com/office/drawing/2014/main" id="{41B35B66-20E3-5DFD-5686-ACE0B71EA072}"/>
                </a:ext>
              </a:extLst>
            </p:cNvPr>
            <p:cNvGrpSpPr/>
            <p:nvPr/>
          </p:nvGrpSpPr>
          <p:grpSpPr>
            <a:xfrm>
              <a:off x="-1701658" y="3997633"/>
              <a:ext cx="14003150" cy="3531261"/>
              <a:chOff x="-1701658" y="3997633"/>
              <a:chExt cx="14003150" cy="3531261"/>
            </a:xfrm>
            <a:grpFill/>
          </p:grpSpPr>
          <p:sp>
            <p:nvSpPr>
              <p:cNvPr id="939" name="Freeform: Shape 938">
                <a:extLst>
                  <a:ext uri="{FF2B5EF4-FFF2-40B4-BE49-F238E27FC236}">
                    <a16:creationId xmlns:a16="http://schemas.microsoft.com/office/drawing/2014/main" id="{C2C2A64F-3EE0-C2C6-2622-B772DB098DED}"/>
                  </a:ext>
                </a:extLst>
              </p:cNvPr>
              <p:cNvSpPr/>
              <p:nvPr/>
            </p:nvSpPr>
            <p:spPr>
              <a:xfrm>
                <a:off x="-1701658" y="3997633"/>
                <a:ext cx="14003150" cy="3531023"/>
              </a:xfrm>
              <a:custGeom>
                <a:avLst/>
                <a:gdLst>
                  <a:gd name="connsiteX0" fmla="*/ 3193359 w 14003150"/>
                  <a:gd name="connsiteY0" fmla="*/ 2446063 h 3531023"/>
                  <a:gd name="connsiteX1" fmla="*/ 4478686 w 14003150"/>
                  <a:gd name="connsiteY1" fmla="*/ 1531051 h 3531023"/>
                  <a:gd name="connsiteX2" fmla="*/ 5573028 w 14003150"/>
                  <a:gd name="connsiteY2" fmla="*/ 2143825 h 3531023"/>
                  <a:gd name="connsiteX3" fmla="*/ 6149489 w 14003150"/>
                  <a:gd name="connsiteY3" fmla="*/ 1904796 h 3531023"/>
                  <a:gd name="connsiteX4" fmla="*/ 6977432 w 14003150"/>
                  <a:gd name="connsiteY4" fmla="*/ 1622675 h 3531023"/>
                  <a:gd name="connsiteX5" fmla="*/ 7657128 w 14003150"/>
                  <a:gd name="connsiteY5" fmla="*/ 1189140 h 3531023"/>
                  <a:gd name="connsiteX6" fmla="*/ 7952554 w 14003150"/>
                  <a:gd name="connsiteY6" fmla="*/ 1130322 h 3531023"/>
                  <a:gd name="connsiteX7" fmla="*/ 8430219 w 14003150"/>
                  <a:gd name="connsiteY7" fmla="*/ 973342 h 3531023"/>
                  <a:gd name="connsiteX8" fmla="*/ 9441008 w 14003150"/>
                  <a:gd name="connsiteY8" fmla="*/ 941967 h 3531023"/>
                  <a:gd name="connsiteX9" fmla="*/ 10915896 w 14003150"/>
                  <a:gd name="connsiteY9" fmla="*/ 153051 h 3531023"/>
                  <a:gd name="connsiteX10" fmla="*/ 11358425 w 14003150"/>
                  <a:gd name="connsiteY10" fmla="*/ 1117314 h 3531023"/>
                  <a:gd name="connsiteX11" fmla="*/ 11682546 w 14003150"/>
                  <a:gd name="connsiteY11" fmla="*/ 1709434 h 3531023"/>
                  <a:gd name="connsiteX12" fmla="*/ 11887229 w 14003150"/>
                  <a:gd name="connsiteY12" fmla="*/ 2213234 h 3531023"/>
                  <a:gd name="connsiteX13" fmla="*/ 12126018 w 14003150"/>
                  <a:gd name="connsiteY13" fmla="*/ 2402606 h 3531023"/>
                  <a:gd name="connsiteX14" fmla="*/ 12594488 w 14003150"/>
                  <a:gd name="connsiteY14" fmla="*/ 2684213 h 3531023"/>
                  <a:gd name="connsiteX15" fmla="*/ 14003150 w 14003150"/>
                  <a:gd name="connsiteY15" fmla="*/ 3531021 h 3531023"/>
                  <a:gd name="connsiteX16" fmla="*/ 0 w 14003150"/>
                  <a:gd name="connsiteY16" fmla="*/ 3531021 h 3531023"/>
                  <a:gd name="connsiteX17" fmla="*/ 861108 w 14003150"/>
                  <a:gd name="connsiteY17" fmla="*/ 3013368 h 3531023"/>
                  <a:gd name="connsiteX18" fmla="*/ 1406193 w 14003150"/>
                  <a:gd name="connsiteY18" fmla="*/ 2728767 h 3531023"/>
                  <a:gd name="connsiteX19" fmla="*/ 2062275 w 14003150"/>
                  <a:gd name="connsiteY19" fmla="*/ 2681321 h 3531023"/>
                  <a:gd name="connsiteX20" fmla="*/ 2467960 w 14003150"/>
                  <a:gd name="connsiteY20" fmla="*/ 2324328 h 3531023"/>
                  <a:gd name="connsiteX21" fmla="*/ 2799921 w 14003150"/>
                  <a:gd name="connsiteY21" fmla="*/ 2175687 h 3531023"/>
                  <a:gd name="connsiteX22" fmla="*/ 3193359 w 14003150"/>
                  <a:gd name="connsiteY22" fmla="*/ 2446063 h 35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3150" h="3531023">
                    <a:moveTo>
                      <a:pt x="3193359" y="2446063"/>
                    </a:moveTo>
                    <a:cubicBezTo>
                      <a:pt x="3742462" y="2372477"/>
                      <a:pt x="4005781" y="1763012"/>
                      <a:pt x="4478686" y="1531051"/>
                    </a:cubicBezTo>
                    <a:cubicBezTo>
                      <a:pt x="4993041" y="1240301"/>
                      <a:pt x="5139391" y="2080606"/>
                      <a:pt x="5573028" y="2143825"/>
                    </a:cubicBezTo>
                    <a:cubicBezTo>
                      <a:pt x="5788124" y="2134499"/>
                      <a:pt x="5947155" y="1957740"/>
                      <a:pt x="6149489" y="1904796"/>
                    </a:cubicBezTo>
                    <a:cubicBezTo>
                      <a:pt x="6456139" y="1906904"/>
                      <a:pt x="6689785" y="1689620"/>
                      <a:pt x="6977432" y="1622675"/>
                    </a:cubicBezTo>
                    <a:cubicBezTo>
                      <a:pt x="7278418" y="1633447"/>
                      <a:pt x="7416333" y="1313230"/>
                      <a:pt x="7657128" y="1189140"/>
                    </a:cubicBezTo>
                    <a:cubicBezTo>
                      <a:pt x="7748917" y="1142575"/>
                      <a:pt x="7857085" y="1168978"/>
                      <a:pt x="7952554" y="1130322"/>
                    </a:cubicBezTo>
                    <a:cubicBezTo>
                      <a:pt x="8113271" y="1083053"/>
                      <a:pt x="8262976" y="997511"/>
                      <a:pt x="8430219" y="973342"/>
                    </a:cubicBezTo>
                    <a:cubicBezTo>
                      <a:pt x="8764821" y="941772"/>
                      <a:pt x="9111750" y="1011009"/>
                      <a:pt x="9441008" y="941967"/>
                    </a:cubicBezTo>
                    <a:cubicBezTo>
                      <a:pt x="9800785" y="898281"/>
                      <a:pt x="10711419" y="-444698"/>
                      <a:pt x="10915896" y="153051"/>
                    </a:cubicBezTo>
                    <a:cubicBezTo>
                      <a:pt x="11060833" y="474011"/>
                      <a:pt x="11090906" y="870055"/>
                      <a:pt x="11358425" y="1117314"/>
                    </a:cubicBezTo>
                    <a:cubicBezTo>
                      <a:pt x="11482824" y="1303406"/>
                      <a:pt x="11517920" y="1552071"/>
                      <a:pt x="11682546" y="1709434"/>
                    </a:cubicBezTo>
                    <a:cubicBezTo>
                      <a:pt x="11800383" y="1844622"/>
                      <a:pt x="11805841" y="2054682"/>
                      <a:pt x="11887229" y="2213234"/>
                    </a:cubicBezTo>
                    <a:cubicBezTo>
                      <a:pt x="11926256" y="2316264"/>
                      <a:pt x="12043779" y="2342393"/>
                      <a:pt x="12126018" y="2402606"/>
                    </a:cubicBezTo>
                    <a:cubicBezTo>
                      <a:pt x="12282158" y="2496458"/>
                      <a:pt x="12438291" y="2590321"/>
                      <a:pt x="12594488" y="2684213"/>
                    </a:cubicBezTo>
                    <a:cubicBezTo>
                      <a:pt x="13064033" y="2966482"/>
                      <a:pt x="13533457" y="3248672"/>
                      <a:pt x="14003150" y="3531021"/>
                    </a:cubicBezTo>
                    <a:cubicBezTo>
                      <a:pt x="9335412" y="3530987"/>
                      <a:pt x="4667738" y="3531033"/>
                      <a:pt x="0" y="3531021"/>
                    </a:cubicBezTo>
                    <a:cubicBezTo>
                      <a:pt x="287293" y="3358320"/>
                      <a:pt x="574163" y="3185864"/>
                      <a:pt x="861108" y="3013368"/>
                    </a:cubicBezTo>
                    <a:cubicBezTo>
                      <a:pt x="1041227" y="2917322"/>
                      <a:pt x="1203533" y="2772532"/>
                      <a:pt x="1406193" y="2728767"/>
                    </a:cubicBezTo>
                    <a:cubicBezTo>
                      <a:pt x="1622220" y="2679223"/>
                      <a:pt x="1860884" y="2798896"/>
                      <a:pt x="2062275" y="2681321"/>
                    </a:cubicBezTo>
                    <a:cubicBezTo>
                      <a:pt x="2200006" y="2561901"/>
                      <a:pt x="2289303" y="2395725"/>
                      <a:pt x="2467960" y="2324328"/>
                    </a:cubicBezTo>
                    <a:cubicBezTo>
                      <a:pt x="2576196" y="2278899"/>
                      <a:pt x="2676215" y="2148598"/>
                      <a:pt x="2799921" y="2175687"/>
                    </a:cubicBezTo>
                    <a:cubicBezTo>
                      <a:pt x="2953615" y="2219984"/>
                      <a:pt x="3021046" y="2480570"/>
                      <a:pt x="3193359" y="2446063"/>
                    </a:cubicBezTo>
                    <a:close/>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0" name="Freeform: Shape 939">
                <a:extLst>
                  <a:ext uri="{FF2B5EF4-FFF2-40B4-BE49-F238E27FC236}">
                    <a16:creationId xmlns:a16="http://schemas.microsoft.com/office/drawing/2014/main" id="{6203691C-2C67-A02F-B7BE-49D761D3B855}"/>
                  </a:ext>
                </a:extLst>
              </p:cNvPr>
              <p:cNvSpPr/>
              <p:nvPr/>
            </p:nvSpPr>
            <p:spPr>
              <a:xfrm>
                <a:off x="-1456153" y="7373943"/>
                <a:ext cx="13512163" cy="8218"/>
              </a:xfrm>
              <a:custGeom>
                <a:avLst/>
                <a:gdLst>
                  <a:gd name="connsiteX0" fmla="*/ 0 w 13512163"/>
                  <a:gd name="connsiteY0" fmla="*/ 7151 h 8218"/>
                  <a:gd name="connsiteX1" fmla="*/ 13512163 w 13512163"/>
                  <a:gd name="connsiteY1" fmla="*/ 7151 h 8218"/>
                </a:gdLst>
                <a:ahLst/>
                <a:cxnLst>
                  <a:cxn ang="0">
                    <a:pos x="connsiteX0" y="connsiteY0"/>
                  </a:cxn>
                  <a:cxn ang="0">
                    <a:pos x="connsiteX1" y="connsiteY1"/>
                  </a:cxn>
                </a:cxnLst>
                <a:rect l="l" t="t" r="r" b="b"/>
                <a:pathLst>
                  <a:path w="13512163" h="8218">
                    <a:moveTo>
                      <a:pt x="0" y="7151"/>
                    </a:moveTo>
                    <a:cubicBezTo>
                      <a:pt x="4505192" y="13557"/>
                      <a:pt x="9008069" y="-11761"/>
                      <a:pt x="13512163" y="71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1" name="Freeform: Shape 940">
                <a:extLst>
                  <a:ext uri="{FF2B5EF4-FFF2-40B4-BE49-F238E27FC236}">
                    <a16:creationId xmlns:a16="http://schemas.microsoft.com/office/drawing/2014/main" id="{46012729-6411-3101-F2E3-05FF3C04671A}"/>
                  </a:ext>
                </a:extLst>
              </p:cNvPr>
              <p:cNvSpPr/>
              <p:nvPr/>
            </p:nvSpPr>
            <p:spPr>
              <a:xfrm>
                <a:off x="-1227210" y="7138675"/>
                <a:ext cx="13054271" cy="106150"/>
              </a:xfrm>
              <a:custGeom>
                <a:avLst/>
                <a:gdLst>
                  <a:gd name="connsiteX0" fmla="*/ 0 w 13054271"/>
                  <a:gd name="connsiteY0" fmla="*/ 104790 h 106150"/>
                  <a:gd name="connsiteX1" fmla="*/ 5430176 w 13054271"/>
                  <a:gd name="connsiteY1" fmla="*/ 104790 h 106150"/>
                  <a:gd name="connsiteX2" fmla="*/ 8016288 w 13054271"/>
                  <a:gd name="connsiteY2" fmla="*/ 101075 h 106150"/>
                  <a:gd name="connsiteX3" fmla="*/ 9015504 w 13054271"/>
                  <a:gd name="connsiteY3" fmla="*/ 2045 h 106150"/>
                  <a:gd name="connsiteX4" fmla="*/ 10233753 w 13054271"/>
                  <a:gd name="connsiteY4" fmla="*/ 100154 h 106150"/>
                  <a:gd name="connsiteX5" fmla="*/ 13054271 w 13054271"/>
                  <a:gd name="connsiteY5" fmla="*/ 104790 h 1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4271" h="106150">
                    <a:moveTo>
                      <a:pt x="0" y="104790"/>
                    </a:moveTo>
                    <a:cubicBezTo>
                      <a:pt x="1810078" y="104790"/>
                      <a:pt x="3620115" y="104790"/>
                      <a:pt x="5430176" y="104790"/>
                    </a:cubicBezTo>
                    <a:cubicBezTo>
                      <a:pt x="6292164" y="101446"/>
                      <a:pt x="7154460" y="111391"/>
                      <a:pt x="8016288" y="101075"/>
                    </a:cubicBezTo>
                    <a:cubicBezTo>
                      <a:pt x="8350707" y="82576"/>
                      <a:pt x="8680302" y="10235"/>
                      <a:pt x="9015504" y="2045"/>
                    </a:cubicBezTo>
                    <a:cubicBezTo>
                      <a:pt x="9424692" y="-14511"/>
                      <a:pt x="9827017" y="74117"/>
                      <a:pt x="10233753" y="100154"/>
                    </a:cubicBezTo>
                    <a:cubicBezTo>
                      <a:pt x="11173648" y="112916"/>
                      <a:pt x="12114160" y="100692"/>
                      <a:pt x="13054271" y="10479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2" name="Freeform: Shape 941">
                <a:extLst>
                  <a:ext uri="{FF2B5EF4-FFF2-40B4-BE49-F238E27FC236}">
                    <a16:creationId xmlns:a16="http://schemas.microsoft.com/office/drawing/2014/main" id="{4CDACA66-3994-80E3-FF55-B59134F02789}"/>
                  </a:ext>
                </a:extLst>
              </p:cNvPr>
              <p:cNvSpPr/>
              <p:nvPr/>
            </p:nvSpPr>
            <p:spPr>
              <a:xfrm>
                <a:off x="-1013423" y="6921259"/>
                <a:ext cx="12626715" cy="196415"/>
              </a:xfrm>
              <a:custGeom>
                <a:avLst/>
                <a:gdLst>
                  <a:gd name="connsiteX0" fmla="*/ 0 w 12626715"/>
                  <a:gd name="connsiteY0" fmla="*/ 193687 h 196415"/>
                  <a:gd name="connsiteX1" fmla="*/ 5255149 w 12626715"/>
                  <a:gd name="connsiteY1" fmla="*/ 193687 h 196415"/>
                  <a:gd name="connsiteX2" fmla="*/ 7738333 w 12626715"/>
                  <a:gd name="connsiteY2" fmla="*/ 184131 h 196415"/>
                  <a:gd name="connsiteX3" fmla="*/ 8720027 w 12626715"/>
                  <a:gd name="connsiteY3" fmla="*/ 3938 h 196415"/>
                  <a:gd name="connsiteX4" fmla="*/ 9929389 w 12626715"/>
                  <a:gd name="connsiteY4" fmla="*/ 183794 h 196415"/>
                  <a:gd name="connsiteX5" fmla="*/ 12626715 w 12626715"/>
                  <a:gd name="connsiteY5" fmla="*/ 193687 h 19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715" h="196415">
                    <a:moveTo>
                      <a:pt x="0" y="193687"/>
                    </a:moveTo>
                    <a:cubicBezTo>
                      <a:pt x="1751733" y="193687"/>
                      <a:pt x="3503432" y="193687"/>
                      <a:pt x="5255149" y="193687"/>
                    </a:cubicBezTo>
                    <a:cubicBezTo>
                      <a:pt x="6082618" y="185714"/>
                      <a:pt x="6911561" y="209763"/>
                      <a:pt x="7738333" y="184131"/>
                    </a:cubicBezTo>
                    <a:cubicBezTo>
                      <a:pt x="8069666" y="147847"/>
                      <a:pt x="8387191" y="30004"/>
                      <a:pt x="8720027" y="3938"/>
                    </a:cubicBezTo>
                    <a:cubicBezTo>
                      <a:pt x="9132415" y="-27775"/>
                      <a:pt x="9523991" y="141189"/>
                      <a:pt x="9929389" y="183794"/>
                    </a:cubicBezTo>
                    <a:cubicBezTo>
                      <a:pt x="10827514" y="210357"/>
                      <a:pt x="11727861" y="185406"/>
                      <a:pt x="12626715" y="19368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3" name="Freeform: Shape 942">
                <a:extLst>
                  <a:ext uri="{FF2B5EF4-FFF2-40B4-BE49-F238E27FC236}">
                    <a16:creationId xmlns:a16="http://schemas.microsoft.com/office/drawing/2014/main" id="{81E135EC-866E-27EB-C70A-42691ACED3B9}"/>
                  </a:ext>
                </a:extLst>
              </p:cNvPr>
              <p:cNvSpPr/>
              <p:nvPr/>
            </p:nvSpPr>
            <p:spPr>
              <a:xfrm>
                <a:off x="-813421" y="6715637"/>
                <a:ext cx="12226705" cy="283201"/>
              </a:xfrm>
              <a:custGeom>
                <a:avLst/>
                <a:gdLst>
                  <a:gd name="connsiteX0" fmla="*/ 0 w 12226705"/>
                  <a:gd name="connsiteY0" fmla="*/ 279082 h 283201"/>
                  <a:gd name="connsiteX1" fmla="*/ 5081001 w 12226705"/>
                  <a:gd name="connsiteY1" fmla="*/ 279082 h 283201"/>
                  <a:gd name="connsiteX2" fmla="*/ 7487033 w 12226705"/>
                  <a:gd name="connsiteY2" fmla="*/ 264412 h 283201"/>
                  <a:gd name="connsiteX3" fmla="*/ 8451113 w 12226705"/>
                  <a:gd name="connsiteY3" fmla="*/ 5666 h 283201"/>
                  <a:gd name="connsiteX4" fmla="*/ 9623431 w 12226705"/>
                  <a:gd name="connsiteY4" fmla="*/ 264041 h 283201"/>
                  <a:gd name="connsiteX5" fmla="*/ 12226705 w 12226705"/>
                  <a:gd name="connsiteY5" fmla="*/ 279082 h 28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6705" h="283201">
                    <a:moveTo>
                      <a:pt x="0" y="279082"/>
                    </a:moveTo>
                    <a:cubicBezTo>
                      <a:pt x="1693686" y="279082"/>
                      <a:pt x="3387332" y="279082"/>
                      <a:pt x="5081001" y="279082"/>
                    </a:cubicBezTo>
                    <a:cubicBezTo>
                      <a:pt x="5882410" y="266955"/>
                      <a:pt x="6687259" y="303605"/>
                      <a:pt x="7487033" y="264412"/>
                    </a:cubicBezTo>
                    <a:cubicBezTo>
                      <a:pt x="7816417" y="210022"/>
                      <a:pt x="8119392" y="49294"/>
                      <a:pt x="8451113" y="5666"/>
                    </a:cubicBezTo>
                    <a:cubicBezTo>
                      <a:pt x="8860210" y="-40072"/>
                      <a:pt x="9228039" y="204342"/>
                      <a:pt x="9623431" y="264041"/>
                    </a:cubicBezTo>
                    <a:cubicBezTo>
                      <a:pt x="10488923" y="304309"/>
                      <a:pt x="11359545" y="266584"/>
                      <a:pt x="12226705" y="279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4" name="Freeform: Shape 943">
                <a:extLst>
                  <a:ext uri="{FF2B5EF4-FFF2-40B4-BE49-F238E27FC236}">
                    <a16:creationId xmlns:a16="http://schemas.microsoft.com/office/drawing/2014/main" id="{2E6DA68C-6131-CD75-B531-77D4D95D28AE}"/>
                  </a:ext>
                </a:extLst>
              </p:cNvPr>
              <p:cNvSpPr/>
              <p:nvPr/>
            </p:nvSpPr>
            <p:spPr>
              <a:xfrm>
                <a:off x="-625821" y="6541535"/>
                <a:ext cx="11851503" cy="344635"/>
              </a:xfrm>
              <a:custGeom>
                <a:avLst/>
                <a:gdLst>
                  <a:gd name="connsiteX0" fmla="*/ 0 w 11851503"/>
                  <a:gd name="connsiteY0" fmla="*/ 340405 h 344635"/>
                  <a:gd name="connsiteX1" fmla="*/ 4932520 w 11851503"/>
                  <a:gd name="connsiteY1" fmla="*/ 340405 h 344635"/>
                  <a:gd name="connsiteX2" fmla="*/ 7233767 w 11851503"/>
                  <a:gd name="connsiteY2" fmla="*/ 327609 h 344635"/>
                  <a:gd name="connsiteX3" fmla="*/ 8204757 w 11851503"/>
                  <a:gd name="connsiteY3" fmla="*/ 5975 h 344635"/>
                  <a:gd name="connsiteX4" fmla="*/ 9342030 w 11851503"/>
                  <a:gd name="connsiteY4" fmla="*/ 325283 h 344635"/>
                  <a:gd name="connsiteX5" fmla="*/ 11851504 w 11851503"/>
                  <a:gd name="connsiteY5" fmla="*/ 340405 h 344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1503" h="344635">
                    <a:moveTo>
                      <a:pt x="0" y="340405"/>
                    </a:moveTo>
                    <a:cubicBezTo>
                      <a:pt x="1644188" y="340405"/>
                      <a:pt x="3288343" y="340405"/>
                      <a:pt x="4932520" y="340405"/>
                    </a:cubicBezTo>
                    <a:cubicBezTo>
                      <a:pt x="5699033" y="329478"/>
                      <a:pt x="6468791" y="362299"/>
                      <a:pt x="7233767" y="327609"/>
                    </a:cubicBezTo>
                    <a:cubicBezTo>
                      <a:pt x="7571221" y="265549"/>
                      <a:pt x="7865252" y="60164"/>
                      <a:pt x="8204757" y="5975"/>
                    </a:cubicBezTo>
                    <a:cubicBezTo>
                      <a:pt x="8612493" y="-46026"/>
                      <a:pt x="8954108" y="256623"/>
                      <a:pt x="9342030" y="325283"/>
                    </a:cubicBezTo>
                    <a:cubicBezTo>
                      <a:pt x="10175883" y="366117"/>
                      <a:pt x="11015719" y="327592"/>
                      <a:pt x="11851504" y="340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5" name="Freeform: Shape 944">
                <a:extLst>
                  <a:ext uri="{FF2B5EF4-FFF2-40B4-BE49-F238E27FC236}">
                    <a16:creationId xmlns:a16="http://schemas.microsoft.com/office/drawing/2014/main" id="{ED42993D-8548-AB9F-C5AF-4CBA58B9C7A9}"/>
                  </a:ext>
                </a:extLst>
              </p:cNvPr>
              <p:cNvSpPr/>
              <p:nvPr/>
            </p:nvSpPr>
            <p:spPr>
              <a:xfrm>
                <a:off x="-449244" y="6420935"/>
                <a:ext cx="11498345" cy="361740"/>
              </a:xfrm>
              <a:custGeom>
                <a:avLst/>
                <a:gdLst>
                  <a:gd name="connsiteX0" fmla="*/ 0 w 11498345"/>
                  <a:gd name="connsiteY0" fmla="*/ 357362 h 361740"/>
                  <a:gd name="connsiteX1" fmla="*/ 4756498 w 11498345"/>
                  <a:gd name="connsiteY1" fmla="*/ 356334 h 361740"/>
                  <a:gd name="connsiteX2" fmla="*/ 7057442 w 11498345"/>
                  <a:gd name="connsiteY2" fmla="*/ 334720 h 361740"/>
                  <a:gd name="connsiteX3" fmla="*/ 7976523 w 11498345"/>
                  <a:gd name="connsiteY3" fmla="*/ 4450 h 361740"/>
                  <a:gd name="connsiteX4" fmla="*/ 9054823 w 11498345"/>
                  <a:gd name="connsiteY4" fmla="*/ 338657 h 361740"/>
                  <a:gd name="connsiteX5" fmla="*/ 11498346 w 11498345"/>
                  <a:gd name="connsiteY5" fmla="*/ 354854 h 36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345" h="361740">
                    <a:moveTo>
                      <a:pt x="0" y="357362"/>
                    </a:moveTo>
                    <a:cubicBezTo>
                      <a:pt x="1585547" y="358906"/>
                      <a:pt x="3171014" y="353448"/>
                      <a:pt x="4756498" y="356334"/>
                    </a:cubicBezTo>
                    <a:cubicBezTo>
                      <a:pt x="5522365" y="343350"/>
                      <a:pt x="6294673" y="388309"/>
                      <a:pt x="7057442" y="334720"/>
                    </a:cubicBezTo>
                    <a:cubicBezTo>
                      <a:pt x="7375968" y="260710"/>
                      <a:pt x="7650962" y="53627"/>
                      <a:pt x="7976523" y="4450"/>
                    </a:cubicBezTo>
                    <a:cubicBezTo>
                      <a:pt x="8368698" y="-40258"/>
                      <a:pt x="8685302" y="264905"/>
                      <a:pt x="9054823" y="338657"/>
                    </a:cubicBezTo>
                    <a:cubicBezTo>
                      <a:pt x="9866256" y="382372"/>
                      <a:pt x="10684667" y="341149"/>
                      <a:pt x="11498346" y="35485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6" name="Freeform: Shape 945">
                <a:extLst>
                  <a:ext uri="{FF2B5EF4-FFF2-40B4-BE49-F238E27FC236}">
                    <a16:creationId xmlns:a16="http://schemas.microsoft.com/office/drawing/2014/main" id="{E93B56E5-A560-3115-EC44-DCF336774A34}"/>
                  </a:ext>
                </a:extLst>
              </p:cNvPr>
              <p:cNvSpPr/>
              <p:nvPr/>
            </p:nvSpPr>
            <p:spPr>
              <a:xfrm>
                <a:off x="-282709" y="6364112"/>
                <a:ext cx="11165275" cy="360557"/>
              </a:xfrm>
              <a:custGeom>
                <a:avLst/>
                <a:gdLst>
                  <a:gd name="connsiteX0" fmla="*/ 0 w 11165275"/>
                  <a:gd name="connsiteY0" fmla="*/ 360003 h 360557"/>
                  <a:gd name="connsiteX1" fmla="*/ 2441448 w 11165275"/>
                  <a:gd name="connsiteY1" fmla="*/ 355516 h 360557"/>
                  <a:gd name="connsiteX2" fmla="*/ 3877485 w 11165275"/>
                  <a:gd name="connsiteY2" fmla="*/ 319414 h 360557"/>
                  <a:gd name="connsiteX3" fmla="*/ 6342450 w 11165275"/>
                  <a:gd name="connsiteY3" fmla="*/ 321786 h 360557"/>
                  <a:gd name="connsiteX4" fmla="*/ 7644264 w 11165275"/>
                  <a:gd name="connsiteY4" fmla="*/ 21994 h 360557"/>
                  <a:gd name="connsiteX5" fmla="*/ 8811770 w 11165275"/>
                  <a:gd name="connsiteY5" fmla="*/ 299030 h 360557"/>
                  <a:gd name="connsiteX6" fmla="*/ 11165276 w 11165275"/>
                  <a:gd name="connsiteY6" fmla="*/ 311574 h 36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5275" h="360557">
                    <a:moveTo>
                      <a:pt x="0" y="360003"/>
                    </a:moveTo>
                    <a:cubicBezTo>
                      <a:pt x="813828" y="360162"/>
                      <a:pt x="1627695" y="355031"/>
                      <a:pt x="2441448" y="355516"/>
                    </a:cubicBezTo>
                    <a:cubicBezTo>
                      <a:pt x="2919885" y="334559"/>
                      <a:pt x="3398373" y="278581"/>
                      <a:pt x="3877485" y="319414"/>
                    </a:cubicBezTo>
                    <a:cubicBezTo>
                      <a:pt x="4696936" y="357728"/>
                      <a:pt x="5523845" y="387623"/>
                      <a:pt x="6342450" y="321786"/>
                    </a:cubicBezTo>
                    <a:cubicBezTo>
                      <a:pt x="6945525" y="340629"/>
                      <a:pt x="7109335" y="186266"/>
                      <a:pt x="7644264" y="21994"/>
                    </a:cubicBezTo>
                    <a:cubicBezTo>
                      <a:pt x="8058276" y="-85859"/>
                      <a:pt x="8417532" y="234621"/>
                      <a:pt x="8811770" y="299030"/>
                    </a:cubicBezTo>
                    <a:cubicBezTo>
                      <a:pt x="9594222" y="333051"/>
                      <a:pt x="10381315" y="300841"/>
                      <a:pt x="11165276" y="311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7" name="Freeform: Shape 946">
                <a:extLst>
                  <a:ext uri="{FF2B5EF4-FFF2-40B4-BE49-F238E27FC236}">
                    <a16:creationId xmlns:a16="http://schemas.microsoft.com/office/drawing/2014/main" id="{2E5F8DB4-CAB3-75DB-8A58-B0E861123213}"/>
                  </a:ext>
                </a:extLst>
              </p:cNvPr>
              <p:cNvSpPr/>
              <p:nvPr/>
            </p:nvSpPr>
            <p:spPr>
              <a:xfrm>
                <a:off x="-125547" y="6351626"/>
                <a:ext cx="10850961" cy="363246"/>
              </a:xfrm>
              <a:custGeom>
                <a:avLst/>
                <a:gdLst>
                  <a:gd name="connsiteX0" fmla="*/ 0 w 10850961"/>
                  <a:gd name="connsiteY0" fmla="*/ 363247 h 363246"/>
                  <a:gd name="connsiteX1" fmla="*/ 2378366 w 10850961"/>
                  <a:gd name="connsiteY1" fmla="*/ 342672 h 363246"/>
                  <a:gd name="connsiteX2" fmla="*/ 3382423 w 10850961"/>
                  <a:gd name="connsiteY2" fmla="*/ 217983 h 363246"/>
                  <a:gd name="connsiteX3" fmla="*/ 4156708 w 10850961"/>
                  <a:gd name="connsiteY3" fmla="*/ 315595 h 363246"/>
                  <a:gd name="connsiteX4" fmla="*/ 5502042 w 10850961"/>
                  <a:gd name="connsiteY4" fmla="*/ 358086 h 363246"/>
                  <a:gd name="connsiteX5" fmla="*/ 6250324 w 10850961"/>
                  <a:gd name="connsiteY5" fmla="*/ 249078 h 363246"/>
                  <a:gd name="connsiteX6" fmla="*/ 6777653 w 10850961"/>
                  <a:gd name="connsiteY6" fmla="*/ 191260 h 363246"/>
                  <a:gd name="connsiteX7" fmla="*/ 8560167 w 10850961"/>
                  <a:gd name="connsiteY7" fmla="*/ 220378 h 363246"/>
                  <a:gd name="connsiteX8" fmla="*/ 10850962 w 10850961"/>
                  <a:gd name="connsiteY8" fmla="*/ 229579 h 3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0961" h="363246">
                    <a:moveTo>
                      <a:pt x="0" y="363247"/>
                    </a:moveTo>
                    <a:cubicBezTo>
                      <a:pt x="792631" y="356474"/>
                      <a:pt x="1586273" y="362915"/>
                      <a:pt x="2378366" y="342672"/>
                    </a:cubicBezTo>
                    <a:cubicBezTo>
                      <a:pt x="2714357" y="312389"/>
                      <a:pt x="3043398" y="214686"/>
                      <a:pt x="3382423" y="217983"/>
                    </a:cubicBezTo>
                    <a:cubicBezTo>
                      <a:pt x="3644181" y="213085"/>
                      <a:pt x="3897945" y="288609"/>
                      <a:pt x="4156708" y="315595"/>
                    </a:cubicBezTo>
                    <a:cubicBezTo>
                      <a:pt x="4604839" y="329174"/>
                      <a:pt x="5053518" y="351051"/>
                      <a:pt x="5502042" y="358086"/>
                    </a:cubicBezTo>
                    <a:cubicBezTo>
                      <a:pt x="5755868" y="362286"/>
                      <a:pt x="6001162" y="286020"/>
                      <a:pt x="6250324" y="249078"/>
                    </a:cubicBezTo>
                    <a:cubicBezTo>
                      <a:pt x="6425472" y="219635"/>
                      <a:pt x="6605443" y="241557"/>
                      <a:pt x="6777653" y="191260"/>
                    </a:cubicBezTo>
                    <a:cubicBezTo>
                      <a:pt x="7743722" y="-129129"/>
                      <a:pt x="7641544" y="3739"/>
                      <a:pt x="8560167" y="220378"/>
                    </a:cubicBezTo>
                    <a:cubicBezTo>
                      <a:pt x="9322611" y="245432"/>
                      <a:pt x="10087667" y="221658"/>
                      <a:pt x="10850962" y="22957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8" name="Freeform: Shape 947">
                <a:extLst>
                  <a:ext uri="{FF2B5EF4-FFF2-40B4-BE49-F238E27FC236}">
                    <a16:creationId xmlns:a16="http://schemas.microsoft.com/office/drawing/2014/main" id="{18AF5EDE-6861-9673-080F-A57044110195}"/>
                  </a:ext>
                </a:extLst>
              </p:cNvPr>
              <p:cNvSpPr/>
              <p:nvPr/>
            </p:nvSpPr>
            <p:spPr>
              <a:xfrm>
                <a:off x="22928" y="6347997"/>
                <a:ext cx="10553993" cy="377814"/>
              </a:xfrm>
              <a:custGeom>
                <a:avLst/>
                <a:gdLst>
                  <a:gd name="connsiteX0" fmla="*/ 0 w 10553993"/>
                  <a:gd name="connsiteY0" fmla="*/ 377815 h 377814"/>
                  <a:gd name="connsiteX1" fmla="*/ 2255813 w 10553993"/>
                  <a:gd name="connsiteY1" fmla="*/ 346028 h 377814"/>
                  <a:gd name="connsiteX2" fmla="*/ 3234982 w 10553993"/>
                  <a:gd name="connsiteY2" fmla="*/ 126372 h 377814"/>
                  <a:gd name="connsiteX3" fmla="*/ 4035522 w 10553993"/>
                  <a:gd name="connsiteY3" fmla="*/ 289369 h 377814"/>
                  <a:gd name="connsiteX4" fmla="*/ 5225619 w 10553993"/>
                  <a:gd name="connsiteY4" fmla="*/ 366499 h 377814"/>
                  <a:gd name="connsiteX5" fmla="*/ 6127160 w 10553993"/>
                  <a:gd name="connsiteY5" fmla="*/ 170583 h 377814"/>
                  <a:gd name="connsiteX6" fmla="*/ 6653860 w 10553993"/>
                  <a:gd name="connsiteY6" fmla="*/ 112044 h 377814"/>
                  <a:gd name="connsiteX7" fmla="*/ 7390730 w 10553993"/>
                  <a:gd name="connsiteY7" fmla="*/ 196 h 377814"/>
                  <a:gd name="connsiteX8" fmla="*/ 8270406 w 10553993"/>
                  <a:gd name="connsiteY8" fmla="*/ 135115 h 377814"/>
                  <a:gd name="connsiteX9" fmla="*/ 10553994 w 10553993"/>
                  <a:gd name="connsiteY9" fmla="*/ 143951 h 3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53993" h="377814">
                    <a:moveTo>
                      <a:pt x="0" y="377815"/>
                    </a:moveTo>
                    <a:cubicBezTo>
                      <a:pt x="751665" y="368350"/>
                      <a:pt x="1505062" y="372374"/>
                      <a:pt x="2255813" y="346028"/>
                    </a:cubicBezTo>
                    <a:cubicBezTo>
                      <a:pt x="2588438" y="302314"/>
                      <a:pt x="2898928" y="150255"/>
                      <a:pt x="3234982" y="126372"/>
                    </a:cubicBezTo>
                    <a:cubicBezTo>
                      <a:pt x="3512176" y="106798"/>
                      <a:pt x="3768454" y="238426"/>
                      <a:pt x="4035522" y="289369"/>
                    </a:cubicBezTo>
                    <a:cubicBezTo>
                      <a:pt x="4430245" y="327094"/>
                      <a:pt x="4829289" y="338324"/>
                      <a:pt x="5225619" y="366499"/>
                    </a:cubicBezTo>
                    <a:cubicBezTo>
                      <a:pt x="5541801" y="398600"/>
                      <a:pt x="5827877" y="242443"/>
                      <a:pt x="6127160" y="170583"/>
                    </a:cubicBezTo>
                    <a:cubicBezTo>
                      <a:pt x="6300125" y="129407"/>
                      <a:pt x="6480256" y="152598"/>
                      <a:pt x="6653860" y="112044"/>
                    </a:cubicBezTo>
                    <a:cubicBezTo>
                      <a:pt x="6898251" y="68473"/>
                      <a:pt x="7140430" y="-4267"/>
                      <a:pt x="7390730" y="196"/>
                    </a:cubicBezTo>
                    <a:cubicBezTo>
                      <a:pt x="7689441" y="882"/>
                      <a:pt x="7975180" y="103769"/>
                      <a:pt x="8270406" y="135115"/>
                    </a:cubicBezTo>
                    <a:cubicBezTo>
                      <a:pt x="9030712" y="158747"/>
                      <a:pt x="9793024" y="136619"/>
                      <a:pt x="10553994" y="14395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9" name="Freeform: Shape 948">
                <a:extLst>
                  <a:ext uri="{FF2B5EF4-FFF2-40B4-BE49-F238E27FC236}">
                    <a16:creationId xmlns:a16="http://schemas.microsoft.com/office/drawing/2014/main" id="{D787F154-4A79-6088-9FD5-F42138FD8715}"/>
                  </a:ext>
                </a:extLst>
              </p:cNvPr>
              <p:cNvSpPr/>
              <p:nvPr/>
            </p:nvSpPr>
            <p:spPr>
              <a:xfrm>
                <a:off x="163408" y="6348340"/>
                <a:ext cx="10273032" cy="383832"/>
              </a:xfrm>
              <a:custGeom>
                <a:avLst/>
                <a:gdLst>
                  <a:gd name="connsiteX0" fmla="*/ 0 w 10273032"/>
                  <a:gd name="connsiteY0" fmla="*/ 383832 h 383832"/>
                  <a:gd name="connsiteX1" fmla="*/ 2107332 w 10273032"/>
                  <a:gd name="connsiteY1" fmla="*/ 351057 h 383832"/>
                  <a:gd name="connsiteX2" fmla="*/ 3037380 w 10273032"/>
                  <a:gd name="connsiteY2" fmla="*/ 54237 h 383832"/>
                  <a:gd name="connsiteX3" fmla="*/ 3894173 w 10273032"/>
                  <a:gd name="connsiteY3" fmla="*/ 249581 h 383832"/>
                  <a:gd name="connsiteX4" fmla="*/ 4699679 w 10273032"/>
                  <a:gd name="connsiteY4" fmla="*/ 334781 h 383832"/>
                  <a:gd name="connsiteX5" fmla="*/ 6566015 w 10273032"/>
                  <a:gd name="connsiteY5" fmla="*/ 39504 h 383832"/>
                  <a:gd name="connsiteX6" fmla="*/ 8078816 w 10273032"/>
                  <a:gd name="connsiteY6" fmla="*/ 59106 h 383832"/>
                  <a:gd name="connsiteX7" fmla="*/ 10273033 w 10273032"/>
                  <a:gd name="connsiteY7" fmla="*/ 59163 h 38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73032" h="383832">
                    <a:moveTo>
                      <a:pt x="0" y="383832"/>
                    </a:moveTo>
                    <a:cubicBezTo>
                      <a:pt x="702488" y="379552"/>
                      <a:pt x="1405073" y="360275"/>
                      <a:pt x="2107332" y="351057"/>
                    </a:cubicBezTo>
                    <a:cubicBezTo>
                      <a:pt x="2435002" y="316092"/>
                      <a:pt x="2718797" y="125028"/>
                      <a:pt x="3037380" y="54237"/>
                    </a:cubicBezTo>
                    <a:cubicBezTo>
                      <a:pt x="3340692" y="-31865"/>
                      <a:pt x="3615046" y="163188"/>
                      <a:pt x="3894173" y="249581"/>
                    </a:cubicBezTo>
                    <a:cubicBezTo>
                      <a:pt x="4155222" y="320201"/>
                      <a:pt x="4433063" y="288626"/>
                      <a:pt x="4699679" y="334781"/>
                    </a:cubicBezTo>
                    <a:cubicBezTo>
                      <a:pt x="5752805" y="496183"/>
                      <a:pt x="5493727" y="31068"/>
                      <a:pt x="6566015" y="39504"/>
                    </a:cubicBezTo>
                    <a:cubicBezTo>
                      <a:pt x="7070158" y="-41118"/>
                      <a:pt x="7574570" y="20404"/>
                      <a:pt x="8078816" y="59106"/>
                    </a:cubicBezTo>
                    <a:cubicBezTo>
                      <a:pt x="8810159" y="59769"/>
                      <a:pt x="9541621" y="58769"/>
                      <a:pt x="10273033" y="591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0" name="Freeform: Shape 949">
                <a:extLst>
                  <a:ext uri="{FF2B5EF4-FFF2-40B4-BE49-F238E27FC236}">
                    <a16:creationId xmlns:a16="http://schemas.microsoft.com/office/drawing/2014/main" id="{F75EBE45-A647-092C-94AA-B621F8B0E992}"/>
                  </a:ext>
                </a:extLst>
              </p:cNvPr>
              <p:cNvSpPr/>
              <p:nvPr/>
            </p:nvSpPr>
            <p:spPr>
              <a:xfrm>
                <a:off x="296568" y="6295909"/>
                <a:ext cx="10006713" cy="413283"/>
              </a:xfrm>
              <a:custGeom>
                <a:avLst/>
                <a:gdLst>
                  <a:gd name="connsiteX0" fmla="*/ 0 w 10006713"/>
                  <a:gd name="connsiteY0" fmla="*/ 413284 h 413283"/>
                  <a:gd name="connsiteX1" fmla="*/ 1897209 w 10006713"/>
                  <a:gd name="connsiteY1" fmla="*/ 379130 h 413283"/>
                  <a:gd name="connsiteX2" fmla="*/ 2862535 w 10006713"/>
                  <a:gd name="connsiteY2" fmla="*/ 54535 h 413283"/>
                  <a:gd name="connsiteX3" fmla="*/ 3931966 w 10006713"/>
                  <a:gd name="connsiteY3" fmla="*/ 295675 h 413283"/>
                  <a:gd name="connsiteX4" fmla="*/ 4373478 w 10006713"/>
                  <a:gd name="connsiteY4" fmla="*/ 329501 h 413283"/>
                  <a:gd name="connsiteX5" fmla="*/ 5478794 w 10006713"/>
                  <a:gd name="connsiteY5" fmla="*/ 249886 h 413283"/>
                  <a:gd name="connsiteX6" fmla="*/ 6074628 w 10006713"/>
                  <a:gd name="connsiteY6" fmla="*/ 32778 h 413283"/>
                  <a:gd name="connsiteX7" fmla="*/ 10006713 w 10006713"/>
                  <a:gd name="connsiteY7" fmla="*/ 31539 h 41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6713" h="413283">
                    <a:moveTo>
                      <a:pt x="0" y="413284"/>
                    </a:moveTo>
                    <a:cubicBezTo>
                      <a:pt x="632582" y="412523"/>
                      <a:pt x="1264690" y="382856"/>
                      <a:pt x="1897209" y="379130"/>
                    </a:cubicBezTo>
                    <a:cubicBezTo>
                      <a:pt x="2252842" y="406602"/>
                      <a:pt x="2543809" y="170813"/>
                      <a:pt x="2862535" y="54535"/>
                    </a:cubicBezTo>
                    <a:cubicBezTo>
                      <a:pt x="3249326" y="-133877"/>
                      <a:pt x="3570669" y="220379"/>
                      <a:pt x="3931966" y="295675"/>
                    </a:cubicBezTo>
                    <a:cubicBezTo>
                      <a:pt x="4078784" y="309173"/>
                      <a:pt x="4227134" y="307430"/>
                      <a:pt x="4373478" y="329501"/>
                    </a:cubicBezTo>
                    <a:cubicBezTo>
                      <a:pt x="4744347" y="369078"/>
                      <a:pt x="5149547" y="489258"/>
                      <a:pt x="5478794" y="249886"/>
                    </a:cubicBezTo>
                    <a:cubicBezTo>
                      <a:pt x="5662925" y="146370"/>
                      <a:pt x="5853332" y="12805"/>
                      <a:pt x="6074628" y="32778"/>
                    </a:cubicBezTo>
                    <a:cubicBezTo>
                      <a:pt x="7385180" y="14731"/>
                      <a:pt x="8695870" y="39648"/>
                      <a:pt x="10006713" y="3153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1" name="Freeform: Shape 950">
                <a:extLst>
                  <a:ext uri="{FF2B5EF4-FFF2-40B4-BE49-F238E27FC236}">
                    <a16:creationId xmlns:a16="http://schemas.microsoft.com/office/drawing/2014/main" id="{529980F7-BE24-1482-6D6A-309F2C291540}"/>
                  </a:ext>
                </a:extLst>
              </p:cNvPr>
              <p:cNvSpPr/>
              <p:nvPr/>
            </p:nvSpPr>
            <p:spPr>
              <a:xfrm>
                <a:off x="423092" y="6108709"/>
                <a:ext cx="9753670" cy="516609"/>
              </a:xfrm>
              <a:custGeom>
                <a:avLst/>
                <a:gdLst>
                  <a:gd name="connsiteX0" fmla="*/ 0 w 9753670"/>
                  <a:gd name="connsiteY0" fmla="*/ 516610 h 516609"/>
                  <a:gd name="connsiteX1" fmla="*/ 2069099 w 9753670"/>
                  <a:gd name="connsiteY1" fmla="*/ 472776 h 516609"/>
                  <a:gd name="connsiteX2" fmla="*/ 2992026 w 9753670"/>
                  <a:gd name="connsiteY2" fmla="*/ 157439 h 516609"/>
                  <a:gd name="connsiteX3" fmla="*/ 3738742 w 9753670"/>
                  <a:gd name="connsiteY3" fmla="*/ 391497 h 516609"/>
                  <a:gd name="connsiteX4" fmla="*/ 4697273 w 9753670"/>
                  <a:gd name="connsiteY4" fmla="*/ 454505 h 516609"/>
                  <a:gd name="connsiteX5" fmla="*/ 5649038 w 9753670"/>
                  <a:gd name="connsiteY5" fmla="*/ 187186 h 516609"/>
                  <a:gd name="connsiteX6" fmla="*/ 6094031 w 9753670"/>
                  <a:gd name="connsiteY6" fmla="*/ 129304 h 516609"/>
                  <a:gd name="connsiteX7" fmla="*/ 6683887 w 9753670"/>
                  <a:gd name="connsiteY7" fmla="*/ 6203 h 516609"/>
                  <a:gd name="connsiteX8" fmla="*/ 7713484 w 9753670"/>
                  <a:gd name="connsiteY8" fmla="*/ 145690 h 516609"/>
                  <a:gd name="connsiteX9" fmla="*/ 9753671 w 9753670"/>
                  <a:gd name="connsiteY9" fmla="*/ 82030 h 516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3670" h="516609">
                    <a:moveTo>
                      <a:pt x="0" y="516610"/>
                    </a:moveTo>
                    <a:cubicBezTo>
                      <a:pt x="689195" y="503905"/>
                      <a:pt x="1381601" y="507078"/>
                      <a:pt x="2069099" y="472776"/>
                    </a:cubicBezTo>
                    <a:cubicBezTo>
                      <a:pt x="2390385" y="410568"/>
                      <a:pt x="2665150" y="198164"/>
                      <a:pt x="2992026" y="157439"/>
                    </a:cubicBezTo>
                    <a:cubicBezTo>
                      <a:pt x="3261534" y="134225"/>
                      <a:pt x="3488390" y="323088"/>
                      <a:pt x="3738742" y="391497"/>
                    </a:cubicBezTo>
                    <a:cubicBezTo>
                      <a:pt x="4052124" y="452814"/>
                      <a:pt x="4379033" y="426976"/>
                      <a:pt x="4697273" y="454505"/>
                    </a:cubicBezTo>
                    <a:cubicBezTo>
                      <a:pt x="5050883" y="524188"/>
                      <a:pt x="5340976" y="322254"/>
                      <a:pt x="5649038" y="187186"/>
                    </a:cubicBezTo>
                    <a:cubicBezTo>
                      <a:pt x="5790764" y="122406"/>
                      <a:pt x="5945886" y="160126"/>
                      <a:pt x="6094031" y="129304"/>
                    </a:cubicBezTo>
                    <a:cubicBezTo>
                      <a:pt x="6291947" y="94843"/>
                      <a:pt x="6482279" y="19205"/>
                      <a:pt x="6683887" y="6203"/>
                    </a:cubicBezTo>
                    <a:cubicBezTo>
                      <a:pt x="7037389" y="-32950"/>
                      <a:pt x="7365921" y="125247"/>
                      <a:pt x="7713484" y="145690"/>
                    </a:cubicBezTo>
                    <a:cubicBezTo>
                      <a:pt x="8394255" y="155473"/>
                      <a:pt x="9072854" y="72400"/>
                      <a:pt x="9753671" y="8203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2" name="Freeform: Shape 951">
                <a:extLst>
                  <a:ext uri="{FF2B5EF4-FFF2-40B4-BE49-F238E27FC236}">
                    <a16:creationId xmlns:a16="http://schemas.microsoft.com/office/drawing/2014/main" id="{1F2E1259-DCD7-9364-06D1-C12C6FB29789}"/>
                  </a:ext>
                </a:extLst>
              </p:cNvPr>
              <p:cNvSpPr/>
              <p:nvPr/>
            </p:nvSpPr>
            <p:spPr>
              <a:xfrm>
                <a:off x="543439" y="5426933"/>
                <a:ext cx="9512983" cy="1051850"/>
              </a:xfrm>
              <a:custGeom>
                <a:avLst/>
                <a:gdLst>
                  <a:gd name="connsiteX0" fmla="*/ 0 w 9512983"/>
                  <a:gd name="connsiteY0" fmla="*/ 1051756 h 1051850"/>
                  <a:gd name="connsiteX1" fmla="*/ 2926926 w 9512983"/>
                  <a:gd name="connsiteY1" fmla="*/ 965637 h 1051850"/>
                  <a:gd name="connsiteX2" fmla="*/ 3829119 w 9512983"/>
                  <a:gd name="connsiteY2" fmla="*/ 1027947 h 1051850"/>
                  <a:gd name="connsiteX3" fmla="*/ 4680019 w 9512983"/>
                  <a:gd name="connsiteY3" fmla="*/ 841387 h 1051850"/>
                  <a:gd name="connsiteX4" fmla="*/ 5501082 w 9512983"/>
                  <a:gd name="connsiteY4" fmla="*/ 759331 h 1051850"/>
                  <a:gd name="connsiteX5" fmla="*/ 6113124 w 9512983"/>
                  <a:gd name="connsiteY5" fmla="*/ 450635 h 1051850"/>
                  <a:gd name="connsiteX6" fmla="*/ 6690294 w 9512983"/>
                  <a:gd name="connsiteY6" fmla="*/ 65 h 1051850"/>
                  <a:gd name="connsiteX7" fmla="*/ 7395599 w 9512983"/>
                  <a:gd name="connsiteY7" fmla="*/ 648694 h 1051850"/>
                  <a:gd name="connsiteX8" fmla="*/ 9512983 w 9512983"/>
                  <a:gd name="connsiteY8" fmla="*/ 411573 h 105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12983" h="1051850">
                    <a:moveTo>
                      <a:pt x="0" y="1051756"/>
                    </a:moveTo>
                    <a:cubicBezTo>
                      <a:pt x="977076" y="1049110"/>
                      <a:pt x="1955244" y="1069918"/>
                      <a:pt x="2926926" y="965637"/>
                    </a:cubicBezTo>
                    <a:cubicBezTo>
                      <a:pt x="3229764" y="953287"/>
                      <a:pt x="3526549" y="1041064"/>
                      <a:pt x="3829119" y="1027947"/>
                    </a:cubicBezTo>
                    <a:cubicBezTo>
                      <a:pt x="4121298" y="1011208"/>
                      <a:pt x="4392641" y="885758"/>
                      <a:pt x="4680019" y="841387"/>
                    </a:cubicBezTo>
                    <a:cubicBezTo>
                      <a:pt x="4954985" y="825733"/>
                      <a:pt x="5228059" y="799976"/>
                      <a:pt x="5501082" y="759331"/>
                    </a:cubicBezTo>
                    <a:cubicBezTo>
                      <a:pt x="5784815" y="780414"/>
                      <a:pt x="5939868" y="664468"/>
                      <a:pt x="6113124" y="450635"/>
                    </a:cubicBezTo>
                    <a:cubicBezTo>
                      <a:pt x="6280762" y="288866"/>
                      <a:pt x="6430655" y="-4999"/>
                      <a:pt x="6690294" y="65"/>
                    </a:cubicBezTo>
                    <a:cubicBezTo>
                      <a:pt x="7001201" y="109970"/>
                      <a:pt x="7145448" y="453144"/>
                      <a:pt x="7395599" y="648694"/>
                    </a:cubicBezTo>
                    <a:cubicBezTo>
                      <a:pt x="7736756" y="973014"/>
                      <a:pt x="8969195" y="366059"/>
                      <a:pt x="9512983" y="41157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3" name="Freeform: Shape 952">
                <a:extLst>
                  <a:ext uri="{FF2B5EF4-FFF2-40B4-BE49-F238E27FC236}">
                    <a16:creationId xmlns:a16="http://schemas.microsoft.com/office/drawing/2014/main" id="{3016B76D-0E69-8195-140C-A927EFB652DB}"/>
                  </a:ext>
                </a:extLst>
              </p:cNvPr>
              <p:cNvSpPr/>
              <p:nvPr/>
            </p:nvSpPr>
            <p:spPr>
              <a:xfrm>
                <a:off x="657973" y="5158229"/>
                <a:ext cx="9283903" cy="1233857"/>
              </a:xfrm>
              <a:custGeom>
                <a:avLst/>
                <a:gdLst>
                  <a:gd name="connsiteX0" fmla="*/ 0 w 9283903"/>
                  <a:gd name="connsiteY0" fmla="*/ 1228832 h 1233857"/>
                  <a:gd name="connsiteX1" fmla="*/ 3625173 w 9283903"/>
                  <a:gd name="connsiteY1" fmla="*/ 1227855 h 1233857"/>
                  <a:gd name="connsiteX2" fmla="*/ 4756743 w 9283903"/>
                  <a:gd name="connsiteY2" fmla="*/ 944014 h 1233857"/>
                  <a:gd name="connsiteX3" fmla="*/ 6234677 w 9283903"/>
                  <a:gd name="connsiteY3" fmla="*/ 184301 h 1233857"/>
                  <a:gd name="connsiteX4" fmla="*/ 6858349 w 9283903"/>
                  <a:gd name="connsiteY4" fmla="*/ 303665 h 1233857"/>
                  <a:gd name="connsiteX5" fmla="*/ 7374962 w 9283903"/>
                  <a:gd name="connsiteY5" fmla="*/ 934121 h 1233857"/>
                  <a:gd name="connsiteX6" fmla="*/ 9283903 w 9283903"/>
                  <a:gd name="connsiteY6" fmla="*/ 512022 h 123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903" h="1233857">
                    <a:moveTo>
                      <a:pt x="0" y="1228832"/>
                    </a:moveTo>
                    <a:cubicBezTo>
                      <a:pt x="1208483" y="1221031"/>
                      <a:pt x="2416919" y="1244240"/>
                      <a:pt x="3625173" y="1227855"/>
                    </a:cubicBezTo>
                    <a:cubicBezTo>
                      <a:pt x="4031384" y="1270729"/>
                      <a:pt x="4354544" y="925074"/>
                      <a:pt x="4756743" y="944014"/>
                    </a:cubicBezTo>
                    <a:cubicBezTo>
                      <a:pt x="5845588" y="957970"/>
                      <a:pt x="5615256" y="1085700"/>
                      <a:pt x="6234677" y="184301"/>
                    </a:cubicBezTo>
                    <a:cubicBezTo>
                      <a:pt x="6461259" y="-155330"/>
                      <a:pt x="6690339" y="28002"/>
                      <a:pt x="6858349" y="303665"/>
                    </a:cubicBezTo>
                    <a:cubicBezTo>
                      <a:pt x="7018820" y="516640"/>
                      <a:pt x="7122125" y="815026"/>
                      <a:pt x="7374962" y="934121"/>
                    </a:cubicBezTo>
                    <a:cubicBezTo>
                      <a:pt x="8038714" y="978978"/>
                      <a:pt x="8621409" y="506662"/>
                      <a:pt x="9283903" y="5120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4" name="Freeform: Shape 953">
                <a:extLst>
                  <a:ext uri="{FF2B5EF4-FFF2-40B4-BE49-F238E27FC236}">
                    <a16:creationId xmlns:a16="http://schemas.microsoft.com/office/drawing/2014/main" id="{B1CA598F-5933-9E3F-B73A-98EAD9EDDC6E}"/>
                  </a:ext>
                </a:extLst>
              </p:cNvPr>
              <p:cNvSpPr/>
              <p:nvPr/>
            </p:nvSpPr>
            <p:spPr>
              <a:xfrm>
                <a:off x="767078" y="4999794"/>
                <a:ext cx="9065692" cy="1389049"/>
              </a:xfrm>
              <a:custGeom>
                <a:avLst/>
                <a:gdLst>
                  <a:gd name="connsiteX0" fmla="*/ 0 w 9065692"/>
                  <a:gd name="connsiteY0" fmla="*/ 1321681 h 1389049"/>
                  <a:gd name="connsiteX1" fmla="*/ 2186868 w 9065692"/>
                  <a:gd name="connsiteY1" fmla="*/ 1341792 h 1389049"/>
                  <a:gd name="connsiteX2" fmla="*/ 3268837 w 9065692"/>
                  <a:gd name="connsiteY2" fmla="*/ 1350564 h 1389049"/>
                  <a:gd name="connsiteX3" fmla="*/ 3818100 w 9065692"/>
                  <a:gd name="connsiteY3" fmla="*/ 1287848 h 1389049"/>
                  <a:gd name="connsiteX4" fmla="*/ 4513593 w 9065692"/>
                  <a:gd name="connsiteY4" fmla="*/ 979444 h 1389049"/>
                  <a:gd name="connsiteX5" fmla="*/ 6066764 w 9065692"/>
                  <a:gd name="connsiteY5" fmla="*/ 252216 h 1389049"/>
                  <a:gd name="connsiteX6" fmla="*/ 6663501 w 9065692"/>
                  <a:gd name="connsiteY6" fmla="*/ 237968 h 1389049"/>
                  <a:gd name="connsiteX7" fmla="*/ 7164827 w 9065692"/>
                  <a:gd name="connsiteY7" fmla="*/ 922368 h 1389049"/>
                  <a:gd name="connsiteX8" fmla="*/ 9065693 w 9065692"/>
                  <a:gd name="connsiteY8" fmla="*/ 481405 h 13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5692" h="1389049">
                    <a:moveTo>
                      <a:pt x="0" y="1321681"/>
                    </a:moveTo>
                    <a:cubicBezTo>
                      <a:pt x="728560" y="1333860"/>
                      <a:pt x="1459742" y="1294660"/>
                      <a:pt x="2186868" y="1341792"/>
                    </a:cubicBezTo>
                    <a:cubicBezTo>
                      <a:pt x="2546473" y="1385232"/>
                      <a:pt x="2909901" y="1417767"/>
                      <a:pt x="3268837" y="1350564"/>
                    </a:cubicBezTo>
                    <a:cubicBezTo>
                      <a:pt x="3450369" y="1311874"/>
                      <a:pt x="3641232" y="1345501"/>
                      <a:pt x="3818100" y="1287848"/>
                    </a:cubicBezTo>
                    <a:cubicBezTo>
                      <a:pt x="4059045" y="1206787"/>
                      <a:pt x="4261184" y="1028810"/>
                      <a:pt x="4513593" y="979444"/>
                    </a:cubicBezTo>
                    <a:cubicBezTo>
                      <a:pt x="5649032" y="979936"/>
                      <a:pt x="5407105" y="1359405"/>
                      <a:pt x="6066764" y="252216"/>
                    </a:cubicBezTo>
                    <a:cubicBezTo>
                      <a:pt x="6259017" y="-69910"/>
                      <a:pt x="6459613" y="-92953"/>
                      <a:pt x="6663501" y="237968"/>
                    </a:cubicBezTo>
                    <a:cubicBezTo>
                      <a:pt x="6829654" y="463340"/>
                      <a:pt x="6927786" y="759508"/>
                      <a:pt x="7164827" y="922368"/>
                    </a:cubicBezTo>
                    <a:cubicBezTo>
                      <a:pt x="7822681" y="1027598"/>
                      <a:pt x="8405102" y="466368"/>
                      <a:pt x="9065693" y="48140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5" name="Freeform: Shape 954">
                <a:extLst>
                  <a:ext uri="{FF2B5EF4-FFF2-40B4-BE49-F238E27FC236}">
                    <a16:creationId xmlns:a16="http://schemas.microsoft.com/office/drawing/2014/main" id="{918B0D87-C314-197F-8C15-F7942A1C4FDA}"/>
                  </a:ext>
                </a:extLst>
              </p:cNvPr>
              <p:cNvSpPr/>
              <p:nvPr/>
            </p:nvSpPr>
            <p:spPr>
              <a:xfrm>
                <a:off x="871131" y="4807203"/>
                <a:ext cx="8857604" cy="1601308"/>
              </a:xfrm>
              <a:custGeom>
                <a:avLst/>
                <a:gdLst>
                  <a:gd name="connsiteX0" fmla="*/ 0 w 8857604"/>
                  <a:gd name="connsiteY0" fmla="*/ 1451715 h 1601308"/>
                  <a:gd name="connsiteX1" fmla="*/ 2123757 w 8857604"/>
                  <a:gd name="connsiteY1" fmla="*/ 1496601 h 1601308"/>
                  <a:gd name="connsiteX2" fmla="*/ 3571447 w 8857604"/>
                  <a:gd name="connsiteY2" fmla="*/ 1450081 h 1601308"/>
                  <a:gd name="connsiteX3" fmla="*/ 4378965 w 8857604"/>
                  <a:gd name="connsiteY3" fmla="*/ 1034772 h 1601308"/>
                  <a:gd name="connsiteX4" fmla="*/ 4932171 w 8857604"/>
                  <a:gd name="connsiteY4" fmla="*/ 1100112 h 1601308"/>
                  <a:gd name="connsiteX5" fmla="*/ 5391909 w 8857604"/>
                  <a:gd name="connsiteY5" fmla="*/ 1147832 h 1601308"/>
                  <a:gd name="connsiteX6" fmla="*/ 5849051 w 8857604"/>
                  <a:gd name="connsiteY6" fmla="*/ 453334 h 1601308"/>
                  <a:gd name="connsiteX7" fmla="*/ 6457053 w 8857604"/>
                  <a:gd name="connsiteY7" fmla="*/ 143763 h 1601308"/>
                  <a:gd name="connsiteX8" fmla="*/ 6965014 w 8857604"/>
                  <a:gd name="connsiteY8" fmla="*/ 906105 h 1601308"/>
                  <a:gd name="connsiteX9" fmla="*/ 8857604 w 8857604"/>
                  <a:gd name="connsiteY9" fmla="*/ 442595 h 16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7604" h="1601308">
                    <a:moveTo>
                      <a:pt x="0" y="1451715"/>
                    </a:moveTo>
                    <a:cubicBezTo>
                      <a:pt x="706157" y="1477033"/>
                      <a:pt x="1424007" y="1394275"/>
                      <a:pt x="2123757" y="1496601"/>
                    </a:cubicBezTo>
                    <a:cubicBezTo>
                      <a:pt x="2928600" y="1712994"/>
                      <a:pt x="2862861" y="1541350"/>
                      <a:pt x="3571447" y="1450081"/>
                    </a:cubicBezTo>
                    <a:cubicBezTo>
                      <a:pt x="3880216" y="1405973"/>
                      <a:pt x="4089551" y="1130298"/>
                      <a:pt x="4378965" y="1034772"/>
                    </a:cubicBezTo>
                    <a:cubicBezTo>
                      <a:pt x="4562599" y="975222"/>
                      <a:pt x="4754326" y="1052471"/>
                      <a:pt x="4932171" y="1100112"/>
                    </a:cubicBezTo>
                    <a:cubicBezTo>
                      <a:pt x="5077669" y="1130904"/>
                      <a:pt x="5249016" y="1217767"/>
                      <a:pt x="5391909" y="1147832"/>
                    </a:cubicBezTo>
                    <a:cubicBezTo>
                      <a:pt x="5607912" y="970193"/>
                      <a:pt x="5707342" y="688169"/>
                      <a:pt x="5849051" y="453334"/>
                    </a:cubicBezTo>
                    <a:cubicBezTo>
                      <a:pt x="5974987" y="226997"/>
                      <a:pt x="6205770" y="-234164"/>
                      <a:pt x="6457053" y="143763"/>
                    </a:cubicBezTo>
                    <a:cubicBezTo>
                      <a:pt x="6645699" y="383199"/>
                      <a:pt x="6737648" y="697656"/>
                      <a:pt x="6965014" y="906105"/>
                    </a:cubicBezTo>
                    <a:cubicBezTo>
                      <a:pt x="7476049" y="1120148"/>
                      <a:pt x="8272046" y="408151"/>
                      <a:pt x="8857604" y="44259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6" name="Freeform: Shape 955">
                <a:extLst>
                  <a:ext uri="{FF2B5EF4-FFF2-40B4-BE49-F238E27FC236}">
                    <a16:creationId xmlns:a16="http://schemas.microsoft.com/office/drawing/2014/main" id="{3CEC6F53-4D23-603A-E7D9-49BA1C11044B}"/>
                  </a:ext>
                </a:extLst>
              </p:cNvPr>
              <p:cNvSpPr/>
              <p:nvPr/>
            </p:nvSpPr>
            <p:spPr>
              <a:xfrm>
                <a:off x="970509" y="4664311"/>
                <a:ext cx="8658836" cy="1735519"/>
              </a:xfrm>
              <a:custGeom>
                <a:avLst/>
                <a:gdLst>
                  <a:gd name="connsiteX0" fmla="*/ 0 w 8658836"/>
                  <a:gd name="connsiteY0" fmla="*/ 1534863 h 1735519"/>
                  <a:gd name="connsiteX1" fmla="*/ 1212952 w 8658836"/>
                  <a:gd name="connsiteY1" fmla="*/ 1534863 h 1735519"/>
                  <a:gd name="connsiteX2" fmla="*/ 2000187 w 8658836"/>
                  <a:gd name="connsiteY2" fmla="*/ 1574966 h 1735519"/>
                  <a:gd name="connsiteX3" fmla="*/ 3189210 w 8658836"/>
                  <a:gd name="connsiteY3" fmla="*/ 1598208 h 1735519"/>
                  <a:gd name="connsiteX4" fmla="*/ 3526464 w 8658836"/>
                  <a:gd name="connsiteY4" fmla="*/ 1527628 h 1735519"/>
                  <a:gd name="connsiteX5" fmla="*/ 4181123 w 8658836"/>
                  <a:gd name="connsiteY5" fmla="*/ 1112113 h 1735519"/>
                  <a:gd name="connsiteX6" fmla="*/ 5032132 w 8658836"/>
                  <a:gd name="connsiteY6" fmla="*/ 1232460 h 1735519"/>
                  <a:gd name="connsiteX7" fmla="*/ 5638099 w 8658836"/>
                  <a:gd name="connsiteY7" fmla="*/ 659737 h 1735519"/>
                  <a:gd name="connsiteX8" fmla="*/ 6286266 w 8658836"/>
                  <a:gd name="connsiteY8" fmla="*/ 95564 h 1735519"/>
                  <a:gd name="connsiteX9" fmla="*/ 6805228 w 8658836"/>
                  <a:gd name="connsiteY9" fmla="*/ 905653 h 1735519"/>
                  <a:gd name="connsiteX10" fmla="*/ 8658836 w 8658836"/>
                  <a:gd name="connsiteY10" fmla="*/ 414843 h 173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58836" h="1735519">
                    <a:moveTo>
                      <a:pt x="0" y="1534863"/>
                    </a:moveTo>
                    <a:cubicBezTo>
                      <a:pt x="404336" y="1534863"/>
                      <a:pt x="808644" y="1534863"/>
                      <a:pt x="1212952" y="1534863"/>
                    </a:cubicBezTo>
                    <a:cubicBezTo>
                      <a:pt x="1475133" y="1543962"/>
                      <a:pt x="1743852" y="1506220"/>
                      <a:pt x="2000187" y="1574966"/>
                    </a:cubicBezTo>
                    <a:cubicBezTo>
                      <a:pt x="2461216" y="1717200"/>
                      <a:pt x="2728107" y="1839953"/>
                      <a:pt x="3189210" y="1598208"/>
                    </a:cubicBezTo>
                    <a:cubicBezTo>
                      <a:pt x="3296612" y="1551528"/>
                      <a:pt x="3411352" y="1537606"/>
                      <a:pt x="3526464" y="1527628"/>
                    </a:cubicBezTo>
                    <a:cubicBezTo>
                      <a:pt x="3781930" y="1460305"/>
                      <a:pt x="3956660" y="1238866"/>
                      <a:pt x="4181123" y="1112113"/>
                    </a:cubicBezTo>
                    <a:cubicBezTo>
                      <a:pt x="4459003" y="921164"/>
                      <a:pt x="4757452" y="1156405"/>
                      <a:pt x="5032132" y="1232460"/>
                    </a:cubicBezTo>
                    <a:cubicBezTo>
                      <a:pt x="5381119" y="1365168"/>
                      <a:pt x="5494201" y="883930"/>
                      <a:pt x="5638099" y="659737"/>
                    </a:cubicBezTo>
                    <a:cubicBezTo>
                      <a:pt x="5770213" y="462741"/>
                      <a:pt x="5984902" y="-256429"/>
                      <a:pt x="6286266" y="95564"/>
                    </a:cubicBezTo>
                    <a:cubicBezTo>
                      <a:pt x="6494120" y="340828"/>
                      <a:pt x="6574016" y="678974"/>
                      <a:pt x="6805228" y="905653"/>
                    </a:cubicBezTo>
                    <a:cubicBezTo>
                      <a:pt x="7296209" y="1138208"/>
                      <a:pt x="8088588" y="378319"/>
                      <a:pt x="8658836" y="4148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7" name="Freeform: Shape 956">
                <a:extLst>
                  <a:ext uri="{FF2B5EF4-FFF2-40B4-BE49-F238E27FC236}">
                    <a16:creationId xmlns:a16="http://schemas.microsoft.com/office/drawing/2014/main" id="{E0520804-63B3-ECEE-FE43-71B8EEA5446A}"/>
                  </a:ext>
                </a:extLst>
              </p:cNvPr>
              <p:cNvSpPr/>
              <p:nvPr/>
            </p:nvSpPr>
            <p:spPr>
              <a:xfrm>
                <a:off x="1065898" y="4632338"/>
                <a:ext cx="8468378" cy="1725281"/>
              </a:xfrm>
              <a:custGeom>
                <a:avLst/>
                <a:gdLst>
                  <a:gd name="connsiteX0" fmla="*/ 0 w 8468378"/>
                  <a:gd name="connsiteY0" fmla="*/ 1533980 h 1725281"/>
                  <a:gd name="connsiteX1" fmla="*/ 1850248 w 8468378"/>
                  <a:gd name="connsiteY1" fmla="*/ 1504554 h 1725281"/>
                  <a:gd name="connsiteX2" fmla="*/ 2806980 w 8468378"/>
                  <a:gd name="connsiteY2" fmla="*/ 1698767 h 1725281"/>
                  <a:gd name="connsiteX3" fmla="*/ 3484550 w 8468378"/>
                  <a:gd name="connsiteY3" fmla="*/ 1492689 h 1725281"/>
                  <a:gd name="connsiteX4" fmla="*/ 3981092 w 8468378"/>
                  <a:gd name="connsiteY4" fmla="*/ 1163700 h 1725281"/>
                  <a:gd name="connsiteX5" fmla="*/ 5087042 w 8468378"/>
                  <a:gd name="connsiteY5" fmla="*/ 1212078 h 1725281"/>
                  <a:gd name="connsiteX6" fmla="*/ 5453293 w 8468378"/>
                  <a:gd name="connsiteY6" fmla="*/ 748431 h 1725281"/>
                  <a:gd name="connsiteX7" fmla="*/ 6132230 w 8468378"/>
                  <a:gd name="connsiteY7" fmla="*/ 80022 h 1725281"/>
                  <a:gd name="connsiteX8" fmla="*/ 6677949 w 8468378"/>
                  <a:gd name="connsiteY8" fmla="*/ 873606 h 1725281"/>
                  <a:gd name="connsiteX9" fmla="*/ 8468378 w 8468378"/>
                  <a:gd name="connsiteY9" fmla="*/ 349061 h 172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68378" h="1725281">
                    <a:moveTo>
                      <a:pt x="0" y="1533980"/>
                    </a:moveTo>
                    <a:cubicBezTo>
                      <a:pt x="616671" y="1566476"/>
                      <a:pt x="1235172" y="1439243"/>
                      <a:pt x="1850248" y="1504554"/>
                    </a:cubicBezTo>
                    <a:cubicBezTo>
                      <a:pt x="2167757" y="1567527"/>
                      <a:pt x="2472812" y="1803706"/>
                      <a:pt x="2806980" y="1698767"/>
                    </a:cubicBezTo>
                    <a:cubicBezTo>
                      <a:pt x="3031013" y="1615139"/>
                      <a:pt x="3242291" y="1507006"/>
                      <a:pt x="3484550" y="1492689"/>
                    </a:cubicBezTo>
                    <a:cubicBezTo>
                      <a:pt x="3674579" y="1426619"/>
                      <a:pt x="3819255" y="1277377"/>
                      <a:pt x="3981092" y="1163700"/>
                    </a:cubicBezTo>
                    <a:cubicBezTo>
                      <a:pt x="4316683" y="841231"/>
                      <a:pt x="4712629" y="1189395"/>
                      <a:pt x="5087042" y="1212078"/>
                    </a:cubicBezTo>
                    <a:cubicBezTo>
                      <a:pt x="5275951" y="1138405"/>
                      <a:pt x="5351989" y="910354"/>
                      <a:pt x="5453293" y="748431"/>
                    </a:cubicBezTo>
                    <a:cubicBezTo>
                      <a:pt x="5586104" y="565562"/>
                      <a:pt x="5845165" y="-256461"/>
                      <a:pt x="6132230" y="80022"/>
                    </a:cubicBezTo>
                    <a:cubicBezTo>
                      <a:pt x="6351320" y="316154"/>
                      <a:pt x="6431804" y="661089"/>
                      <a:pt x="6677949" y="873606"/>
                    </a:cubicBezTo>
                    <a:cubicBezTo>
                      <a:pt x="7238436" y="1059418"/>
                      <a:pt x="7869807" y="314679"/>
                      <a:pt x="8468378" y="34906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8" name="Freeform: Shape 957">
                <a:extLst>
                  <a:ext uri="{FF2B5EF4-FFF2-40B4-BE49-F238E27FC236}">
                    <a16:creationId xmlns:a16="http://schemas.microsoft.com/office/drawing/2014/main" id="{0544D550-38C8-3DF4-B414-7E9CCF9D26E2}"/>
                  </a:ext>
                </a:extLst>
              </p:cNvPr>
              <p:cNvSpPr/>
              <p:nvPr/>
            </p:nvSpPr>
            <p:spPr>
              <a:xfrm>
                <a:off x="1158144" y="4684939"/>
                <a:ext cx="8285127" cy="1620903"/>
              </a:xfrm>
              <a:custGeom>
                <a:avLst/>
                <a:gdLst>
                  <a:gd name="connsiteX0" fmla="*/ 0 w 8285127"/>
                  <a:gd name="connsiteY0" fmla="*/ 1521682 h 1620903"/>
                  <a:gd name="connsiteX1" fmla="*/ 1752562 w 8285127"/>
                  <a:gd name="connsiteY1" fmla="*/ 1317657 h 1620903"/>
                  <a:gd name="connsiteX2" fmla="*/ 2970006 w 8285127"/>
                  <a:gd name="connsiteY2" fmla="*/ 1503983 h 1620903"/>
                  <a:gd name="connsiteX3" fmla="*/ 3511930 w 8285127"/>
                  <a:gd name="connsiteY3" fmla="*/ 1343500 h 1620903"/>
                  <a:gd name="connsiteX4" fmla="*/ 4207366 w 8285127"/>
                  <a:gd name="connsiteY4" fmla="*/ 949051 h 1620903"/>
                  <a:gd name="connsiteX5" fmla="*/ 4801177 w 8285127"/>
                  <a:gd name="connsiteY5" fmla="*/ 1011944 h 1620903"/>
                  <a:gd name="connsiteX6" fmla="*/ 5195210 w 8285127"/>
                  <a:gd name="connsiteY6" fmla="*/ 839248 h 1620903"/>
                  <a:gd name="connsiteX7" fmla="*/ 5928890 w 8285127"/>
                  <a:gd name="connsiteY7" fmla="*/ 21757 h 1620903"/>
                  <a:gd name="connsiteX8" fmla="*/ 6506917 w 8285127"/>
                  <a:gd name="connsiteY8" fmla="*/ 695973 h 1620903"/>
                  <a:gd name="connsiteX9" fmla="*/ 8285127 w 8285127"/>
                  <a:gd name="connsiteY9" fmla="*/ 108700 h 16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5127" h="1620903">
                    <a:moveTo>
                      <a:pt x="0" y="1521682"/>
                    </a:moveTo>
                    <a:cubicBezTo>
                      <a:pt x="593103" y="1549074"/>
                      <a:pt x="1158093" y="1253837"/>
                      <a:pt x="1752562" y="1317657"/>
                    </a:cubicBezTo>
                    <a:cubicBezTo>
                      <a:pt x="2207727" y="1436500"/>
                      <a:pt x="2475447" y="1808112"/>
                      <a:pt x="2970006" y="1503983"/>
                    </a:cubicBezTo>
                    <a:cubicBezTo>
                      <a:pt x="3137438" y="1397198"/>
                      <a:pt x="3340366" y="1429122"/>
                      <a:pt x="3511930" y="1343500"/>
                    </a:cubicBezTo>
                    <a:cubicBezTo>
                      <a:pt x="3749297" y="1225633"/>
                      <a:pt x="3932966" y="981146"/>
                      <a:pt x="4207366" y="949051"/>
                    </a:cubicBezTo>
                    <a:cubicBezTo>
                      <a:pt x="4406065" y="960829"/>
                      <a:pt x="4603187" y="991907"/>
                      <a:pt x="4801177" y="1011944"/>
                    </a:cubicBezTo>
                    <a:cubicBezTo>
                      <a:pt x="4976136" y="1058533"/>
                      <a:pt x="5102106" y="990924"/>
                      <a:pt x="5195210" y="839248"/>
                    </a:cubicBezTo>
                    <a:cubicBezTo>
                      <a:pt x="5366528" y="667358"/>
                      <a:pt x="5646712" y="-142057"/>
                      <a:pt x="5928890" y="21757"/>
                    </a:cubicBezTo>
                    <a:cubicBezTo>
                      <a:pt x="6177218" y="191556"/>
                      <a:pt x="6272036" y="511356"/>
                      <a:pt x="6506917" y="695973"/>
                    </a:cubicBezTo>
                    <a:cubicBezTo>
                      <a:pt x="7056997" y="934134"/>
                      <a:pt x="7692030" y="72404"/>
                      <a:pt x="8285127" y="10870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9" name="Freeform: Shape 958">
                <a:extLst>
                  <a:ext uri="{FF2B5EF4-FFF2-40B4-BE49-F238E27FC236}">
                    <a16:creationId xmlns:a16="http://schemas.microsoft.com/office/drawing/2014/main" id="{E0FD3AC8-C1E4-77A5-B221-C906BDFB4AE1}"/>
                  </a:ext>
                </a:extLst>
              </p:cNvPr>
              <p:cNvSpPr/>
              <p:nvPr/>
            </p:nvSpPr>
            <p:spPr>
              <a:xfrm>
                <a:off x="1247081" y="4551874"/>
                <a:ext cx="8109024" cy="1737305"/>
              </a:xfrm>
              <a:custGeom>
                <a:avLst/>
                <a:gdLst>
                  <a:gd name="connsiteX0" fmla="*/ 0 w 8109024"/>
                  <a:gd name="connsiteY0" fmla="*/ 1737306 h 1737305"/>
                  <a:gd name="connsiteX1" fmla="*/ 1451096 w 8109024"/>
                  <a:gd name="connsiteY1" fmla="*/ 1300749 h 1737305"/>
                  <a:gd name="connsiteX2" fmla="*/ 2812163 w 8109024"/>
                  <a:gd name="connsiteY2" fmla="*/ 1634185 h 1737305"/>
                  <a:gd name="connsiteX3" fmla="*/ 3146593 w 8109024"/>
                  <a:gd name="connsiteY3" fmla="*/ 1494270 h 1737305"/>
                  <a:gd name="connsiteX4" fmla="*/ 3452512 w 8109024"/>
                  <a:gd name="connsiteY4" fmla="*/ 1424392 h 1737305"/>
                  <a:gd name="connsiteX5" fmla="*/ 4336514 w 8109024"/>
                  <a:gd name="connsiteY5" fmla="*/ 1067565 h 1737305"/>
                  <a:gd name="connsiteX6" fmla="*/ 4908545 w 8109024"/>
                  <a:gd name="connsiteY6" fmla="*/ 989412 h 1737305"/>
                  <a:gd name="connsiteX7" fmla="*/ 5623692 w 8109024"/>
                  <a:gd name="connsiteY7" fmla="*/ 240919 h 1737305"/>
                  <a:gd name="connsiteX8" fmla="*/ 6292529 w 8109024"/>
                  <a:gd name="connsiteY8" fmla="*/ 667252 h 1737305"/>
                  <a:gd name="connsiteX9" fmla="*/ 8109025 w 8109024"/>
                  <a:gd name="connsiteY9" fmla="*/ 340 h 173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9024" h="1737305">
                    <a:moveTo>
                      <a:pt x="0" y="1737306"/>
                    </a:moveTo>
                    <a:cubicBezTo>
                      <a:pt x="517688" y="1732339"/>
                      <a:pt x="948273" y="1377815"/>
                      <a:pt x="1451096" y="1300749"/>
                    </a:cubicBezTo>
                    <a:cubicBezTo>
                      <a:pt x="1964754" y="1164811"/>
                      <a:pt x="2298573" y="1958551"/>
                      <a:pt x="2812163" y="1634185"/>
                    </a:cubicBezTo>
                    <a:cubicBezTo>
                      <a:pt x="2921691" y="1583606"/>
                      <a:pt x="3028190" y="1521793"/>
                      <a:pt x="3146593" y="1494270"/>
                    </a:cubicBezTo>
                    <a:cubicBezTo>
                      <a:pt x="3250864" y="1478394"/>
                      <a:pt x="3358420" y="1480988"/>
                      <a:pt x="3452512" y="1424392"/>
                    </a:cubicBezTo>
                    <a:cubicBezTo>
                      <a:pt x="3775100" y="1236226"/>
                      <a:pt x="3934669" y="1058061"/>
                      <a:pt x="4336514" y="1067565"/>
                    </a:cubicBezTo>
                    <a:cubicBezTo>
                      <a:pt x="4526217" y="1031915"/>
                      <a:pt x="4716601" y="1001871"/>
                      <a:pt x="4908545" y="989412"/>
                    </a:cubicBezTo>
                    <a:cubicBezTo>
                      <a:pt x="5224590" y="831981"/>
                      <a:pt x="5321563" y="418495"/>
                      <a:pt x="5623692" y="240919"/>
                    </a:cubicBezTo>
                    <a:cubicBezTo>
                      <a:pt x="5913054" y="162109"/>
                      <a:pt x="6078337" y="535156"/>
                      <a:pt x="6292529" y="667252"/>
                    </a:cubicBezTo>
                    <a:cubicBezTo>
                      <a:pt x="6876151" y="1005197"/>
                      <a:pt x="7494571" y="-21377"/>
                      <a:pt x="8109025" y="34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0" name="Freeform: Shape 959">
                <a:extLst>
                  <a:ext uri="{FF2B5EF4-FFF2-40B4-BE49-F238E27FC236}">
                    <a16:creationId xmlns:a16="http://schemas.microsoft.com/office/drawing/2014/main" id="{FED9F9AE-BCB2-2B9A-131B-DEFD1A4C7A7E}"/>
                  </a:ext>
                </a:extLst>
              </p:cNvPr>
              <p:cNvSpPr/>
              <p:nvPr/>
            </p:nvSpPr>
            <p:spPr>
              <a:xfrm>
                <a:off x="1332469" y="4305378"/>
                <a:ext cx="7940095" cy="2073939"/>
              </a:xfrm>
              <a:custGeom>
                <a:avLst/>
                <a:gdLst>
                  <a:gd name="connsiteX0" fmla="*/ 0 w 7940095"/>
                  <a:gd name="connsiteY0" fmla="*/ 2073939 h 2073939"/>
                  <a:gd name="connsiteX1" fmla="*/ 1764061 w 7940095"/>
                  <a:gd name="connsiteY1" fmla="*/ 1437357 h 2073939"/>
                  <a:gd name="connsiteX2" fmla="*/ 2460079 w 7940095"/>
                  <a:gd name="connsiteY2" fmla="*/ 1918348 h 2073939"/>
                  <a:gd name="connsiteX3" fmla="*/ 3048570 w 7940095"/>
                  <a:gd name="connsiteY3" fmla="*/ 1699881 h 2073939"/>
                  <a:gd name="connsiteX4" fmla="*/ 3824581 w 7940095"/>
                  <a:gd name="connsiteY4" fmla="*/ 1385905 h 2073939"/>
                  <a:gd name="connsiteX5" fmla="*/ 4145673 w 7940095"/>
                  <a:gd name="connsiteY5" fmla="*/ 1316319 h 2073939"/>
                  <a:gd name="connsiteX6" fmla="*/ 4562005 w 7940095"/>
                  <a:gd name="connsiteY6" fmla="*/ 1129239 h 2073939"/>
                  <a:gd name="connsiteX7" fmla="*/ 5097615 w 7940095"/>
                  <a:gd name="connsiteY7" fmla="*/ 886620 h 2073939"/>
                  <a:gd name="connsiteX8" fmla="*/ 7151551 w 7940095"/>
                  <a:gd name="connsiteY8" fmla="*/ 422533 h 2073939"/>
                  <a:gd name="connsiteX9" fmla="*/ 7940096 w 7940095"/>
                  <a:gd name="connsiteY9" fmla="*/ 0 h 207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0095" h="2073939">
                    <a:moveTo>
                      <a:pt x="0" y="2073939"/>
                    </a:moveTo>
                    <a:cubicBezTo>
                      <a:pt x="593846" y="2071882"/>
                      <a:pt x="1196127" y="1174038"/>
                      <a:pt x="1764061" y="1437357"/>
                    </a:cubicBezTo>
                    <a:cubicBezTo>
                      <a:pt x="2008491" y="1575568"/>
                      <a:pt x="2172923" y="1862410"/>
                      <a:pt x="2460079" y="1918348"/>
                    </a:cubicBezTo>
                    <a:cubicBezTo>
                      <a:pt x="2677175" y="1924887"/>
                      <a:pt x="2848288" y="1758643"/>
                      <a:pt x="3048570" y="1699881"/>
                    </a:cubicBezTo>
                    <a:cubicBezTo>
                      <a:pt x="3344247" y="1691652"/>
                      <a:pt x="3571932" y="1518276"/>
                      <a:pt x="3824581" y="1385905"/>
                    </a:cubicBezTo>
                    <a:cubicBezTo>
                      <a:pt x="3924942" y="1331686"/>
                      <a:pt x="4039614" y="1347448"/>
                      <a:pt x="4145673" y="1316319"/>
                    </a:cubicBezTo>
                    <a:cubicBezTo>
                      <a:pt x="4292011" y="1272308"/>
                      <a:pt x="4421256" y="1186948"/>
                      <a:pt x="4562005" y="1129239"/>
                    </a:cubicBezTo>
                    <a:cubicBezTo>
                      <a:pt x="4784724" y="1053920"/>
                      <a:pt x="4922296" y="1091074"/>
                      <a:pt x="5097615" y="886620"/>
                    </a:cubicBezTo>
                    <a:cubicBezTo>
                      <a:pt x="5942360" y="-54481"/>
                      <a:pt x="5901647" y="1559023"/>
                      <a:pt x="7151551" y="422533"/>
                    </a:cubicBezTo>
                    <a:cubicBezTo>
                      <a:pt x="7387049" y="243247"/>
                      <a:pt x="7630005" y="16596"/>
                      <a:pt x="7940096"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1" name="Freeform: Shape 960">
                <a:extLst>
                  <a:ext uri="{FF2B5EF4-FFF2-40B4-BE49-F238E27FC236}">
                    <a16:creationId xmlns:a16="http://schemas.microsoft.com/office/drawing/2014/main" id="{EA398064-B741-DB7A-02A6-B79DE4A1C1D8}"/>
                  </a:ext>
                </a:extLst>
              </p:cNvPr>
              <p:cNvSpPr/>
              <p:nvPr/>
            </p:nvSpPr>
            <p:spPr>
              <a:xfrm>
                <a:off x="1414085" y="4101375"/>
                <a:ext cx="7778309" cy="2341006"/>
              </a:xfrm>
              <a:custGeom>
                <a:avLst/>
                <a:gdLst>
                  <a:gd name="connsiteX0" fmla="*/ 0 w 7778309"/>
                  <a:gd name="connsiteY0" fmla="*/ 2341007 h 2341006"/>
                  <a:gd name="connsiteX1" fmla="*/ 1578866 w 7778309"/>
                  <a:gd name="connsiteY1" fmla="*/ 1450987 h 2341006"/>
                  <a:gd name="connsiteX2" fmla="*/ 2250178 w 7778309"/>
                  <a:gd name="connsiteY2" fmla="*/ 2011748 h 2341006"/>
                  <a:gd name="connsiteX3" fmla="*/ 2938556 w 7778309"/>
                  <a:gd name="connsiteY3" fmla="*/ 1873652 h 2341006"/>
                  <a:gd name="connsiteX4" fmla="*/ 3285874 w 7778309"/>
                  <a:gd name="connsiteY4" fmla="*/ 1802231 h 2341006"/>
                  <a:gd name="connsiteX5" fmla="*/ 3753424 w 7778309"/>
                  <a:gd name="connsiteY5" fmla="*/ 1575768 h 2341006"/>
                  <a:gd name="connsiteX6" fmla="*/ 4461478 w 7778309"/>
                  <a:gd name="connsiteY6" fmla="*/ 1224079 h 2341006"/>
                  <a:gd name="connsiteX7" fmla="*/ 4909460 w 7778309"/>
                  <a:gd name="connsiteY7" fmla="*/ 1080112 h 2341006"/>
                  <a:gd name="connsiteX8" fmla="*/ 6192614 w 7778309"/>
                  <a:gd name="connsiteY8" fmla="*/ 943249 h 2341006"/>
                  <a:gd name="connsiteX9" fmla="*/ 7778309 w 7778309"/>
                  <a:gd name="connsiteY9" fmla="*/ 0 h 234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78309" h="2341006">
                    <a:moveTo>
                      <a:pt x="0" y="2341007"/>
                    </a:moveTo>
                    <a:cubicBezTo>
                      <a:pt x="625844" y="2264694"/>
                      <a:pt x="945261" y="1491592"/>
                      <a:pt x="1578866" y="1450987"/>
                    </a:cubicBezTo>
                    <a:cubicBezTo>
                      <a:pt x="1867599" y="1537398"/>
                      <a:pt x="2009491" y="1849168"/>
                      <a:pt x="2250178" y="2011748"/>
                    </a:cubicBezTo>
                    <a:cubicBezTo>
                      <a:pt x="2477093" y="2196069"/>
                      <a:pt x="2722780" y="1958707"/>
                      <a:pt x="2938556" y="1873652"/>
                    </a:cubicBezTo>
                    <a:cubicBezTo>
                      <a:pt x="3048398" y="1819679"/>
                      <a:pt x="3174214" y="1849619"/>
                      <a:pt x="3285874" y="1802231"/>
                    </a:cubicBezTo>
                    <a:cubicBezTo>
                      <a:pt x="3449111" y="1742909"/>
                      <a:pt x="3591112" y="1637205"/>
                      <a:pt x="3753424" y="1575768"/>
                    </a:cubicBezTo>
                    <a:cubicBezTo>
                      <a:pt x="4114274" y="1520927"/>
                      <a:pt x="4179088" y="1434957"/>
                      <a:pt x="4461478" y="1224079"/>
                    </a:cubicBezTo>
                    <a:cubicBezTo>
                      <a:pt x="4592694" y="1114294"/>
                      <a:pt x="4770259" y="1170889"/>
                      <a:pt x="4909460" y="1080112"/>
                    </a:cubicBezTo>
                    <a:cubicBezTo>
                      <a:pt x="5437223" y="689086"/>
                      <a:pt x="5632590" y="922104"/>
                      <a:pt x="6192614" y="943249"/>
                    </a:cubicBezTo>
                    <a:cubicBezTo>
                      <a:pt x="6843656" y="892454"/>
                      <a:pt x="7136589" y="75661"/>
                      <a:pt x="7778309" y="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2" name="Freeform: Shape 961">
                <a:extLst>
                  <a:ext uri="{FF2B5EF4-FFF2-40B4-BE49-F238E27FC236}">
                    <a16:creationId xmlns:a16="http://schemas.microsoft.com/office/drawing/2014/main" id="{F5580237-C5F0-B588-27EC-955D2A9F6950}"/>
                  </a:ext>
                </a:extLst>
              </p:cNvPr>
              <p:cNvSpPr/>
              <p:nvPr/>
            </p:nvSpPr>
            <p:spPr>
              <a:xfrm>
                <a:off x="8919737" y="4033092"/>
                <a:ext cx="3022697" cy="3495574"/>
              </a:xfrm>
              <a:custGeom>
                <a:avLst/>
                <a:gdLst>
                  <a:gd name="connsiteX0" fmla="*/ 0 w 3022697"/>
                  <a:gd name="connsiteY0" fmla="*/ 0 h 3495574"/>
                  <a:gd name="connsiteX1" fmla="*/ 366183 w 3022697"/>
                  <a:gd name="connsiteY1" fmla="*/ 913697 h 3495574"/>
                  <a:gd name="connsiteX2" fmla="*/ 516767 w 3022697"/>
                  <a:gd name="connsiteY2" fmla="*/ 1112733 h 3495574"/>
                  <a:gd name="connsiteX3" fmla="*/ 710923 w 3022697"/>
                  <a:gd name="connsiteY3" fmla="*/ 1536101 h 3495574"/>
                  <a:gd name="connsiteX4" fmla="*/ 860902 w 3022697"/>
                  <a:gd name="connsiteY4" fmla="*/ 1750533 h 3495574"/>
                  <a:gd name="connsiteX5" fmla="*/ 1005857 w 3022697"/>
                  <a:gd name="connsiteY5" fmla="*/ 2155629 h 3495574"/>
                  <a:gd name="connsiteX6" fmla="*/ 1677604 w 3022697"/>
                  <a:gd name="connsiteY6" fmla="*/ 2643308 h 3495574"/>
                  <a:gd name="connsiteX7" fmla="*/ 3022698 w 3022697"/>
                  <a:gd name="connsiteY7" fmla="*/ 3495574 h 34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697" h="3495574">
                    <a:moveTo>
                      <a:pt x="0" y="0"/>
                    </a:moveTo>
                    <a:cubicBezTo>
                      <a:pt x="189578" y="267559"/>
                      <a:pt x="214667" y="623718"/>
                      <a:pt x="366183" y="913697"/>
                    </a:cubicBezTo>
                    <a:cubicBezTo>
                      <a:pt x="396272" y="997536"/>
                      <a:pt x="469505" y="1042370"/>
                      <a:pt x="516767" y="1112733"/>
                    </a:cubicBezTo>
                    <a:cubicBezTo>
                      <a:pt x="594377" y="1247019"/>
                      <a:pt x="641675" y="1397512"/>
                      <a:pt x="710923" y="1536101"/>
                    </a:cubicBezTo>
                    <a:cubicBezTo>
                      <a:pt x="742019" y="1623511"/>
                      <a:pt x="814668" y="1675289"/>
                      <a:pt x="860902" y="1750533"/>
                    </a:cubicBezTo>
                    <a:cubicBezTo>
                      <a:pt x="919989" y="1880092"/>
                      <a:pt x="951319" y="2024064"/>
                      <a:pt x="1005857" y="2155629"/>
                    </a:cubicBezTo>
                    <a:cubicBezTo>
                      <a:pt x="1067962" y="2324965"/>
                      <a:pt x="1512715" y="2511154"/>
                      <a:pt x="1677604" y="2643308"/>
                    </a:cubicBezTo>
                    <a:cubicBezTo>
                      <a:pt x="2125980" y="2927378"/>
                      <a:pt x="2574196" y="3211390"/>
                      <a:pt x="3022698" y="349557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3" name="Freeform: Shape 962">
                <a:extLst>
                  <a:ext uri="{FF2B5EF4-FFF2-40B4-BE49-F238E27FC236}">
                    <a16:creationId xmlns:a16="http://schemas.microsoft.com/office/drawing/2014/main" id="{3F2D1A54-AB0D-05CE-2382-A5C3A5081644}"/>
                  </a:ext>
                </a:extLst>
              </p:cNvPr>
              <p:cNvSpPr/>
              <p:nvPr/>
            </p:nvSpPr>
            <p:spPr>
              <a:xfrm>
                <a:off x="8724073" y="4149090"/>
                <a:ext cx="2859317" cy="3379582"/>
              </a:xfrm>
              <a:custGeom>
                <a:avLst/>
                <a:gdLst>
                  <a:gd name="connsiteX0" fmla="*/ 0 w 2859317"/>
                  <a:gd name="connsiteY0" fmla="*/ 0 h 3379582"/>
                  <a:gd name="connsiteX1" fmla="*/ 349838 w 2859317"/>
                  <a:gd name="connsiteY1" fmla="*/ 873755 h 3379582"/>
                  <a:gd name="connsiteX2" fmla="*/ 486192 w 2859317"/>
                  <a:gd name="connsiteY2" fmla="*/ 1056252 h 3379582"/>
                  <a:gd name="connsiteX3" fmla="*/ 664837 w 2859317"/>
                  <a:gd name="connsiteY3" fmla="*/ 1457788 h 3379582"/>
                  <a:gd name="connsiteX4" fmla="*/ 812724 w 2859317"/>
                  <a:gd name="connsiteY4" fmla="*/ 1679381 h 3379582"/>
                  <a:gd name="connsiteX5" fmla="*/ 956273 w 2859317"/>
                  <a:gd name="connsiteY5" fmla="*/ 2057543 h 3379582"/>
                  <a:gd name="connsiteX6" fmla="*/ 1171752 w 2859317"/>
                  <a:gd name="connsiteY6" fmla="*/ 2249173 h 3379582"/>
                  <a:gd name="connsiteX7" fmla="*/ 1586826 w 2859317"/>
                  <a:gd name="connsiteY7" fmla="*/ 2527208 h 3379582"/>
                  <a:gd name="connsiteX8" fmla="*/ 2859317 w 2859317"/>
                  <a:gd name="connsiteY8" fmla="*/ 3379583 h 337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9317" h="3379582">
                    <a:moveTo>
                      <a:pt x="0" y="0"/>
                    </a:moveTo>
                    <a:cubicBezTo>
                      <a:pt x="178977" y="257569"/>
                      <a:pt x="204494" y="596520"/>
                      <a:pt x="349838" y="873755"/>
                    </a:cubicBezTo>
                    <a:cubicBezTo>
                      <a:pt x="378019" y="949524"/>
                      <a:pt x="443570" y="991724"/>
                      <a:pt x="486192" y="1056252"/>
                    </a:cubicBezTo>
                    <a:cubicBezTo>
                      <a:pt x="558509" y="1183428"/>
                      <a:pt x="602395" y="1325686"/>
                      <a:pt x="664837" y="1457788"/>
                    </a:cubicBezTo>
                    <a:cubicBezTo>
                      <a:pt x="695773" y="1546262"/>
                      <a:pt x="761398" y="1605784"/>
                      <a:pt x="812724" y="1679381"/>
                    </a:cubicBezTo>
                    <a:cubicBezTo>
                      <a:pt x="870743" y="1800025"/>
                      <a:pt x="901472" y="1935368"/>
                      <a:pt x="956273" y="2057543"/>
                    </a:cubicBezTo>
                    <a:cubicBezTo>
                      <a:pt x="990678" y="2156378"/>
                      <a:pt x="1094914" y="2190011"/>
                      <a:pt x="1171752" y="2249173"/>
                    </a:cubicBezTo>
                    <a:cubicBezTo>
                      <a:pt x="1310095" y="2341836"/>
                      <a:pt x="1448427" y="2434499"/>
                      <a:pt x="1586826" y="2527208"/>
                    </a:cubicBezTo>
                    <a:cubicBezTo>
                      <a:pt x="2010988" y="2811329"/>
                      <a:pt x="2435007" y="3095364"/>
                      <a:pt x="2859317" y="3379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4" name="Freeform: Shape 963">
                <a:extLst>
                  <a:ext uri="{FF2B5EF4-FFF2-40B4-BE49-F238E27FC236}">
                    <a16:creationId xmlns:a16="http://schemas.microsoft.com/office/drawing/2014/main" id="{90012103-2A3D-63C8-8C42-5087F3252448}"/>
                  </a:ext>
                </a:extLst>
              </p:cNvPr>
              <p:cNvSpPr/>
              <p:nvPr/>
            </p:nvSpPr>
            <p:spPr>
              <a:xfrm>
                <a:off x="8528408" y="4311813"/>
                <a:ext cx="2695925" cy="3216859"/>
              </a:xfrm>
              <a:custGeom>
                <a:avLst/>
                <a:gdLst>
                  <a:gd name="connsiteX0" fmla="*/ 0 w 2695925"/>
                  <a:gd name="connsiteY0" fmla="*/ 0 h 3216859"/>
                  <a:gd name="connsiteX1" fmla="*/ 323469 w 2695925"/>
                  <a:gd name="connsiteY1" fmla="*/ 796894 h 3216859"/>
                  <a:gd name="connsiteX2" fmla="*/ 459006 w 2695925"/>
                  <a:gd name="connsiteY2" fmla="*/ 983580 h 3216859"/>
                  <a:gd name="connsiteX3" fmla="*/ 624158 w 2695925"/>
                  <a:gd name="connsiteY3" fmla="*/ 1363976 h 3216859"/>
                  <a:gd name="connsiteX4" fmla="*/ 771279 w 2695925"/>
                  <a:gd name="connsiteY4" fmla="*/ 1589736 h 3216859"/>
                  <a:gd name="connsiteX5" fmla="*/ 899192 w 2695925"/>
                  <a:gd name="connsiteY5" fmla="*/ 1899774 h 3216859"/>
                  <a:gd name="connsiteX6" fmla="*/ 1490220 w 2695925"/>
                  <a:gd name="connsiteY6" fmla="*/ 2360318 h 3216859"/>
                  <a:gd name="connsiteX7" fmla="*/ 2695926 w 2695925"/>
                  <a:gd name="connsiteY7" fmla="*/ 3216859 h 32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5925" h="3216859">
                    <a:moveTo>
                      <a:pt x="0" y="0"/>
                    </a:moveTo>
                    <a:cubicBezTo>
                      <a:pt x="165358" y="234092"/>
                      <a:pt x="192099" y="543136"/>
                      <a:pt x="323469" y="796894"/>
                    </a:cubicBezTo>
                    <a:cubicBezTo>
                      <a:pt x="351261" y="873806"/>
                      <a:pt x="416189" y="918097"/>
                      <a:pt x="459006" y="983580"/>
                    </a:cubicBezTo>
                    <a:cubicBezTo>
                      <a:pt x="525826" y="1104298"/>
                      <a:pt x="566917" y="1238595"/>
                      <a:pt x="624158" y="1363976"/>
                    </a:cubicBezTo>
                    <a:cubicBezTo>
                      <a:pt x="654534" y="1453639"/>
                      <a:pt x="718627" y="1515692"/>
                      <a:pt x="771279" y="1589736"/>
                    </a:cubicBezTo>
                    <a:cubicBezTo>
                      <a:pt x="821205" y="1688788"/>
                      <a:pt x="851250" y="1799688"/>
                      <a:pt x="899192" y="1899774"/>
                    </a:cubicBezTo>
                    <a:cubicBezTo>
                      <a:pt x="1041490" y="2097930"/>
                      <a:pt x="1303111" y="2201504"/>
                      <a:pt x="1490220" y="2360318"/>
                    </a:cubicBezTo>
                    <a:cubicBezTo>
                      <a:pt x="1892134" y="2645811"/>
                      <a:pt x="2293876" y="2931229"/>
                      <a:pt x="2695926" y="32168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5" name="Freeform: Shape 964">
                <a:extLst>
                  <a:ext uri="{FF2B5EF4-FFF2-40B4-BE49-F238E27FC236}">
                    <a16:creationId xmlns:a16="http://schemas.microsoft.com/office/drawing/2014/main" id="{F43336D5-B0EC-1041-1322-5B6318C6BF5A}"/>
                  </a:ext>
                </a:extLst>
              </p:cNvPr>
              <p:cNvSpPr/>
              <p:nvPr/>
            </p:nvSpPr>
            <p:spPr>
              <a:xfrm>
                <a:off x="8332744" y="4496630"/>
                <a:ext cx="2532538" cy="3032036"/>
              </a:xfrm>
              <a:custGeom>
                <a:avLst/>
                <a:gdLst>
                  <a:gd name="connsiteX0" fmla="*/ 0 w 2532538"/>
                  <a:gd name="connsiteY0" fmla="*/ 0 h 3032036"/>
                  <a:gd name="connsiteX1" fmla="*/ 311564 w 2532538"/>
                  <a:gd name="connsiteY1" fmla="*/ 740973 h 3032036"/>
                  <a:gd name="connsiteX2" fmla="*/ 601401 w 2532538"/>
                  <a:gd name="connsiteY2" fmla="*/ 1297339 h 3032036"/>
                  <a:gd name="connsiteX3" fmla="*/ 820314 w 2532538"/>
                  <a:gd name="connsiteY3" fmla="*/ 1679313 h 3032036"/>
                  <a:gd name="connsiteX4" fmla="*/ 1408021 w 2532538"/>
                  <a:gd name="connsiteY4" fmla="*/ 2181633 h 3032036"/>
                  <a:gd name="connsiteX5" fmla="*/ 2532539 w 2532538"/>
                  <a:gd name="connsiteY5" fmla="*/ 3032036 h 30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2538" h="3032036">
                    <a:moveTo>
                      <a:pt x="0" y="0"/>
                    </a:moveTo>
                    <a:cubicBezTo>
                      <a:pt x="157859" y="216467"/>
                      <a:pt x="182549" y="506869"/>
                      <a:pt x="311564" y="740973"/>
                    </a:cubicBezTo>
                    <a:cubicBezTo>
                      <a:pt x="450730" y="903707"/>
                      <a:pt x="521728" y="1099315"/>
                      <a:pt x="601401" y="1297339"/>
                    </a:cubicBezTo>
                    <a:cubicBezTo>
                      <a:pt x="671192" y="1428641"/>
                      <a:pt x="775554" y="1532203"/>
                      <a:pt x="820314" y="1679313"/>
                    </a:cubicBezTo>
                    <a:cubicBezTo>
                      <a:pt x="945724" y="1901534"/>
                      <a:pt x="1221272" y="2010617"/>
                      <a:pt x="1408021" y="2181633"/>
                    </a:cubicBezTo>
                    <a:cubicBezTo>
                      <a:pt x="1782874" y="2465079"/>
                      <a:pt x="2157544" y="2748435"/>
                      <a:pt x="2532539" y="303203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6" name="Freeform: Shape 965">
                <a:extLst>
                  <a:ext uri="{FF2B5EF4-FFF2-40B4-BE49-F238E27FC236}">
                    <a16:creationId xmlns:a16="http://schemas.microsoft.com/office/drawing/2014/main" id="{5AEAEC1A-BDBD-99F6-53C0-E3590EA7A436}"/>
                  </a:ext>
                </a:extLst>
              </p:cNvPr>
              <p:cNvSpPr/>
              <p:nvPr/>
            </p:nvSpPr>
            <p:spPr>
              <a:xfrm>
                <a:off x="8137079" y="4678921"/>
                <a:ext cx="2369147" cy="2849745"/>
              </a:xfrm>
              <a:custGeom>
                <a:avLst/>
                <a:gdLst>
                  <a:gd name="connsiteX0" fmla="*/ 0 w 2369147"/>
                  <a:gd name="connsiteY0" fmla="*/ 0 h 2849745"/>
                  <a:gd name="connsiteX1" fmla="*/ 373607 w 2369147"/>
                  <a:gd name="connsiteY1" fmla="*/ 773600 h 2849745"/>
                  <a:gd name="connsiteX2" fmla="*/ 673090 w 2369147"/>
                  <a:gd name="connsiteY2" fmla="*/ 1356147 h 2849745"/>
                  <a:gd name="connsiteX3" fmla="*/ 1285812 w 2369147"/>
                  <a:gd name="connsiteY3" fmla="*/ 1973927 h 2849745"/>
                  <a:gd name="connsiteX4" fmla="*/ 2369148 w 2369147"/>
                  <a:gd name="connsiteY4" fmla="*/ 2849745 h 284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9147" h="2849745">
                    <a:moveTo>
                      <a:pt x="0" y="0"/>
                    </a:moveTo>
                    <a:cubicBezTo>
                      <a:pt x="178103" y="224337"/>
                      <a:pt x="167432" y="567105"/>
                      <a:pt x="373607" y="773600"/>
                    </a:cubicBezTo>
                    <a:cubicBezTo>
                      <a:pt x="503812" y="949067"/>
                      <a:pt x="508629" y="1204305"/>
                      <a:pt x="673090" y="1356147"/>
                    </a:cubicBezTo>
                    <a:cubicBezTo>
                      <a:pt x="795631" y="1634902"/>
                      <a:pt x="1061699" y="1783006"/>
                      <a:pt x="1285812" y="1973927"/>
                    </a:cubicBezTo>
                    <a:cubicBezTo>
                      <a:pt x="1646915" y="2265866"/>
                      <a:pt x="2007857" y="2557668"/>
                      <a:pt x="2369148" y="284974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7" name="Freeform: Shape 966">
                <a:extLst>
                  <a:ext uri="{FF2B5EF4-FFF2-40B4-BE49-F238E27FC236}">
                    <a16:creationId xmlns:a16="http://schemas.microsoft.com/office/drawing/2014/main" id="{464281CE-33D5-3C09-6B8E-A1E750232222}"/>
                  </a:ext>
                </a:extLst>
              </p:cNvPr>
              <p:cNvSpPr/>
              <p:nvPr/>
            </p:nvSpPr>
            <p:spPr>
              <a:xfrm>
                <a:off x="7941415" y="4834044"/>
                <a:ext cx="2205761" cy="2694634"/>
              </a:xfrm>
              <a:custGeom>
                <a:avLst/>
                <a:gdLst>
                  <a:gd name="connsiteX0" fmla="*/ 0 w 2205761"/>
                  <a:gd name="connsiteY0" fmla="*/ 0 h 2694634"/>
                  <a:gd name="connsiteX1" fmla="*/ 273268 w 2205761"/>
                  <a:gd name="connsiteY1" fmla="*/ 611442 h 2694634"/>
                  <a:gd name="connsiteX2" fmla="*/ 591165 w 2205761"/>
                  <a:gd name="connsiteY2" fmla="*/ 1231565 h 2694634"/>
                  <a:gd name="connsiteX3" fmla="*/ 1170329 w 2205761"/>
                  <a:gd name="connsiteY3" fmla="*/ 1795516 h 2694634"/>
                  <a:gd name="connsiteX4" fmla="*/ 2205761 w 2205761"/>
                  <a:gd name="connsiteY4" fmla="*/ 2694634 h 269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61" h="2694634">
                    <a:moveTo>
                      <a:pt x="0" y="0"/>
                    </a:moveTo>
                    <a:cubicBezTo>
                      <a:pt x="136365" y="176817"/>
                      <a:pt x="160820" y="419230"/>
                      <a:pt x="273268" y="611442"/>
                    </a:cubicBezTo>
                    <a:cubicBezTo>
                      <a:pt x="439597" y="784635"/>
                      <a:pt x="459583" y="1037096"/>
                      <a:pt x="591165" y="1231565"/>
                    </a:cubicBezTo>
                    <a:cubicBezTo>
                      <a:pt x="755443" y="1447324"/>
                      <a:pt x="962108" y="1619951"/>
                      <a:pt x="1170329" y="1795516"/>
                    </a:cubicBezTo>
                    <a:cubicBezTo>
                      <a:pt x="1515464" y="2095234"/>
                      <a:pt x="1860427" y="2394768"/>
                      <a:pt x="2205761" y="26946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8" name="Freeform: Shape 967">
                <a:extLst>
                  <a:ext uri="{FF2B5EF4-FFF2-40B4-BE49-F238E27FC236}">
                    <a16:creationId xmlns:a16="http://schemas.microsoft.com/office/drawing/2014/main" id="{62390A3C-9DB1-CEBF-0CA8-4F40744670FD}"/>
                  </a:ext>
                </a:extLst>
              </p:cNvPr>
              <p:cNvSpPr/>
              <p:nvPr/>
            </p:nvSpPr>
            <p:spPr>
              <a:xfrm>
                <a:off x="7745745" y="4937365"/>
                <a:ext cx="2042369" cy="2591301"/>
              </a:xfrm>
              <a:custGeom>
                <a:avLst/>
                <a:gdLst>
                  <a:gd name="connsiteX0" fmla="*/ 0 w 2042369"/>
                  <a:gd name="connsiteY0" fmla="*/ 0 h 2591301"/>
                  <a:gd name="connsiteX1" fmla="*/ 244814 w 2042369"/>
                  <a:gd name="connsiteY1" fmla="*/ 553040 h 2591301"/>
                  <a:gd name="connsiteX2" fmla="*/ 530317 w 2042369"/>
                  <a:gd name="connsiteY2" fmla="*/ 1149526 h 2591301"/>
                  <a:gd name="connsiteX3" fmla="*/ 2042370 w 2042369"/>
                  <a:gd name="connsiteY3" fmla="*/ 2591301 h 2591301"/>
                </a:gdLst>
                <a:ahLst/>
                <a:cxnLst>
                  <a:cxn ang="0">
                    <a:pos x="connsiteX0" y="connsiteY0"/>
                  </a:cxn>
                  <a:cxn ang="0">
                    <a:pos x="connsiteX1" y="connsiteY1"/>
                  </a:cxn>
                  <a:cxn ang="0">
                    <a:pos x="connsiteX2" y="connsiteY2"/>
                  </a:cxn>
                  <a:cxn ang="0">
                    <a:pos x="connsiteX3" y="connsiteY3"/>
                  </a:cxn>
                </a:cxnLst>
                <a:rect l="l" t="t" r="r" b="b"/>
                <a:pathLst>
                  <a:path w="2042369" h="2591301">
                    <a:moveTo>
                      <a:pt x="0" y="0"/>
                    </a:moveTo>
                    <a:cubicBezTo>
                      <a:pt x="120649" y="161591"/>
                      <a:pt x="148081" y="377041"/>
                      <a:pt x="244814" y="553040"/>
                    </a:cubicBezTo>
                    <a:cubicBezTo>
                      <a:pt x="391820" y="725593"/>
                      <a:pt x="427334" y="952067"/>
                      <a:pt x="530317" y="1149526"/>
                    </a:cubicBezTo>
                    <a:cubicBezTo>
                      <a:pt x="1007320" y="1654464"/>
                      <a:pt x="1542450" y="2106857"/>
                      <a:pt x="2042370" y="259130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9" name="Freeform: Shape 968">
                <a:extLst>
                  <a:ext uri="{FF2B5EF4-FFF2-40B4-BE49-F238E27FC236}">
                    <a16:creationId xmlns:a16="http://schemas.microsoft.com/office/drawing/2014/main" id="{6ED93CE7-8499-791E-377D-E4EF91152AC3}"/>
                  </a:ext>
                </a:extLst>
              </p:cNvPr>
              <p:cNvSpPr/>
              <p:nvPr/>
            </p:nvSpPr>
            <p:spPr>
              <a:xfrm>
                <a:off x="7550057" y="4966478"/>
                <a:ext cx="1878994" cy="2562302"/>
              </a:xfrm>
              <a:custGeom>
                <a:avLst/>
                <a:gdLst>
                  <a:gd name="connsiteX0" fmla="*/ 0 w 1878994"/>
                  <a:gd name="connsiteY0" fmla="*/ 0 h 2562302"/>
                  <a:gd name="connsiteX1" fmla="*/ 245654 w 1878994"/>
                  <a:gd name="connsiteY1" fmla="*/ 565414 h 2562302"/>
                  <a:gd name="connsiteX2" fmla="*/ 492490 w 1878994"/>
                  <a:gd name="connsiteY2" fmla="*/ 1136233 h 2562302"/>
                  <a:gd name="connsiteX3" fmla="*/ 1878995 w 1878994"/>
                  <a:gd name="connsiteY3" fmla="*/ 2562303 h 2562302"/>
                </a:gdLst>
                <a:ahLst/>
                <a:cxnLst>
                  <a:cxn ang="0">
                    <a:pos x="connsiteX0" y="connsiteY0"/>
                  </a:cxn>
                  <a:cxn ang="0">
                    <a:pos x="connsiteX1" y="connsiteY1"/>
                  </a:cxn>
                  <a:cxn ang="0">
                    <a:pos x="connsiteX2" y="connsiteY2"/>
                  </a:cxn>
                  <a:cxn ang="0">
                    <a:pos x="connsiteX3" y="connsiteY3"/>
                  </a:cxn>
                </a:cxnLst>
                <a:rect l="l" t="t" r="r" b="b"/>
                <a:pathLst>
                  <a:path w="1878994" h="2562302">
                    <a:moveTo>
                      <a:pt x="0" y="0"/>
                    </a:moveTo>
                    <a:cubicBezTo>
                      <a:pt x="110025" y="173673"/>
                      <a:pt x="145435" y="386025"/>
                      <a:pt x="245654" y="565414"/>
                    </a:cubicBezTo>
                    <a:cubicBezTo>
                      <a:pt x="378562" y="730571"/>
                      <a:pt x="391437" y="954153"/>
                      <a:pt x="492490" y="1136233"/>
                    </a:cubicBezTo>
                    <a:cubicBezTo>
                      <a:pt x="941215" y="1622088"/>
                      <a:pt x="1420418" y="2083426"/>
                      <a:pt x="1878995" y="256230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0" name="Freeform: Shape 969">
                <a:extLst>
                  <a:ext uri="{FF2B5EF4-FFF2-40B4-BE49-F238E27FC236}">
                    <a16:creationId xmlns:a16="http://schemas.microsoft.com/office/drawing/2014/main" id="{2B4F08CD-3D0B-2A99-57A7-22864A25EB7C}"/>
                  </a:ext>
                </a:extLst>
              </p:cNvPr>
              <p:cNvSpPr/>
              <p:nvPr/>
            </p:nvSpPr>
            <p:spPr>
              <a:xfrm>
                <a:off x="7354370" y="4966729"/>
                <a:ext cx="1715625" cy="2562142"/>
              </a:xfrm>
              <a:custGeom>
                <a:avLst/>
                <a:gdLst>
                  <a:gd name="connsiteX0" fmla="*/ 0 w 1715625"/>
                  <a:gd name="connsiteY0" fmla="*/ 0 h 2562142"/>
                  <a:gd name="connsiteX1" fmla="*/ 331556 w 1715625"/>
                  <a:gd name="connsiteY1" fmla="*/ 545594 h 2562142"/>
                  <a:gd name="connsiteX2" fmla="*/ 480540 w 1715625"/>
                  <a:gd name="connsiteY2" fmla="*/ 971344 h 2562142"/>
                  <a:gd name="connsiteX3" fmla="*/ 585907 w 1715625"/>
                  <a:gd name="connsiteY3" fmla="*/ 1297334 h 2562142"/>
                  <a:gd name="connsiteX4" fmla="*/ 1057767 w 1715625"/>
                  <a:gd name="connsiteY4" fmla="*/ 1739172 h 2562142"/>
                  <a:gd name="connsiteX5" fmla="*/ 1715626 w 1715625"/>
                  <a:gd name="connsiteY5" fmla="*/ 2562143 h 256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625" h="2562142">
                    <a:moveTo>
                      <a:pt x="0" y="0"/>
                    </a:moveTo>
                    <a:cubicBezTo>
                      <a:pt x="104487" y="184886"/>
                      <a:pt x="256083" y="347118"/>
                      <a:pt x="331556" y="545594"/>
                    </a:cubicBezTo>
                    <a:cubicBezTo>
                      <a:pt x="381831" y="684594"/>
                      <a:pt x="389671" y="852187"/>
                      <a:pt x="480540" y="971344"/>
                    </a:cubicBezTo>
                    <a:cubicBezTo>
                      <a:pt x="536124" y="1068533"/>
                      <a:pt x="537970" y="1196075"/>
                      <a:pt x="585907" y="1297334"/>
                    </a:cubicBezTo>
                    <a:cubicBezTo>
                      <a:pt x="717404" y="1469630"/>
                      <a:pt x="919949" y="1571163"/>
                      <a:pt x="1057767" y="1739172"/>
                    </a:cubicBezTo>
                    <a:cubicBezTo>
                      <a:pt x="1294465" y="1998982"/>
                      <a:pt x="1474367" y="2305551"/>
                      <a:pt x="1715626" y="25621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1" name="Freeform: Shape 970">
                <a:extLst>
                  <a:ext uri="{FF2B5EF4-FFF2-40B4-BE49-F238E27FC236}">
                    <a16:creationId xmlns:a16="http://schemas.microsoft.com/office/drawing/2014/main" id="{BE295BE0-2BC1-1978-7F91-890876AD5F74}"/>
                  </a:ext>
                </a:extLst>
              </p:cNvPr>
              <p:cNvSpPr/>
              <p:nvPr/>
            </p:nvSpPr>
            <p:spPr>
              <a:xfrm>
                <a:off x="7158763" y="4965923"/>
                <a:ext cx="1552216" cy="2562645"/>
              </a:xfrm>
              <a:custGeom>
                <a:avLst/>
                <a:gdLst>
                  <a:gd name="connsiteX0" fmla="*/ 0 w 1552216"/>
                  <a:gd name="connsiteY0" fmla="*/ 0 h 2562645"/>
                  <a:gd name="connsiteX1" fmla="*/ 349009 w 1552216"/>
                  <a:gd name="connsiteY1" fmla="*/ 307096 h 2562645"/>
                  <a:gd name="connsiteX2" fmla="*/ 458754 w 1552216"/>
                  <a:gd name="connsiteY2" fmla="*/ 692692 h 2562645"/>
                  <a:gd name="connsiteX3" fmla="*/ 525294 w 1552216"/>
                  <a:gd name="connsiteY3" fmla="*/ 1242413 h 2562645"/>
                  <a:gd name="connsiteX4" fmla="*/ 960223 w 1552216"/>
                  <a:gd name="connsiteY4" fmla="*/ 1599412 h 2562645"/>
                  <a:gd name="connsiteX5" fmla="*/ 1552217 w 1552216"/>
                  <a:gd name="connsiteY5" fmla="*/ 2562646 h 256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16" h="2562645">
                    <a:moveTo>
                      <a:pt x="0" y="0"/>
                    </a:moveTo>
                    <a:cubicBezTo>
                      <a:pt x="245036" y="99144"/>
                      <a:pt x="285624" y="-61190"/>
                      <a:pt x="349009" y="307096"/>
                    </a:cubicBezTo>
                    <a:cubicBezTo>
                      <a:pt x="368086" y="443673"/>
                      <a:pt x="413863" y="564791"/>
                      <a:pt x="458754" y="692692"/>
                    </a:cubicBezTo>
                    <a:cubicBezTo>
                      <a:pt x="487667" y="870520"/>
                      <a:pt x="496239" y="1064442"/>
                      <a:pt x="525294" y="1242413"/>
                    </a:cubicBezTo>
                    <a:cubicBezTo>
                      <a:pt x="557161" y="1456879"/>
                      <a:pt x="846197" y="1442026"/>
                      <a:pt x="960223" y="1599412"/>
                    </a:cubicBezTo>
                    <a:cubicBezTo>
                      <a:pt x="1197481" y="1892934"/>
                      <a:pt x="1312644" y="2268815"/>
                      <a:pt x="1552217" y="25626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2" name="Freeform: Shape 971">
                <a:extLst>
                  <a:ext uri="{FF2B5EF4-FFF2-40B4-BE49-F238E27FC236}">
                    <a16:creationId xmlns:a16="http://schemas.microsoft.com/office/drawing/2014/main" id="{9EDA2B52-D93A-037D-28B0-20D8593E1326}"/>
                  </a:ext>
                </a:extLst>
              </p:cNvPr>
              <p:cNvSpPr/>
              <p:nvPr/>
            </p:nvSpPr>
            <p:spPr>
              <a:xfrm>
                <a:off x="6963144" y="4727698"/>
                <a:ext cx="1388807" cy="2800671"/>
              </a:xfrm>
              <a:custGeom>
                <a:avLst/>
                <a:gdLst>
                  <a:gd name="connsiteX0" fmla="*/ 0 w 1388807"/>
                  <a:gd name="connsiteY0" fmla="*/ 237677 h 2800671"/>
                  <a:gd name="connsiteX1" fmla="*/ 310022 w 1388807"/>
                  <a:gd name="connsiteY1" fmla="*/ 87630 h 2800671"/>
                  <a:gd name="connsiteX2" fmla="*/ 414674 w 1388807"/>
                  <a:gd name="connsiteY2" fmla="*/ 600539 h 2800671"/>
                  <a:gd name="connsiteX3" fmla="*/ 475196 w 1388807"/>
                  <a:gd name="connsiteY3" fmla="*/ 1483433 h 2800671"/>
                  <a:gd name="connsiteX4" fmla="*/ 639891 w 1388807"/>
                  <a:gd name="connsiteY4" fmla="*/ 1633360 h 2800671"/>
                  <a:gd name="connsiteX5" fmla="*/ 1068408 w 1388807"/>
                  <a:gd name="connsiteY5" fmla="*/ 2110128 h 2800671"/>
                  <a:gd name="connsiteX6" fmla="*/ 1388808 w 1388807"/>
                  <a:gd name="connsiteY6" fmla="*/ 2800672 h 280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807" h="2800671">
                    <a:moveTo>
                      <a:pt x="0" y="237677"/>
                    </a:moveTo>
                    <a:cubicBezTo>
                      <a:pt x="107408" y="260874"/>
                      <a:pt x="245671" y="-182701"/>
                      <a:pt x="310022" y="87630"/>
                    </a:cubicBezTo>
                    <a:cubicBezTo>
                      <a:pt x="343814" y="260600"/>
                      <a:pt x="351118" y="435250"/>
                      <a:pt x="414674" y="600539"/>
                    </a:cubicBezTo>
                    <a:cubicBezTo>
                      <a:pt x="447244" y="885701"/>
                      <a:pt x="445039" y="1197579"/>
                      <a:pt x="475196" y="1483433"/>
                    </a:cubicBezTo>
                    <a:cubicBezTo>
                      <a:pt x="471493" y="1584491"/>
                      <a:pt x="552663" y="1626976"/>
                      <a:pt x="639891" y="1633360"/>
                    </a:cubicBezTo>
                    <a:cubicBezTo>
                      <a:pt x="908313" y="1622632"/>
                      <a:pt x="984117" y="1908674"/>
                      <a:pt x="1068408" y="2110128"/>
                    </a:cubicBezTo>
                    <a:cubicBezTo>
                      <a:pt x="1163174" y="2344809"/>
                      <a:pt x="1248248" y="2588354"/>
                      <a:pt x="1388808" y="2800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3" name="Freeform: Shape 972">
                <a:extLst>
                  <a:ext uri="{FF2B5EF4-FFF2-40B4-BE49-F238E27FC236}">
                    <a16:creationId xmlns:a16="http://schemas.microsoft.com/office/drawing/2014/main" id="{A80EFF39-B136-016E-8882-A648C34D5B2E}"/>
                  </a:ext>
                </a:extLst>
              </p:cNvPr>
              <p:cNvSpPr/>
              <p:nvPr/>
            </p:nvSpPr>
            <p:spPr>
              <a:xfrm>
                <a:off x="6767445" y="4635424"/>
                <a:ext cx="1225444" cy="2893081"/>
              </a:xfrm>
              <a:custGeom>
                <a:avLst/>
                <a:gdLst>
                  <a:gd name="connsiteX0" fmla="*/ 0 w 1225444"/>
                  <a:gd name="connsiteY0" fmla="*/ 331607 h 2893081"/>
                  <a:gd name="connsiteX1" fmla="*/ 281738 w 1225444"/>
                  <a:gd name="connsiteY1" fmla="*/ 51446 h 2893081"/>
                  <a:gd name="connsiteX2" fmla="*/ 372001 w 1225444"/>
                  <a:gd name="connsiteY2" fmla="*/ 611854 h 2893081"/>
                  <a:gd name="connsiteX3" fmla="*/ 415224 w 1225444"/>
                  <a:gd name="connsiteY3" fmla="*/ 1523699 h 2893081"/>
                  <a:gd name="connsiteX4" fmla="*/ 525192 w 1225444"/>
                  <a:gd name="connsiteY4" fmla="*/ 1712483 h 2893081"/>
                  <a:gd name="connsiteX5" fmla="*/ 926219 w 1225444"/>
                  <a:gd name="connsiteY5" fmla="*/ 2108264 h 2893081"/>
                  <a:gd name="connsiteX6" fmla="*/ 1225445 w 1225444"/>
                  <a:gd name="connsiteY6" fmla="*/ 2893082 h 289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444" h="2893081">
                    <a:moveTo>
                      <a:pt x="0" y="331607"/>
                    </a:moveTo>
                    <a:cubicBezTo>
                      <a:pt x="89668" y="366823"/>
                      <a:pt x="208495" y="-163495"/>
                      <a:pt x="281738" y="51446"/>
                    </a:cubicBezTo>
                    <a:cubicBezTo>
                      <a:pt x="315679" y="239967"/>
                      <a:pt x="314451" y="427905"/>
                      <a:pt x="372001" y="611854"/>
                    </a:cubicBezTo>
                    <a:cubicBezTo>
                      <a:pt x="396141" y="905673"/>
                      <a:pt x="395055" y="1228657"/>
                      <a:pt x="415224" y="1523699"/>
                    </a:cubicBezTo>
                    <a:cubicBezTo>
                      <a:pt x="418213" y="1613328"/>
                      <a:pt x="425133" y="1702859"/>
                      <a:pt x="525192" y="1712483"/>
                    </a:cubicBezTo>
                    <a:cubicBezTo>
                      <a:pt x="784230" y="1656213"/>
                      <a:pt x="865508" y="1907633"/>
                      <a:pt x="926219" y="2108264"/>
                    </a:cubicBezTo>
                    <a:cubicBezTo>
                      <a:pt x="1016087" y="2372343"/>
                      <a:pt x="1084022" y="2650269"/>
                      <a:pt x="1225445" y="289308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4" name="Freeform: Shape 973">
                <a:extLst>
                  <a:ext uri="{FF2B5EF4-FFF2-40B4-BE49-F238E27FC236}">
                    <a16:creationId xmlns:a16="http://schemas.microsoft.com/office/drawing/2014/main" id="{EAE4D31D-708D-2A8A-743C-D46143023DB0}"/>
                  </a:ext>
                </a:extLst>
              </p:cNvPr>
              <p:cNvSpPr/>
              <p:nvPr/>
            </p:nvSpPr>
            <p:spPr>
              <a:xfrm>
                <a:off x="6571804" y="4912696"/>
                <a:ext cx="1062035" cy="2615718"/>
              </a:xfrm>
              <a:custGeom>
                <a:avLst/>
                <a:gdLst>
                  <a:gd name="connsiteX0" fmla="*/ 0 w 1062035"/>
                  <a:gd name="connsiteY0" fmla="*/ 97393 h 2615718"/>
                  <a:gd name="connsiteX1" fmla="*/ 236612 w 1062035"/>
                  <a:gd name="connsiteY1" fmla="*/ 58765 h 2615718"/>
                  <a:gd name="connsiteX2" fmla="*/ 358999 w 1062035"/>
                  <a:gd name="connsiteY2" fmla="*/ 1257446 h 2615718"/>
                  <a:gd name="connsiteX3" fmla="*/ 494096 w 1062035"/>
                  <a:gd name="connsiteY3" fmla="*/ 1465890 h 2615718"/>
                  <a:gd name="connsiteX4" fmla="*/ 1062036 w 1062035"/>
                  <a:gd name="connsiteY4" fmla="*/ 2615719 h 26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35" h="2615718">
                    <a:moveTo>
                      <a:pt x="0" y="97393"/>
                    </a:moveTo>
                    <a:cubicBezTo>
                      <a:pt x="75724" y="139678"/>
                      <a:pt x="196476" y="-108827"/>
                      <a:pt x="236612" y="58765"/>
                    </a:cubicBezTo>
                    <a:cubicBezTo>
                      <a:pt x="309793" y="453025"/>
                      <a:pt x="347323" y="854716"/>
                      <a:pt x="358999" y="1257446"/>
                    </a:cubicBezTo>
                    <a:cubicBezTo>
                      <a:pt x="356262" y="1360733"/>
                      <a:pt x="392358" y="1440600"/>
                      <a:pt x="494096" y="1465890"/>
                    </a:cubicBezTo>
                    <a:cubicBezTo>
                      <a:pt x="818331" y="1523017"/>
                      <a:pt x="869160" y="2328986"/>
                      <a:pt x="1062036" y="26157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5" name="Freeform: Shape 974">
                <a:extLst>
                  <a:ext uri="{FF2B5EF4-FFF2-40B4-BE49-F238E27FC236}">
                    <a16:creationId xmlns:a16="http://schemas.microsoft.com/office/drawing/2014/main" id="{625C740B-EDD4-3D1D-C1D3-172C670A2D73}"/>
                  </a:ext>
                </a:extLst>
              </p:cNvPr>
              <p:cNvSpPr/>
              <p:nvPr/>
            </p:nvSpPr>
            <p:spPr>
              <a:xfrm>
                <a:off x="6376065" y="5084429"/>
                <a:ext cx="898660" cy="2444311"/>
              </a:xfrm>
              <a:custGeom>
                <a:avLst/>
                <a:gdLst>
                  <a:gd name="connsiteX0" fmla="*/ 0 w 898660"/>
                  <a:gd name="connsiteY0" fmla="*/ 0 h 2444311"/>
                  <a:gd name="connsiteX1" fmla="*/ 201614 w 898660"/>
                  <a:gd name="connsiteY1" fmla="*/ 458280 h 2444311"/>
                  <a:gd name="connsiteX2" fmla="*/ 309324 w 898660"/>
                  <a:gd name="connsiteY2" fmla="*/ 1178587 h 2444311"/>
                  <a:gd name="connsiteX3" fmla="*/ 553195 w 898660"/>
                  <a:gd name="connsiteY3" fmla="*/ 1536260 h 2444311"/>
                  <a:gd name="connsiteX4" fmla="*/ 898661 w 898660"/>
                  <a:gd name="connsiteY4" fmla="*/ 2444311 h 244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660" h="2444311">
                    <a:moveTo>
                      <a:pt x="0" y="0"/>
                    </a:moveTo>
                    <a:cubicBezTo>
                      <a:pt x="63911" y="154345"/>
                      <a:pt x="178639" y="288590"/>
                      <a:pt x="201614" y="458280"/>
                    </a:cubicBezTo>
                    <a:cubicBezTo>
                      <a:pt x="264713" y="693012"/>
                      <a:pt x="288042" y="936192"/>
                      <a:pt x="309324" y="1178587"/>
                    </a:cubicBezTo>
                    <a:cubicBezTo>
                      <a:pt x="352113" y="1321600"/>
                      <a:pt x="492782" y="1401809"/>
                      <a:pt x="553195" y="1536260"/>
                    </a:cubicBezTo>
                    <a:cubicBezTo>
                      <a:pt x="694584" y="1827714"/>
                      <a:pt x="757729" y="2151932"/>
                      <a:pt x="898661" y="244431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6" name="Freeform: Shape 975">
                <a:extLst>
                  <a:ext uri="{FF2B5EF4-FFF2-40B4-BE49-F238E27FC236}">
                    <a16:creationId xmlns:a16="http://schemas.microsoft.com/office/drawing/2014/main" id="{714DCA4D-1BCA-A6AB-8290-EA29D637008C}"/>
                  </a:ext>
                </a:extLst>
              </p:cNvPr>
              <p:cNvSpPr/>
              <p:nvPr/>
            </p:nvSpPr>
            <p:spPr>
              <a:xfrm>
                <a:off x="6180366" y="5145820"/>
                <a:ext cx="735280" cy="2383074"/>
              </a:xfrm>
              <a:custGeom>
                <a:avLst/>
                <a:gdLst>
                  <a:gd name="connsiteX0" fmla="*/ 0 w 735280"/>
                  <a:gd name="connsiteY0" fmla="*/ 0 h 2383074"/>
                  <a:gd name="connsiteX1" fmla="*/ 116746 w 735280"/>
                  <a:gd name="connsiteY1" fmla="*/ 670684 h 2383074"/>
                  <a:gd name="connsiteX2" fmla="*/ 252563 w 735280"/>
                  <a:gd name="connsiteY2" fmla="*/ 1129781 h 2383074"/>
                  <a:gd name="connsiteX3" fmla="*/ 735280 w 735280"/>
                  <a:gd name="connsiteY3" fmla="*/ 2383075 h 2383074"/>
                </a:gdLst>
                <a:ahLst/>
                <a:cxnLst>
                  <a:cxn ang="0">
                    <a:pos x="connsiteX0" y="connsiteY0"/>
                  </a:cxn>
                  <a:cxn ang="0">
                    <a:pos x="connsiteX1" y="connsiteY1"/>
                  </a:cxn>
                  <a:cxn ang="0">
                    <a:pos x="connsiteX2" y="connsiteY2"/>
                  </a:cxn>
                  <a:cxn ang="0">
                    <a:pos x="connsiteX3" y="connsiteY3"/>
                  </a:cxn>
                </a:cxnLst>
                <a:rect l="l" t="t" r="r" b="b"/>
                <a:pathLst>
                  <a:path w="735280" h="2383074">
                    <a:moveTo>
                      <a:pt x="0" y="0"/>
                    </a:moveTo>
                    <a:cubicBezTo>
                      <a:pt x="47977" y="220822"/>
                      <a:pt x="63734" y="450856"/>
                      <a:pt x="116746" y="670684"/>
                    </a:cubicBezTo>
                    <a:cubicBezTo>
                      <a:pt x="170655" y="821354"/>
                      <a:pt x="221559" y="972807"/>
                      <a:pt x="252563" y="1129781"/>
                    </a:cubicBezTo>
                    <a:cubicBezTo>
                      <a:pt x="434260" y="1539295"/>
                      <a:pt x="577683" y="1963566"/>
                      <a:pt x="735280" y="238307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7" name="Freeform: Shape 976">
                <a:extLst>
                  <a:ext uri="{FF2B5EF4-FFF2-40B4-BE49-F238E27FC236}">
                    <a16:creationId xmlns:a16="http://schemas.microsoft.com/office/drawing/2014/main" id="{1903B0B9-F50B-3944-625C-035997EB7DFC}"/>
                  </a:ext>
                </a:extLst>
              </p:cNvPr>
              <p:cNvSpPr/>
              <p:nvPr/>
            </p:nvSpPr>
            <p:spPr>
              <a:xfrm>
                <a:off x="5984748" y="5173880"/>
                <a:ext cx="571865" cy="2354786"/>
              </a:xfrm>
              <a:custGeom>
                <a:avLst/>
                <a:gdLst>
                  <a:gd name="connsiteX0" fmla="*/ 0 w 571865"/>
                  <a:gd name="connsiteY0" fmla="*/ 0 h 2354786"/>
                  <a:gd name="connsiteX1" fmla="*/ 571866 w 571865"/>
                  <a:gd name="connsiteY1" fmla="*/ 2354786 h 2354786"/>
                </a:gdLst>
                <a:ahLst/>
                <a:cxnLst>
                  <a:cxn ang="0">
                    <a:pos x="connsiteX0" y="connsiteY0"/>
                  </a:cxn>
                  <a:cxn ang="0">
                    <a:pos x="connsiteX1" y="connsiteY1"/>
                  </a:cxn>
                </a:cxnLst>
                <a:rect l="l" t="t" r="r" b="b"/>
                <a:pathLst>
                  <a:path w="571865" h="2354786">
                    <a:moveTo>
                      <a:pt x="0" y="0"/>
                    </a:moveTo>
                    <a:cubicBezTo>
                      <a:pt x="46446" y="816016"/>
                      <a:pt x="350118" y="1575071"/>
                      <a:pt x="571866" y="235478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8" name="Freeform: Shape 977">
                <a:extLst>
                  <a:ext uri="{FF2B5EF4-FFF2-40B4-BE49-F238E27FC236}">
                    <a16:creationId xmlns:a16="http://schemas.microsoft.com/office/drawing/2014/main" id="{FBD202F8-106E-DDE3-3FAA-E884BBB71600}"/>
                  </a:ext>
                </a:extLst>
              </p:cNvPr>
              <p:cNvSpPr/>
              <p:nvPr/>
            </p:nvSpPr>
            <p:spPr>
              <a:xfrm>
                <a:off x="5789094" y="5309743"/>
                <a:ext cx="408439" cy="2218923"/>
              </a:xfrm>
              <a:custGeom>
                <a:avLst/>
                <a:gdLst>
                  <a:gd name="connsiteX0" fmla="*/ 0 w 408439"/>
                  <a:gd name="connsiteY0" fmla="*/ 0 h 2218923"/>
                  <a:gd name="connsiteX1" fmla="*/ 141789 w 408439"/>
                  <a:gd name="connsiteY1" fmla="*/ 1093617 h 2218923"/>
                  <a:gd name="connsiteX2" fmla="*/ 408440 w 408439"/>
                  <a:gd name="connsiteY2" fmla="*/ 2218924 h 2218923"/>
                </a:gdLst>
                <a:ahLst/>
                <a:cxnLst>
                  <a:cxn ang="0">
                    <a:pos x="connsiteX0" y="connsiteY0"/>
                  </a:cxn>
                  <a:cxn ang="0">
                    <a:pos x="connsiteX1" y="connsiteY1"/>
                  </a:cxn>
                  <a:cxn ang="0">
                    <a:pos x="connsiteX2" y="connsiteY2"/>
                  </a:cxn>
                </a:cxnLst>
                <a:rect l="l" t="t" r="r" b="b"/>
                <a:pathLst>
                  <a:path w="408439" h="2218923">
                    <a:moveTo>
                      <a:pt x="0" y="0"/>
                    </a:moveTo>
                    <a:cubicBezTo>
                      <a:pt x="47223" y="364337"/>
                      <a:pt x="97590" y="729040"/>
                      <a:pt x="141789" y="1093617"/>
                    </a:cubicBezTo>
                    <a:cubicBezTo>
                      <a:pt x="256124" y="1462480"/>
                      <a:pt x="327573" y="1840979"/>
                      <a:pt x="408440" y="221892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9" name="Freeform: Shape 978">
                <a:extLst>
                  <a:ext uri="{FF2B5EF4-FFF2-40B4-BE49-F238E27FC236}">
                    <a16:creationId xmlns:a16="http://schemas.microsoft.com/office/drawing/2014/main" id="{07E034F3-B69F-ECB7-5FC0-0AD6EE3D6D64}"/>
                  </a:ext>
                </a:extLst>
              </p:cNvPr>
              <p:cNvSpPr/>
              <p:nvPr/>
            </p:nvSpPr>
            <p:spPr>
              <a:xfrm>
                <a:off x="5593453" y="5492320"/>
                <a:ext cx="245007" cy="2036346"/>
              </a:xfrm>
              <a:custGeom>
                <a:avLst/>
                <a:gdLst>
                  <a:gd name="connsiteX0" fmla="*/ 0 w 245007"/>
                  <a:gd name="connsiteY0" fmla="*/ 0 h 2036346"/>
                  <a:gd name="connsiteX1" fmla="*/ 80279 w 245007"/>
                  <a:gd name="connsiteY1" fmla="*/ 976219 h 2036346"/>
                  <a:gd name="connsiteX2" fmla="*/ 134125 w 245007"/>
                  <a:gd name="connsiteY2" fmla="*/ 1215329 h 2036346"/>
                  <a:gd name="connsiteX3" fmla="*/ 245008 w 245007"/>
                  <a:gd name="connsiteY3" fmla="*/ 2036346 h 2036346"/>
                </a:gdLst>
                <a:ahLst/>
                <a:cxnLst>
                  <a:cxn ang="0">
                    <a:pos x="connsiteX0" y="connsiteY0"/>
                  </a:cxn>
                  <a:cxn ang="0">
                    <a:pos x="connsiteX1" y="connsiteY1"/>
                  </a:cxn>
                  <a:cxn ang="0">
                    <a:pos x="connsiteX2" y="connsiteY2"/>
                  </a:cxn>
                  <a:cxn ang="0">
                    <a:pos x="connsiteX3" y="connsiteY3"/>
                  </a:cxn>
                </a:cxnLst>
                <a:rect l="l" t="t" r="r" b="b"/>
                <a:pathLst>
                  <a:path w="245007" h="2036346">
                    <a:moveTo>
                      <a:pt x="0" y="0"/>
                    </a:moveTo>
                    <a:cubicBezTo>
                      <a:pt x="84828" y="318103"/>
                      <a:pt x="55173" y="649544"/>
                      <a:pt x="80279" y="976219"/>
                    </a:cubicBezTo>
                    <a:cubicBezTo>
                      <a:pt x="78490" y="1066385"/>
                      <a:pt x="96955" y="1137422"/>
                      <a:pt x="134125" y="1215329"/>
                    </a:cubicBezTo>
                    <a:cubicBezTo>
                      <a:pt x="184829" y="1486214"/>
                      <a:pt x="203894" y="1763140"/>
                      <a:pt x="245008" y="20363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0" name="Freeform: Shape 979">
                <a:extLst>
                  <a:ext uri="{FF2B5EF4-FFF2-40B4-BE49-F238E27FC236}">
                    <a16:creationId xmlns:a16="http://schemas.microsoft.com/office/drawing/2014/main" id="{3A94CB6E-8256-ADB9-F88C-AA76275A04DB}"/>
                  </a:ext>
                </a:extLst>
              </p:cNvPr>
              <p:cNvSpPr/>
              <p:nvPr/>
            </p:nvSpPr>
            <p:spPr>
              <a:xfrm>
                <a:off x="5397788" y="5608089"/>
                <a:ext cx="81592" cy="1920582"/>
              </a:xfrm>
              <a:custGeom>
                <a:avLst/>
                <a:gdLst>
                  <a:gd name="connsiteX0" fmla="*/ 0 w 81592"/>
                  <a:gd name="connsiteY0" fmla="*/ 0 h 1920582"/>
                  <a:gd name="connsiteX1" fmla="*/ 32387 w 81592"/>
                  <a:gd name="connsiteY1" fmla="*/ 83736 h 1920582"/>
                  <a:gd name="connsiteX2" fmla="*/ 24540 w 81592"/>
                  <a:gd name="connsiteY2" fmla="*/ 733594 h 1920582"/>
                  <a:gd name="connsiteX3" fmla="*/ 81593 w 81592"/>
                  <a:gd name="connsiteY3" fmla="*/ 1920583 h 1920582"/>
                </a:gdLst>
                <a:ahLst/>
                <a:cxnLst>
                  <a:cxn ang="0">
                    <a:pos x="connsiteX0" y="connsiteY0"/>
                  </a:cxn>
                  <a:cxn ang="0">
                    <a:pos x="connsiteX1" y="connsiteY1"/>
                  </a:cxn>
                  <a:cxn ang="0">
                    <a:pos x="connsiteX2" y="connsiteY2"/>
                  </a:cxn>
                  <a:cxn ang="0">
                    <a:pos x="connsiteX3" y="connsiteY3"/>
                  </a:cxn>
                </a:cxnLst>
                <a:rect l="l" t="t" r="r" b="b"/>
                <a:pathLst>
                  <a:path w="81592" h="1920582">
                    <a:moveTo>
                      <a:pt x="0" y="0"/>
                    </a:moveTo>
                    <a:cubicBezTo>
                      <a:pt x="406" y="57956"/>
                      <a:pt x="34170" y="-7281"/>
                      <a:pt x="32387" y="83736"/>
                    </a:cubicBezTo>
                    <a:cubicBezTo>
                      <a:pt x="27718" y="302037"/>
                      <a:pt x="16922" y="513012"/>
                      <a:pt x="24540" y="733594"/>
                    </a:cubicBezTo>
                    <a:cubicBezTo>
                      <a:pt x="30118" y="1134113"/>
                      <a:pt x="72986" y="1507703"/>
                      <a:pt x="81593" y="192058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1" name="Freeform: Shape 980">
                <a:extLst>
                  <a:ext uri="{FF2B5EF4-FFF2-40B4-BE49-F238E27FC236}">
                    <a16:creationId xmlns:a16="http://schemas.microsoft.com/office/drawing/2014/main" id="{5842D639-5016-3084-5EFF-DEA65F79B6B1}"/>
                  </a:ext>
                </a:extLst>
              </p:cNvPr>
              <p:cNvSpPr/>
              <p:nvPr/>
            </p:nvSpPr>
            <p:spPr>
              <a:xfrm>
                <a:off x="5120337" y="5638310"/>
                <a:ext cx="83133" cy="1890356"/>
              </a:xfrm>
              <a:custGeom>
                <a:avLst/>
                <a:gdLst>
                  <a:gd name="connsiteX0" fmla="*/ 81793 w 83133"/>
                  <a:gd name="connsiteY0" fmla="*/ 0 h 1890356"/>
                  <a:gd name="connsiteX1" fmla="*/ 55612 w 83133"/>
                  <a:gd name="connsiteY1" fmla="*/ 852855 h 1890356"/>
                  <a:gd name="connsiteX2" fmla="*/ 0 w 83133"/>
                  <a:gd name="connsiteY2" fmla="*/ 1890357 h 1890356"/>
                </a:gdLst>
                <a:ahLst/>
                <a:cxnLst>
                  <a:cxn ang="0">
                    <a:pos x="connsiteX0" y="connsiteY0"/>
                  </a:cxn>
                  <a:cxn ang="0">
                    <a:pos x="connsiteX1" y="connsiteY1"/>
                  </a:cxn>
                  <a:cxn ang="0">
                    <a:pos x="connsiteX2" y="connsiteY2"/>
                  </a:cxn>
                </a:cxnLst>
                <a:rect l="l" t="t" r="r" b="b"/>
                <a:pathLst>
                  <a:path w="83133" h="1890356">
                    <a:moveTo>
                      <a:pt x="81793" y="0"/>
                    </a:moveTo>
                    <a:cubicBezTo>
                      <a:pt x="91423" y="277658"/>
                      <a:pt x="45663" y="567437"/>
                      <a:pt x="55612" y="852855"/>
                    </a:cubicBezTo>
                    <a:cubicBezTo>
                      <a:pt x="37742" y="1192029"/>
                      <a:pt x="7201" y="1531609"/>
                      <a:pt x="0" y="1890357"/>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2" name="Freeform: Shape 981">
                <a:extLst>
                  <a:ext uri="{FF2B5EF4-FFF2-40B4-BE49-F238E27FC236}">
                    <a16:creationId xmlns:a16="http://schemas.microsoft.com/office/drawing/2014/main" id="{4752C864-636E-66AE-61C9-575C42845122}"/>
                  </a:ext>
                </a:extLst>
              </p:cNvPr>
              <p:cNvSpPr/>
              <p:nvPr/>
            </p:nvSpPr>
            <p:spPr>
              <a:xfrm>
                <a:off x="4761303" y="5720903"/>
                <a:ext cx="245144" cy="1807763"/>
              </a:xfrm>
              <a:custGeom>
                <a:avLst/>
                <a:gdLst>
                  <a:gd name="connsiteX0" fmla="*/ 245145 w 245144"/>
                  <a:gd name="connsiteY0" fmla="*/ 0 h 1807763"/>
                  <a:gd name="connsiteX1" fmla="*/ 158683 w 245144"/>
                  <a:gd name="connsiteY1" fmla="*/ 904833 h 1807763"/>
                  <a:gd name="connsiteX2" fmla="*/ 102887 w 245144"/>
                  <a:gd name="connsiteY2" fmla="*/ 1019081 h 1807763"/>
                  <a:gd name="connsiteX3" fmla="*/ 0 w 245144"/>
                  <a:gd name="connsiteY3" fmla="*/ 1807763 h 1807763"/>
                </a:gdLst>
                <a:ahLst/>
                <a:cxnLst>
                  <a:cxn ang="0">
                    <a:pos x="connsiteX0" y="connsiteY0"/>
                  </a:cxn>
                  <a:cxn ang="0">
                    <a:pos x="connsiteX1" y="connsiteY1"/>
                  </a:cxn>
                  <a:cxn ang="0">
                    <a:pos x="connsiteX2" y="connsiteY2"/>
                  </a:cxn>
                  <a:cxn ang="0">
                    <a:pos x="connsiteX3" y="connsiteY3"/>
                  </a:cxn>
                </a:cxnLst>
                <a:rect l="l" t="t" r="r" b="b"/>
                <a:pathLst>
                  <a:path w="245144" h="1807763">
                    <a:moveTo>
                      <a:pt x="245145" y="0"/>
                    </a:moveTo>
                    <a:cubicBezTo>
                      <a:pt x="192253" y="297060"/>
                      <a:pt x="174891" y="603750"/>
                      <a:pt x="158683" y="904833"/>
                    </a:cubicBezTo>
                    <a:cubicBezTo>
                      <a:pt x="157580" y="993827"/>
                      <a:pt x="112946" y="951033"/>
                      <a:pt x="102887" y="1019081"/>
                    </a:cubicBezTo>
                    <a:cubicBezTo>
                      <a:pt x="65305" y="1280908"/>
                      <a:pt x="33581" y="1544541"/>
                      <a:pt x="0" y="180776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3" name="Freeform: Shape 982">
                <a:extLst>
                  <a:ext uri="{FF2B5EF4-FFF2-40B4-BE49-F238E27FC236}">
                    <a16:creationId xmlns:a16="http://schemas.microsoft.com/office/drawing/2014/main" id="{44AB46D8-1159-2EDF-8E8B-FC34C5398E58}"/>
                  </a:ext>
                </a:extLst>
              </p:cNvPr>
              <p:cNvSpPr/>
              <p:nvPr/>
            </p:nvSpPr>
            <p:spPr>
              <a:xfrm>
                <a:off x="4402270" y="5817812"/>
                <a:ext cx="408496" cy="1710859"/>
              </a:xfrm>
              <a:custGeom>
                <a:avLst/>
                <a:gdLst>
                  <a:gd name="connsiteX0" fmla="*/ 408497 w 408496"/>
                  <a:gd name="connsiteY0" fmla="*/ 0 h 1710859"/>
                  <a:gd name="connsiteX1" fmla="*/ 259050 w 408496"/>
                  <a:gd name="connsiteY1" fmla="*/ 796711 h 1710859"/>
                  <a:gd name="connsiteX2" fmla="*/ 160506 w 408496"/>
                  <a:gd name="connsiteY2" fmla="*/ 959646 h 1710859"/>
                  <a:gd name="connsiteX3" fmla="*/ 0 w 408496"/>
                  <a:gd name="connsiteY3" fmla="*/ 1710860 h 1710859"/>
                </a:gdLst>
                <a:ahLst/>
                <a:cxnLst>
                  <a:cxn ang="0">
                    <a:pos x="connsiteX0" y="connsiteY0"/>
                  </a:cxn>
                  <a:cxn ang="0">
                    <a:pos x="connsiteX1" y="connsiteY1"/>
                  </a:cxn>
                  <a:cxn ang="0">
                    <a:pos x="connsiteX2" y="connsiteY2"/>
                  </a:cxn>
                  <a:cxn ang="0">
                    <a:pos x="connsiteX3" y="connsiteY3"/>
                  </a:cxn>
                </a:cxnLst>
                <a:rect l="l" t="t" r="r" b="b"/>
                <a:pathLst>
                  <a:path w="408496" h="1710859">
                    <a:moveTo>
                      <a:pt x="408497" y="0"/>
                    </a:moveTo>
                    <a:cubicBezTo>
                      <a:pt x="335425" y="260512"/>
                      <a:pt x="300792" y="530255"/>
                      <a:pt x="259050" y="796711"/>
                    </a:cubicBezTo>
                    <a:cubicBezTo>
                      <a:pt x="240750" y="869223"/>
                      <a:pt x="165809" y="868069"/>
                      <a:pt x="160506" y="959646"/>
                    </a:cubicBezTo>
                    <a:cubicBezTo>
                      <a:pt x="107116" y="1209780"/>
                      <a:pt x="52715" y="1459783"/>
                      <a:pt x="0" y="1710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4" name="Freeform: Shape 983">
                <a:extLst>
                  <a:ext uri="{FF2B5EF4-FFF2-40B4-BE49-F238E27FC236}">
                    <a16:creationId xmlns:a16="http://schemas.microsoft.com/office/drawing/2014/main" id="{49AA3F88-F8F8-EA83-6978-407272FB9DA4}"/>
                  </a:ext>
                </a:extLst>
              </p:cNvPr>
              <p:cNvSpPr/>
              <p:nvPr/>
            </p:nvSpPr>
            <p:spPr>
              <a:xfrm>
                <a:off x="4043225" y="5883180"/>
                <a:ext cx="571865" cy="1645491"/>
              </a:xfrm>
              <a:custGeom>
                <a:avLst/>
                <a:gdLst>
                  <a:gd name="connsiteX0" fmla="*/ 571866 w 571865"/>
                  <a:gd name="connsiteY0" fmla="*/ 0 h 1645491"/>
                  <a:gd name="connsiteX1" fmla="*/ 322092 w 571865"/>
                  <a:gd name="connsiteY1" fmla="*/ 768662 h 1645491"/>
                  <a:gd name="connsiteX2" fmla="*/ 0 w 571865"/>
                  <a:gd name="connsiteY2" fmla="*/ 1645492 h 1645491"/>
                </a:gdLst>
                <a:ahLst/>
                <a:cxnLst>
                  <a:cxn ang="0">
                    <a:pos x="connsiteX0" y="connsiteY0"/>
                  </a:cxn>
                  <a:cxn ang="0">
                    <a:pos x="connsiteX1" y="connsiteY1"/>
                  </a:cxn>
                  <a:cxn ang="0">
                    <a:pos x="connsiteX2" y="connsiteY2"/>
                  </a:cxn>
                </a:cxnLst>
                <a:rect l="l" t="t" r="r" b="b"/>
                <a:pathLst>
                  <a:path w="571865" h="1645491">
                    <a:moveTo>
                      <a:pt x="571866" y="0"/>
                    </a:moveTo>
                    <a:cubicBezTo>
                      <a:pt x="476277" y="248951"/>
                      <a:pt x="450142" y="538828"/>
                      <a:pt x="322092" y="768662"/>
                    </a:cubicBezTo>
                    <a:cubicBezTo>
                      <a:pt x="176296" y="840717"/>
                      <a:pt x="82170" y="1455948"/>
                      <a:pt x="0" y="164549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5" name="Freeform: Shape 984">
                <a:extLst>
                  <a:ext uri="{FF2B5EF4-FFF2-40B4-BE49-F238E27FC236}">
                    <a16:creationId xmlns:a16="http://schemas.microsoft.com/office/drawing/2014/main" id="{C089CBD2-92CF-C49B-B501-4CD2EB16355C}"/>
                  </a:ext>
                </a:extLst>
              </p:cNvPr>
              <p:cNvSpPr/>
              <p:nvPr/>
            </p:nvSpPr>
            <p:spPr>
              <a:xfrm>
                <a:off x="3684163" y="5910807"/>
                <a:ext cx="735280" cy="1617859"/>
              </a:xfrm>
              <a:custGeom>
                <a:avLst/>
                <a:gdLst>
                  <a:gd name="connsiteX0" fmla="*/ 735281 w 735280"/>
                  <a:gd name="connsiteY0" fmla="*/ 0 h 1617859"/>
                  <a:gd name="connsiteX1" fmla="*/ 326270 w 735280"/>
                  <a:gd name="connsiteY1" fmla="*/ 800295 h 1617859"/>
                  <a:gd name="connsiteX2" fmla="*/ 0 w 735280"/>
                  <a:gd name="connsiteY2" fmla="*/ 1617860 h 1617859"/>
                </a:gdLst>
                <a:ahLst/>
                <a:cxnLst>
                  <a:cxn ang="0">
                    <a:pos x="connsiteX0" y="connsiteY0"/>
                  </a:cxn>
                  <a:cxn ang="0">
                    <a:pos x="connsiteX1" y="connsiteY1"/>
                  </a:cxn>
                  <a:cxn ang="0">
                    <a:pos x="connsiteX2" y="connsiteY2"/>
                  </a:cxn>
                </a:cxnLst>
                <a:rect l="l" t="t" r="r" b="b"/>
                <a:pathLst>
                  <a:path w="735280" h="1617859">
                    <a:moveTo>
                      <a:pt x="735281" y="0"/>
                    </a:moveTo>
                    <a:cubicBezTo>
                      <a:pt x="611379" y="271949"/>
                      <a:pt x="557458" y="599681"/>
                      <a:pt x="326270" y="800295"/>
                    </a:cubicBezTo>
                    <a:cubicBezTo>
                      <a:pt x="195487" y="1061379"/>
                      <a:pt x="112048" y="1346866"/>
                      <a:pt x="0" y="16178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6" name="Freeform: Shape 985">
                <a:extLst>
                  <a:ext uri="{FF2B5EF4-FFF2-40B4-BE49-F238E27FC236}">
                    <a16:creationId xmlns:a16="http://schemas.microsoft.com/office/drawing/2014/main" id="{088BE58A-68BD-E7B4-9938-DDF93B7DFD09}"/>
                  </a:ext>
                </a:extLst>
              </p:cNvPr>
              <p:cNvSpPr/>
              <p:nvPr/>
            </p:nvSpPr>
            <p:spPr>
              <a:xfrm>
                <a:off x="3325061" y="6004207"/>
                <a:ext cx="898723" cy="1524459"/>
              </a:xfrm>
              <a:custGeom>
                <a:avLst/>
                <a:gdLst>
                  <a:gd name="connsiteX0" fmla="*/ 898724 w 898723"/>
                  <a:gd name="connsiteY0" fmla="*/ 0 h 1524459"/>
                  <a:gd name="connsiteX1" fmla="*/ 641646 w 898723"/>
                  <a:gd name="connsiteY1" fmla="*/ 422716 h 1524459"/>
                  <a:gd name="connsiteX2" fmla="*/ 552121 w 898723"/>
                  <a:gd name="connsiteY2" fmla="*/ 476711 h 1524459"/>
                  <a:gd name="connsiteX3" fmla="*/ 0 w 898723"/>
                  <a:gd name="connsiteY3" fmla="*/ 1524460 h 1524459"/>
                </a:gdLst>
                <a:ahLst/>
                <a:cxnLst>
                  <a:cxn ang="0">
                    <a:pos x="connsiteX0" y="connsiteY0"/>
                  </a:cxn>
                  <a:cxn ang="0">
                    <a:pos x="connsiteX1" y="connsiteY1"/>
                  </a:cxn>
                  <a:cxn ang="0">
                    <a:pos x="connsiteX2" y="connsiteY2"/>
                  </a:cxn>
                  <a:cxn ang="0">
                    <a:pos x="connsiteX3" y="connsiteY3"/>
                  </a:cxn>
                </a:cxnLst>
                <a:rect l="l" t="t" r="r" b="b"/>
                <a:pathLst>
                  <a:path w="898723" h="1524459">
                    <a:moveTo>
                      <a:pt x="898724" y="0"/>
                    </a:moveTo>
                    <a:cubicBezTo>
                      <a:pt x="828412" y="156471"/>
                      <a:pt x="751934" y="295597"/>
                      <a:pt x="641646" y="422716"/>
                    </a:cubicBezTo>
                    <a:cubicBezTo>
                      <a:pt x="563642" y="389569"/>
                      <a:pt x="601327" y="404256"/>
                      <a:pt x="552121" y="476711"/>
                    </a:cubicBezTo>
                    <a:cubicBezTo>
                      <a:pt x="305112" y="788727"/>
                      <a:pt x="176405" y="1170250"/>
                      <a:pt x="0" y="152446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7" name="Freeform: Shape 986">
                <a:extLst>
                  <a:ext uri="{FF2B5EF4-FFF2-40B4-BE49-F238E27FC236}">
                    <a16:creationId xmlns:a16="http://schemas.microsoft.com/office/drawing/2014/main" id="{AB925F14-2B2A-3EE2-44FD-29CAB8FE1DDD}"/>
                  </a:ext>
                </a:extLst>
              </p:cNvPr>
              <p:cNvSpPr/>
              <p:nvPr/>
            </p:nvSpPr>
            <p:spPr>
              <a:xfrm>
                <a:off x="2965964" y="6105614"/>
                <a:ext cx="1062167" cy="1423046"/>
              </a:xfrm>
              <a:custGeom>
                <a:avLst/>
                <a:gdLst>
                  <a:gd name="connsiteX0" fmla="*/ 1062167 w 1062167"/>
                  <a:gd name="connsiteY0" fmla="*/ 0 h 1423046"/>
                  <a:gd name="connsiteX1" fmla="*/ 882099 w 1062167"/>
                  <a:gd name="connsiteY1" fmla="*/ 279572 h 1423046"/>
                  <a:gd name="connsiteX2" fmla="*/ 783938 w 1062167"/>
                  <a:gd name="connsiteY2" fmla="*/ 289562 h 1423046"/>
                  <a:gd name="connsiteX3" fmla="*/ 694167 w 1062167"/>
                  <a:gd name="connsiteY3" fmla="*/ 188012 h 1423046"/>
                  <a:gd name="connsiteX4" fmla="*/ 0 w 1062167"/>
                  <a:gd name="connsiteY4" fmla="*/ 1423046 h 142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167" h="1423046">
                    <a:moveTo>
                      <a:pt x="1062167" y="0"/>
                    </a:moveTo>
                    <a:cubicBezTo>
                      <a:pt x="1003640" y="93263"/>
                      <a:pt x="945370" y="190955"/>
                      <a:pt x="882099" y="279572"/>
                    </a:cubicBezTo>
                    <a:cubicBezTo>
                      <a:pt x="850718" y="296357"/>
                      <a:pt x="811347" y="256740"/>
                      <a:pt x="783938" y="289562"/>
                    </a:cubicBezTo>
                    <a:cubicBezTo>
                      <a:pt x="734109" y="363606"/>
                      <a:pt x="736749" y="195710"/>
                      <a:pt x="694167" y="188012"/>
                    </a:cubicBezTo>
                    <a:cubicBezTo>
                      <a:pt x="454948" y="593634"/>
                      <a:pt x="228583" y="1009521"/>
                      <a:pt x="0" y="1423046"/>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8" name="Freeform: Shape 987">
                <a:extLst>
                  <a:ext uri="{FF2B5EF4-FFF2-40B4-BE49-F238E27FC236}">
                    <a16:creationId xmlns:a16="http://schemas.microsoft.com/office/drawing/2014/main" id="{909FD5E6-1F82-51CD-07BD-2D895E56D48E}"/>
                  </a:ext>
                </a:extLst>
              </p:cNvPr>
              <p:cNvSpPr/>
              <p:nvPr/>
            </p:nvSpPr>
            <p:spPr>
              <a:xfrm>
                <a:off x="2606891" y="6137658"/>
                <a:ext cx="1225581" cy="1391008"/>
              </a:xfrm>
              <a:custGeom>
                <a:avLst/>
                <a:gdLst>
                  <a:gd name="connsiteX0" fmla="*/ 1225582 w 1225581"/>
                  <a:gd name="connsiteY0" fmla="*/ 0 h 1391008"/>
                  <a:gd name="connsiteX1" fmla="*/ 1027723 w 1225581"/>
                  <a:gd name="connsiteY1" fmla="*/ 270034 h 1391008"/>
                  <a:gd name="connsiteX2" fmla="*/ 921475 w 1225581"/>
                  <a:gd name="connsiteY2" fmla="*/ 249500 h 1391008"/>
                  <a:gd name="connsiteX3" fmla="*/ 880733 w 1225581"/>
                  <a:gd name="connsiteY3" fmla="*/ 280755 h 1391008"/>
                  <a:gd name="connsiteX4" fmla="*/ 808152 w 1225581"/>
                  <a:gd name="connsiteY4" fmla="*/ 115985 h 1391008"/>
                  <a:gd name="connsiteX5" fmla="*/ 0 w 1225581"/>
                  <a:gd name="connsiteY5" fmla="*/ 1391008 h 139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5581" h="1391008">
                    <a:moveTo>
                      <a:pt x="1225582" y="0"/>
                    </a:moveTo>
                    <a:cubicBezTo>
                      <a:pt x="1161614" y="91199"/>
                      <a:pt x="1091096" y="178657"/>
                      <a:pt x="1027723" y="270034"/>
                    </a:cubicBezTo>
                    <a:cubicBezTo>
                      <a:pt x="992204" y="298403"/>
                      <a:pt x="959114" y="240047"/>
                      <a:pt x="921475" y="249500"/>
                    </a:cubicBezTo>
                    <a:cubicBezTo>
                      <a:pt x="904199" y="250065"/>
                      <a:pt x="894649" y="278286"/>
                      <a:pt x="880733" y="280755"/>
                    </a:cubicBezTo>
                    <a:cubicBezTo>
                      <a:pt x="842877" y="241572"/>
                      <a:pt x="844088" y="157494"/>
                      <a:pt x="808152" y="115985"/>
                    </a:cubicBezTo>
                    <a:cubicBezTo>
                      <a:pt x="537421" y="518453"/>
                      <a:pt x="277332" y="975762"/>
                      <a:pt x="0" y="1391008"/>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9" name="Freeform: Shape 988">
                <a:extLst>
                  <a:ext uri="{FF2B5EF4-FFF2-40B4-BE49-F238E27FC236}">
                    <a16:creationId xmlns:a16="http://schemas.microsoft.com/office/drawing/2014/main" id="{7CA45D28-7699-B17A-7D6D-EB0329ADDDB4}"/>
                  </a:ext>
                </a:extLst>
              </p:cNvPr>
              <p:cNvSpPr/>
              <p:nvPr/>
            </p:nvSpPr>
            <p:spPr>
              <a:xfrm>
                <a:off x="2247869" y="6019357"/>
                <a:ext cx="1388933" cy="1509314"/>
              </a:xfrm>
              <a:custGeom>
                <a:avLst/>
                <a:gdLst>
                  <a:gd name="connsiteX0" fmla="*/ 1388934 w 1388933"/>
                  <a:gd name="connsiteY0" fmla="*/ 0 h 1509314"/>
                  <a:gd name="connsiteX1" fmla="*/ 1134713 w 1388933"/>
                  <a:gd name="connsiteY1" fmla="*/ 364028 h 1509314"/>
                  <a:gd name="connsiteX2" fmla="*/ 997513 w 1388933"/>
                  <a:gd name="connsiteY2" fmla="*/ 399382 h 1509314"/>
                  <a:gd name="connsiteX3" fmla="*/ 891334 w 1388933"/>
                  <a:gd name="connsiteY3" fmla="*/ 317680 h 1509314"/>
                  <a:gd name="connsiteX4" fmla="*/ 0 w 1388933"/>
                  <a:gd name="connsiteY4" fmla="*/ 1509315 h 1509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933" h="1509314">
                    <a:moveTo>
                      <a:pt x="1388934" y="0"/>
                    </a:moveTo>
                    <a:cubicBezTo>
                      <a:pt x="1292196" y="107682"/>
                      <a:pt x="1260283" y="289631"/>
                      <a:pt x="1134713" y="364028"/>
                    </a:cubicBezTo>
                    <a:cubicBezTo>
                      <a:pt x="1079804" y="354250"/>
                      <a:pt x="1036861" y="362651"/>
                      <a:pt x="997513" y="399382"/>
                    </a:cubicBezTo>
                    <a:cubicBezTo>
                      <a:pt x="958394" y="388695"/>
                      <a:pt x="936506" y="255472"/>
                      <a:pt x="891334" y="317680"/>
                    </a:cubicBezTo>
                    <a:cubicBezTo>
                      <a:pt x="578787" y="703105"/>
                      <a:pt x="289139" y="1105104"/>
                      <a:pt x="0" y="1509315"/>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0" name="Freeform: Shape 989">
                <a:extLst>
                  <a:ext uri="{FF2B5EF4-FFF2-40B4-BE49-F238E27FC236}">
                    <a16:creationId xmlns:a16="http://schemas.microsoft.com/office/drawing/2014/main" id="{12692DD6-6764-BD39-58FA-F5CD1F715CC6}"/>
                  </a:ext>
                </a:extLst>
              </p:cNvPr>
              <p:cNvSpPr/>
              <p:nvPr/>
            </p:nvSpPr>
            <p:spPr>
              <a:xfrm>
                <a:off x="1888841" y="5805314"/>
                <a:ext cx="1552285" cy="1723358"/>
              </a:xfrm>
              <a:custGeom>
                <a:avLst/>
                <a:gdLst>
                  <a:gd name="connsiteX0" fmla="*/ 1552286 w 1552285"/>
                  <a:gd name="connsiteY0" fmla="*/ 0 h 1723358"/>
                  <a:gd name="connsiteX1" fmla="*/ 1274359 w 1552285"/>
                  <a:gd name="connsiteY1" fmla="*/ 520797 h 1723358"/>
                  <a:gd name="connsiteX2" fmla="*/ 1111219 w 1552285"/>
                  <a:gd name="connsiteY2" fmla="*/ 623564 h 1723358"/>
                  <a:gd name="connsiteX3" fmla="*/ 855393 w 1552285"/>
                  <a:gd name="connsiteY3" fmla="*/ 772554 h 1723358"/>
                  <a:gd name="connsiteX4" fmla="*/ 0 w 1552285"/>
                  <a:gd name="connsiteY4" fmla="*/ 1723359 h 172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285" h="1723358">
                    <a:moveTo>
                      <a:pt x="1552286" y="0"/>
                    </a:moveTo>
                    <a:cubicBezTo>
                      <a:pt x="1439163" y="159128"/>
                      <a:pt x="1424778" y="389466"/>
                      <a:pt x="1274359" y="520797"/>
                    </a:cubicBezTo>
                    <a:cubicBezTo>
                      <a:pt x="1211689" y="544366"/>
                      <a:pt x="1156413" y="574037"/>
                      <a:pt x="1111219" y="623564"/>
                    </a:cubicBezTo>
                    <a:cubicBezTo>
                      <a:pt x="992118" y="600435"/>
                      <a:pt x="953925" y="725211"/>
                      <a:pt x="855393" y="772554"/>
                    </a:cubicBezTo>
                    <a:cubicBezTo>
                      <a:pt x="496874" y="1008423"/>
                      <a:pt x="285304" y="1408953"/>
                      <a:pt x="0" y="172335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1" name="Freeform: Shape 990">
                <a:extLst>
                  <a:ext uri="{FF2B5EF4-FFF2-40B4-BE49-F238E27FC236}">
                    <a16:creationId xmlns:a16="http://schemas.microsoft.com/office/drawing/2014/main" id="{8373BCC8-425B-E6E8-FAB6-7485110D89BB}"/>
                  </a:ext>
                </a:extLst>
              </p:cNvPr>
              <p:cNvSpPr/>
              <p:nvPr/>
            </p:nvSpPr>
            <p:spPr>
              <a:xfrm>
                <a:off x="1529814" y="5590687"/>
                <a:ext cx="1715637" cy="1937979"/>
              </a:xfrm>
              <a:custGeom>
                <a:avLst/>
                <a:gdLst>
                  <a:gd name="connsiteX0" fmla="*/ 1715637 w 1715637"/>
                  <a:gd name="connsiteY0" fmla="*/ 0 h 1937979"/>
                  <a:gd name="connsiteX1" fmla="*/ 1413662 w 1715637"/>
                  <a:gd name="connsiteY1" fmla="*/ 673964 h 1937979"/>
                  <a:gd name="connsiteX2" fmla="*/ 802723 w 1715637"/>
                  <a:gd name="connsiteY2" fmla="*/ 1105184 h 1937979"/>
                  <a:gd name="connsiteX3" fmla="*/ 473579 w 1715637"/>
                  <a:gd name="connsiteY3" fmla="*/ 1409502 h 1937979"/>
                  <a:gd name="connsiteX4" fmla="*/ 0 w 1715637"/>
                  <a:gd name="connsiteY4" fmla="*/ 1937980 h 1937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637" h="1937979">
                    <a:moveTo>
                      <a:pt x="1715637" y="0"/>
                    </a:moveTo>
                    <a:cubicBezTo>
                      <a:pt x="1586907" y="208660"/>
                      <a:pt x="1585558" y="491393"/>
                      <a:pt x="1413662" y="673964"/>
                    </a:cubicBezTo>
                    <a:cubicBezTo>
                      <a:pt x="1175821" y="856273"/>
                      <a:pt x="1134102" y="1060190"/>
                      <a:pt x="802723" y="1105184"/>
                    </a:cubicBezTo>
                    <a:cubicBezTo>
                      <a:pt x="660288" y="1163060"/>
                      <a:pt x="578267" y="1303740"/>
                      <a:pt x="473579" y="1409502"/>
                    </a:cubicBezTo>
                    <a:cubicBezTo>
                      <a:pt x="315594" y="1585376"/>
                      <a:pt x="157494" y="1761014"/>
                      <a:pt x="0" y="193798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2" name="Freeform: Shape 991">
                <a:extLst>
                  <a:ext uri="{FF2B5EF4-FFF2-40B4-BE49-F238E27FC236}">
                    <a16:creationId xmlns:a16="http://schemas.microsoft.com/office/drawing/2014/main" id="{F2C79295-8FDE-C688-1BE0-2063F13E4A44}"/>
                  </a:ext>
                </a:extLst>
              </p:cNvPr>
              <p:cNvSpPr/>
              <p:nvPr/>
            </p:nvSpPr>
            <p:spPr>
              <a:xfrm>
                <a:off x="1170791" y="5470626"/>
                <a:ext cx="1878983" cy="2058034"/>
              </a:xfrm>
              <a:custGeom>
                <a:avLst/>
                <a:gdLst>
                  <a:gd name="connsiteX0" fmla="*/ 1878984 w 1878983"/>
                  <a:gd name="connsiteY0" fmla="*/ 0 h 2058034"/>
                  <a:gd name="connsiteX1" fmla="*/ 1451187 w 1878983"/>
                  <a:gd name="connsiteY1" fmla="*/ 855816 h 2058034"/>
                  <a:gd name="connsiteX2" fmla="*/ 1084158 w 1878983"/>
                  <a:gd name="connsiteY2" fmla="*/ 1230691 h 2058034"/>
                  <a:gd name="connsiteX3" fmla="*/ 544119 w 1878983"/>
                  <a:gd name="connsiteY3" fmla="*/ 1503485 h 2058034"/>
                  <a:gd name="connsiteX4" fmla="*/ 0 w 1878983"/>
                  <a:gd name="connsiteY4" fmla="*/ 2058034 h 2058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8983" h="2058034">
                    <a:moveTo>
                      <a:pt x="1878984" y="0"/>
                    </a:moveTo>
                    <a:cubicBezTo>
                      <a:pt x="1718683" y="277755"/>
                      <a:pt x="1730571" y="651424"/>
                      <a:pt x="1451187" y="855816"/>
                    </a:cubicBezTo>
                    <a:cubicBezTo>
                      <a:pt x="1302540" y="956211"/>
                      <a:pt x="1282263" y="1210534"/>
                      <a:pt x="1084158" y="1230691"/>
                    </a:cubicBezTo>
                    <a:cubicBezTo>
                      <a:pt x="834653" y="1194172"/>
                      <a:pt x="697036" y="1328560"/>
                      <a:pt x="544119" y="1503485"/>
                    </a:cubicBezTo>
                    <a:cubicBezTo>
                      <a:pt x="362783" y="1688211"/>
                      <a:pt x="181503" y="1872840"/>
                      <a:pt x="0" y="2058034"/>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3" name="Freeform: Shape 992">
                <a:extLst>
                  <a:ext uri="{FF2B5EF4-FFF2-40B4-BE49-F238E27FC236}">
                    <a16:creationId xmlns:a16="http://schemas.microsoft.com/office/drawing/2014/main" id="{ED55FA2D-5D09-2C12-176D-9577224E237A}"/>
                  </a:ext>
                </a:extLst>
              </p:cNvPr>
              <p:cNvSpPr/>
              <p:nvPr/>
            </p:nvSpPr>
            <p:spPr>
              <a:xfrm>
                <a:off x="811741" y="5495423"/>
                <a:ext cx="2042581" cy="2033243"/>
              </a:xfrm>
              <a:custGeom>
                <a:avLst/>
                <a:gdLst>
                  <a:gd name="connsiteX0" fmla="*/ 2042581 w 2042581"/>
                  <a:gd name="connsiteY0" fmla="*/ 0 h 2033243"/>
                  <a:gd name="connsiteX1" fmla="*/ 1531637 w 2042581"/>
                  <a:gd name="connsiteY1" fmla="*/ 872343 h 2033243"/>
                  <a:gd name="connsiteX2" fmla="*/ 1136445 w 2042581"/>
                  <a:gd name="connsiteY2" fmla="*/ 1210998 h 2033243"/>
                  <a:gd name="connsiteX3" fmla="*/ 577124 w 2042581"/>
                  <a:gd name="connsiteY3" fmla="*/ 1492055 h 2033243"/>
                  <a:gd name="connsiteX4" fmla="*/ 0 w 2042581"/>
                  <a:gd name="connsiteY4" fmla="*/ 2033243 h 203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581" h="2033243">
                    <a:moveTo>
                      <a:pt x="2042581" y="0"/>
                    </a:moveTo>
                    <a:cubicBezTo>
                      <a:pt x="1871314" y="303021"/>
                      <a:pt x="1846054" y="663146"/>
                      <a:pt x="1531637" y="872343"/>
                    </a:cubicBezTo>
                    <a:cubicBezTo>
                      <a:pt x="1391294" y="979929"/>
                      <a:pt x="1357656" y="1238830"/>
                      <a:pt x="1136445" y="1210998"/>
                    </a:cubicBezTo>
                    <a:cubicBezTo>
                      <a:pt x="894289" y="1158802"/>
                      <a:pt x="733126" y="1337464"/>
                      <a:pt x="577124" y="1492055"/>
                    </a:cubicBezTo>
                    <a:cubicBezTo>
                      <a:pt x="384820" y="1672364"/>
                      <a:pt x="192607" y="1852614"/>
                      <a:pt x="0" y="2033243"/>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4" name="Freeform: Shape 993">
                <a:extLst>
                  <a:ext uri="{FF2B5EF4-FFF2-40B4-BE49-F238E27FC236}">
                    <a16:creationId xmlns:a16="http://schemas.microsoft.com/office/drawing/2014/main" id="{803573C3-D096-6638-6967-235682460185}"/>
                  </a:ext>
                </a:extLst>
              </p:cNvPr>
              <p:cNvSpPr/>
              <p:nvPr/>
            </p:nvSpPr>
            <p:spPr>
              <a:xfrm>
                <a:off x="452685" y="5598802"/>
                <a:ext cx="2206738" cy="1929869"/>
              </a:xfrm>
              <a:custGeom>
                <a:avLst/>
                <a:gdLst>
                  <a:gd name="connsiteX0" fmla="*/ 2206739 w 2206738"/>
                  <a:gd name="connsiteY0" fmla="*/ 0 h 1929869"/>
                  <a:gd name="connsiteX1" fmla="*/ 1633701 w 2206738"/>
                  <a:gd name="connsiteY1" fmla="*/ 786315 h 1929869"/>
                  <a:gd name="connsiteX2" fmla="*/ 1211426 w 2206738"/>
                  <a:gd name="connsiteY2" fmla="*/ 1109647 h 1929869"/>
                  <a:gd name="connsiteX3" fmla="*/ 613437 w 2206738"/>
                  <a:gd name="connsiteY3" fmla="*/ 1397238 h 1929869"/>
                  <a:gd name="connsiteX4" fmla="*/ 0 w 2206738"/>
                  <a:gd name="connsiteY4" fmla="*/ 1929870 h 192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738" h="1929869">
                    <a:moveTo>
                      <a:pt x="2206739" y="0"/>
                    </a:moveTo>
                    <a:cubicBezTo>
                      <a:pt x="2014972" y="302849"/>
                      <a:pt x="1954536" y="572511"/>
                      <a:pt x="1633701" y="786315"/>
                    </a:cubicBezTo>
                    <a:cubicBezTo>
                      <a:pt x="1496490" y="905536"/>
                      <a:pt x="1441740" y="1153247"/>
                      <a:pt x="1211426" y="1109647"/>
                    </a:cubicBezTo>
                    <a:cubicBezTo>
                      <a:pt x="958388" y="1055292"/>
                      <a:pt x="784784" y="1243841"/>
                      <a:pt x="613437" y="1397238"/>
                    </a:cubicBezTo>
                    <a:cubicBezTo>
                      <a:pt x="409034" y="1574700"/>
                      <a:pt x="204723" y="1752105"/>
                      <a:pt x="0" y="192987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5" name="Freeform: Shape 994">
                <a:extLst>
                  <a:ext uri="{FF2B5EF4-FFF2-40B4-BE49-F238E27FC236}">
                    <a16:creationId xmlns:a16="http://schemas.microsoft.com/office/drawing/2014/main" id="{306535AA-3B1F-9B9E-AE31-DAB12E2D60BB}"/>
                  </a:ext>
                </a:extLst>
              </p:cNvPr>
              <p:cNvSpPr/>
              <p:nvPr/>
            </p:nvSpPr>
            <p:spPr>
              <a:xfrm>
                <a:off x="93634" y="5753747"/>
                <a:ext cx="2371279" cy="1774919"/>
              </a:xfrm>
              <a:custGeom>
                <a:avLst/>
                <a:gdLst>
                  <a:gd name="connsiteX0" fmla="*/ 2371279 w 2371279"/>
                  <a:gd name="connsiteY0" fmla="*/ 0 h 1774919"/>
                  <a:gd name="connsiteX1" fmla="*/ 1727936 w 2371279"/>
                  <a:gd name="connsiteY1" fmla="*/ 653573 h 1774919"/>
                  <a:gd name="connsiteX2" fmla="*/ 1314267 w 2371279"/>
                  <a:gd name="connsiteY2" fmla="*/ 958868 h 1774919"/>
                  <a:gd name="connsiteX3" fmla="*/ 686669 w 2371279"/>
                  <a:gd name="connsiteY3" fmla="*/ 1219832 h 1774919"/>
                  <a:gd name="connsiteX4" fmla="*/ 0 w 2371279"/>
                  <a:gd name="connsiteY4" fmla="*/ 1774919 h 17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279" h="1774919">
                    <a:moveTo>
                      <a:pt x="2371279" y="0"/>
                    </a:moveTo>
                    <a:cubicBezTo>
                      <a:pt x="2175906" y="238978"/>
                      <a:pt x="1986203" y="477819"/>
                      <a:pt x="1727936" y="653573"/>
                    </a:cubicBezTo>
                    <a:cubicBezTo>
                      <a:pt x="1606115" y="780646"/>
                      <a:pt x="1532672" y="998262"/>
                      <a:pt x="1314267" y="958868"/>
                    </a:cubicBezTo>
                    <a:cubicBezTo>
                      <a:pt x="1058589" y="902473"/>
                      <a:pt x="865297" y="1060110"/>
                      <a:pt x="686669" y="1219832"/>
                    </a:cubicBezTo>
                    <a:cubicBezTo>
                      <a:pt x="457852" y="1404782"/>
                      <a:pt x="229149" y="1589667"/>
                      <a:pt x="0" y="1774919"/>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6" name="Freeform: Shape 995">
                <a:extLst>
                  <a:ext uri="{FF2B5EF4-FFF2-40B4-BE49-F238E27FC236}">
                    <a16:creationId xmlns:a16="http://schemas.microsoft.com/office/drawing/2014/main" id="{DCCD2380-92FC-F518-B348-7B36E82288EA}"/>
                  </a:ext>
                </a:extLst>
              </p:cNvPr>
              <p:cNvSpPr/>
              <p:nvPr/>
            </p:nvSpPr>
            <p:spPr>
              <a:xfrm>
                <a:off x="-265421" y="5935741"/>
                <a:ext cx="2536019" cy="1592930"/>
              </a:xfrm>
              <a:custGeom>
                <a:avLst/>
                <a:gdLst>
                  <a:gd name="connsiteX0" fmla="*/ 2536020 w 2536019"/>
                  <a:gd name="connsiteY0" fmla="*/ 0 h 1592930"/>
                  <a:gd name="connsiteX1" fmla="*/ 1844842 w 2536019"/>
                  <a:gd name="connsiteY1" fmla="*/ 474482 h 1592930"/>
                  <a:gd name="connsiteX2" fmla="*/ 1517658 w 2536019"/>
                  <a:gd name="connsiteY2" fmla="*/ 777006 h 1592930"/>
                  <a:gd name="connsiteX3" fmla="*/ 822857 w 2536019"/>
                  <a:gd name="connsiteY3" fmla="*/ 970670 h 1592930"/>
                  <a:gd name="connsiteX4" fmla="*/ 0 w 2536019"/>
                  <a:gd name="connsiteY4" fmla="*/ 1592931 h 1592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019" h="1592930">
                    <a:moveTo>
                      <a:pt x="2536020" y="0"/>
                    </a:moveTo>
                    <a:cubicBezTo>
                      <a:pt x="2297196" y="146441"/>
                      <a:pt x="2062652" y="296717"/>
                      <a:pt x="1844842" y="474482"/>
                    </a:cubicBezTo>
                    <a:cubicBezTo>
                      <a:pt x="1731862" y="570535"/>
                      <a:pt x="1686794" y="758638"/>
                      <a:pt x="1517658" y="777006"/>
                    </a:cubicBezTo>
                    <a:cubicBezTo>
                      <a:pt x="1222439" y="773462"/>
                      <a:pt x="1055983" y="747734"/>
                      <a:pt x="822857" y="970670"/>
                    </a:cubicBezTo>
                    <a:cubicBezTo>
                      <a:pt x="548629" y="1178016"/>
                      <a:pt x="274560" y="1385288"/>
                      <a:pt x="0" y="1592931"/>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7" name="Freeform: Shape 996">
                <a:extLst>
                  <a:ext uri="{FF2B5EF4-FFF2-40B4-BE49-F238E27FC236}">
                    <a16:creationId xmlns:a16="http://schemas.microsoft.com/office/drawing/2014/main" id="{50952569-1B99-9E2B-DBB8-CB5B2AC228E4}"/>
                  </a:ext>
                </a:extLst>
              </p:cNvPr>
              <p:cNvSpPr/>
              <p:nvPr/>
            </p:nvSpPr>
            <p:spPr>
              <a:xfrm>
                <a:off x="-624483" y="6120256"/>
                <a:ext cx="2700783" cy="1408421"/>
              </a:xfrm>
              <a:custGeom>
                <a:avLst/>
                <a:gdLst>
                  <a:gd name="connsiteX0" fmla="*/ 2700783 w 2700783"/>
                  <a:gd name="connsiteY0" fmla="*/ 0 h 1408421"/>
                  <a:gd name="connsiteX1" fmla="*/ 2297493 w 2700783"/>
                  <a:gd name="connsiteY1" fmla="*/ 55172 h 1408421"/>
                  <a:gd name="connsiteX2" fmla="*/ 1923503 w 2700783"/>
                  <a:gd name="connsiteY2" fmla="*/ 328253 h 1408421"/>
                  <a:gd name="connsiteX3" fmla="*/ 1703567 w 2700783"/>
                  <a:gd name="connsiteY3" fmla="*/ 571603 h 1408421"/>
                  <a:gd name="connsiteX4" fmla="*/ 1144446 w 2700783"/>
                  <a:gd name="connsiteY4" fmla="*/ 618506 h 1408421"/>
                  <a:gd name="connsiteX5" fmla="*/ 0 w 2700783"/>
                  <a:gd name="connsiteY5" fmla="*/ 1408422 h 140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783" h="1408421">
                    <a:moveTo>
                      <a:pt x="2700783" y="0"/>
                    </a:moveTo>
                    <a:cubicBezTo>
                      <a:pt x="2574745" y="62797"/>
                      <a:pt x="2421908" y="-20294"/>
                      <a:pt x="2297493" y="55172"/>
                    </a:cubicBezTo>
                    <a:cubicBezTo>
                      <a:pt x="2172340" y="144561"/>
                      <a:pt x="2038929" y="226594"/>
                      <a:pt x="1923503" y="328253"/>
                    </a:cubicBezTo>
                    <a:cubicBezTo>
                      <a:pt x="1851054" y="408719"/>
                      <a:pt x="1805689" y="523157"/>
                      <a:pt x="1703567" y="571603"/>
                    </a:cubicBezTo>
                    <a:cubicBezTo>
                      <a:pt x="1526436" y="650704"/>
                      <a:pt x="1324771" y="545240"/>
                      <a:pt x="1144446" y="618506"/>
                    </a:cubicBezTo>
                    <a:cubicBezTo>
                      <a:pt x="742356" y="844522"/>
                      <a:pt x="385391" y="1152264"/>
                      <a:pt x="0" y="140842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8" name="Freeform: Shape 997">
                <a:extLst>
                  <a:ext uri="{FF2B5EF4-FFF2-40B4-BE49-F238E27FC236}">
                    <a16:creationId xmlns:a16="http://schemas.microsoft.com/office/drawing/2014/main" id="{DF1E57DC-B90C-C3A1-30B7-3B1B1DCD1A3B}"/>
                  </a:ext>
                </a:extLst>
              </p:cNvPr>
              <p:cNvSpPr/>
              <p:nvPr/>
            </p:nvSpPr>
            <p:spPr>
              <a:xfrm>
                <a:off x="-983528" y="6165757"/>
                <a:ext cx="2865369" cy="1362909"/>
              </a:xfrm>
              <a:custGeom>
                <a:avLst/>
                <a:gdLst>
                  <a:gd name="connsiteX0" fmla="*/ 2865370 w 2865369"/>
                  <a:gd name="connsiteY0" fmla="*/ 117011 h 1362909"/>
                  <a:gd name="connsiteX1" fmla="*/ 2466126 w 2865369"/>
                  <a:gd name="connsiteY1" fmla="*/ 3099 h 1362909"/>
                  <a:gd name="connsiteX2" fmla="*/ 2065413 w 2865369"/>
                  <a:gd name="connsiteY2" fmla="*/ 259206 h 1362909"/>
                  <a:gd name="connsiteX3" fmla="*/ 1818770 w 2865369"/>
                  <a:gd name="connsiteY3" fmla="*/ 526090 h 1362909"/>
                  <a:gd name="connsiteX4" fmla="*/ 1219570 w 2865369"/>
                  <a:gd name="connsiteY4" fmla="*/ 571633 h 1362909"/>
                  <a:gd name="connsiteX5" fmla="*/ 0 w 2865369"/>
                  <a:gd name="connsiteY5" fmla="*/ 1362910 h 136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369" h="1362909">
                    <a:moveTo>
                      <a:pt x="2865370" y="117011"/>
                    </a:moveTo>
                    <a:cubicBezTo>
                      <a:pt x="2720877" y="156690"/>
                      <a:pt x="2613287" y="-25699"/>
                      <a:pt x="2466126" y="3099"/>
                    </a:cubicBezTo>
                    <a:cubicBezTo>
                      <a:pt x="2321685" y="63261"/>
                      <a:pt x="2199001" y="176229"/>
                      <a:pt x="2065413" y="259206"/>
                    </a:cubicBezTo>
                    <a:cubicBezTo>
                      <a:pt x="1975150" y="339112"/>
                      <a:pt x="1929801" y="469723"/>
                      <a:pt x="1818770" y="526090"/>
                    </a:cubicBezTo>
                    <a:cubicBezTo>
                      <a:pt x="1629821" y="615038"/>
                      <a:pt x="1414160" y="500847"/>
                      <a:pt x="1219570" y="571633"/>
                    </a:cubicBezTo>
                    <a:cubicBezTo>
                      <a:pt x="791242" y="792901"/>
                      <a:pt x="410520" y="1107174"/>
                      <a:pt x="0" y="1362910"/>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9" name="Freeform: Shape 998">
                <a:extLst>
                  <a:ext uri="{FF2B5EF4-FFF2-40B4-BE49-F238E27FC236}">
                    <a16:creationId xmlns:a16="http://schemas.microsoft.com/office/drawing/2014/main" id="{7BFF76C6-5934-8F37-F911-2AA547A65645}"/>
                  </a:ext>
                </a:extLst>
              </p:cNvPr>
              <p:cNvSpPr/>
              <p:nvPr/>
            </p:nvSpPr>
            <p:spPr>
              <a:xfrm>
                <a:off x="-1342590" y="6172982"/>
                <a:ext cx="3029624" cy="1355672"/>
              </a:xfrm>
              <a:custGeom>
                <a:avLst/>
                <a:gdLst>
                  <a:gd name="connsiteX0" fmla="*/ 3029625 w 3029624"/>
                  <a:gd name="connsiteY0" fmla="*/ 225771 h 1355672"/>
                  <a:gd name="connsiteX1" fmla="*/ 2639930 w 3029624"/>
                  <a:gd name="connsiteY1" fmla="*/ 0 h 1355672"/>
                  <a:gd name="connsiteX2" fmla="*/ 2253899 w 3029624"/>
                  <a:gd name="connsiteY2" fmla="*/ 205443 h 1355672"/>
                  <a:gd name="connsiteX3" fmla="*/ 1945689 w 3029624"/>
                  <a:gd name="connsiteY3" fmla="*/ 510910 h 1355672"/>
                  <a:gd name="connsiteX4" fmla="*/ 1316805 w 3029624"/>
                  <a:gd name="connsiteY4" fmla="*/ 557350 h 1355672"/>
                  <a:gd name="connsiteX5" fmla="*/ 0 w 3029624"/>
                  <a:gd name="connsiteY5" fmla="*/ 1355672 h 13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9624" h="1355672">
                    <a:moveTo>
                      <a:pt x="3029625" y="225771"/>
                    </a:moveTo>
                    <a:cubicBezTo>
                      <a:pt x="2868061" y="248529"/>
                      <a:pt x="2792795" y="25180"/>
                      <a:pt x="2639930" y="0"/>
                    </a:cubicBezTo>
                    <a:cubicBezTo>
                      <a:pt x="2494923" y="3040"/>
                      <a:pt x="2382229" y="144721"/>
                      <a:pt x="2253899" y="205443"/>
                    </a:cubicBezTo>
                    <a:cubicBezTo>
                      <a:pt x="2117528" y="270057"/>
                      <a:pt x="2068984" y="431534"/>
                      <a:pt x="1945689" y="510910"/>
                    </a:cubicBezTo>
                    <a:cubicBezTo>
                      <a:pt x="1751150" y="618809"/>
                      <a:pt x="1523025" y="499634"/>
                      <a:pt x="1316805" y="557350"/>
                    </a:cubicBezTo>
                    <a:cubicBezTo>
                      <a:pt x="850112" y="762827"/>
                      <a:pt x="443404" y="1100384"/>
                      <a:pt x="0" y="1355672"/>
                    </a:cubicBezTo>
                  </a:path>
                </a:pathLst>
              </a:custGeom>
              <a:grpFill/>
              <a:ln w="63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nvGrpSpPr>
            <p:cNvPr id="26" name="Graphic 2">
              <a:extLst>
                <a:ext uri="{FF2B5EF4-FFF2-40B4-BE49-F238E27FC236}">
                  <a16:creationId xmlns:a16="http://schemas.microsoft.com/office/drawing/2014/main" id="{2B5C6CA5-5604-6DFF-27CA-1AEE830CF533}"/>
                </a:ext>
              </a:extLst>
            </p:cNvPr>
            <p:cNvGrpSpPr/>
            <p:nvPr/>
          </p:nvGrpSpPr>
          <p:grpSpPr>
            <a:xfrm>
              <a:off x="-1350054" y="4031449"/>
              <a:ext cx="13299963" cy="3500111"/>
              <a:chOff x="-1350054" y="4031449"/>
              <a:chExt cx="13299963" cy="3500111"/>
            </a:xfrm>
            <a:grpFill/>
          </p:grpSpPr>
          <p:sp>
            <p:nvSpPr>
              <p:cNvPr id="27" name="Freeform: Shape 26">
                <a:extLst>
                  <a:ext uri="{FF2B5EF4-FFF2-40B4-BE49-F238E27FC236}">
                    <a16:creationId xmlns:a16="http://schemas.microsoft.com/office/drawing/2014/main" id="{25CF64A2-5B15-2B7D-BED6-5EE1DAA210F3}"/>
                  </a:ext>
                </a:extLst>
              </p:cNvPr>
              <p:cNvSpPr/>
              <p:nvPr/>
            </p:nvSpPr>
            <p:spPr>
              <a:xfrm>
                <a:off x="8916065" y="4031449"/>
                <a:ext cx="7264" cy="3484"/>
              </a:xfrm>
              <a:custGeom>
                <a:avLst/>
                <a:gdLst>
                  <a:gd name="connsiteX0" fmla="*/ 4855 w 7264"/>
                  <a:gd name="connsiteY0" fmla="*/ 2603 h 3484"/>
                  <a:gd name="connsiteX1" fmla="*/ 306 w 7264"/>
                  <a:gd name="connsiteY1" fmla="*/ 2083 h 3484"/>
                  <a:gd name="connsiteX2" fmla="*/ 4855 w 7264"/>
                  <a:gd name="connsiteY2" fmla="*/ 2603 h 3484"/>
                </a:gdLst>
                <a:ahLst/>
                <a:cxnLst>
                  <a:cxn ang="0">
                    <a:pos x="connsiteX0" y="connsiteY0"/>
                  </a:cxn>
                  <a:cxn ang="0">
                    <a:pos x="connsiteX1" y="connsiteY1"/>
                  </a:cxn>
                  <a:cxn ang="0">
                    <a:pos x="connsiteX2" y="connsiteY2"/>
                  </a:cxn>
                </a:cxnLst>
                <a:rect l="l" t="t" r="r" b="b"/>
                <a:pathLst>
                  <a:path w="7264" h="3484">
                    <a:moveTo>
                      <a:pt x="4855" y="2603"/>
                    </a:moveTo>
                    <a:cubicBezTo>
                      <a:pt x="11610" y="-929"/>
                      <a:pt x="2214" y="-631"/>
                      <a:pt x="306" y="2083"/>
                    </a:cubicBezTo>
                    <a:cubicBezTo>
                      <a:pt x="-1266" y="4478"/>
                      <a:pt x="3677" y="3209"/>
                      <a:pt x="4855" y="26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 name="Freeform: Shape 27">
                <a:extLst>
                  <a:ext uri="{FF2B5EF4-FFF2-40B4-BE49-F238E27FC236}">
                    <a16:creationId xmlns:a16="http://schemas.microsoft.com/office/drawing/2014/main" id="{4B12F743-8881-5930-AF00-8E9CFBFCC107}"/>
                  </a:ext>
                </a:extLst>
              </p:cNvPr>
              <p:cNvSpPr/>
              <p:nvPr/>
            </p:nvSpPr>
            <p:spPr>
              <a:xfrm>
                <a:off x="10041647" y="6326134"/>
                <a:ext cx="10111" cy="2628"/>
              </a:xfrm>
              <a:custGeom>
                <a:avLst/>
                <a:gdLst>
                  <a:gd name="connsiteX0" fmla="*/ 3025 w 10111"/>
                  <a:gd name="connsiteY0" fmla="*/ 27 h 2628"/>
                  <a:gd name="connsiteX1" fmla="*/ 7088 w 10111"/>
                  <a:gd name="connsiteY1" fmla="*/ 2600 h 2628"/>
                  <a:gd name="connsiteX2" fmla="*/ 3025 w 10111"/>
                  <a:gd name="connsiteY2" fmla="*/ 27 h 2628"/>
                </a:gdLst>
                <a:ahLst/>
                <a:cxnLst>
                  <a:cxn ang="0">
                    <a:pos x="connsiteX0" y="connsiteY0"/>
                  </a:cxn>
                  <a:cxn ang="0">
                    <a:pos x="connsiteX1" y="connsiteY1"/>
                  </a:cxn>
                  <a:cxn ang="0">
                    <a:pos x="connsiteX2" y="connsiteY2"/>
                  </a:cxn>
                </a:cxnLst>
                <a:rect l="l" t="t" r="r" b="b"/>
                <a:pathLst>
                  <a:path w="10111" h="2628">
                    <a:moveTo>
                      <a:pt x="3025" y="27"/>
                    </a:moveTo>
                    <a:cubicBezTo>
                      <a:pt x="-4405" y="451"/>
                      <a:pt x="3779" y="2920"/>
                      <a:pt x="7088" y="2600"/>
                    </a:cubicBezTo>
                    <a:cubicBezTo>
                      <a:pt x="14517" y="2182"/>
                      <a:pt x="6328" y="-286"/>
                      <a:pt x="3025"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 name="Freeform: Shape 28">
                <a:extLst>
                  <a:ext uri="{FF2B5EF4-FFF2-40B4-BE49-F238E27FC236}">
                    <a16:creationId xmlns:a16="http://schemas.microsoft.com/office/drawing/2014/main" id="{703DCD18-FC52-2C51-A72A-481D73A7B2D6}"/>
                  </a:ext>
                </a:extLst>
              </p:cNvPr>
              <p:cNvSpPr/>
              <p:nvPr/>
            </p:nvSpPr>
            <p:spPr>
              <a:xfrm>
                <a:off x="10590532" y="6674043"/>
                <a:ext cx="11494" cy="3283"/>
              </a:xfrm>
              <a:custGeom>
                <a:avLst/>
                <a:gdLst>
                  <a:gd name="connsiteX0" fmla="*/ 3214 w 11494"/>
                  <a:gd name="connsiteY0" fmla="*/ 36 h 3283"/>
                  <a:gd name="connsiteX1" fmla="*/ 8278 w 11494"/>
                  <a:gd name="connsiteY1" fmla="*/ 3248 h 3283"/>
                  <a:gd name="connsiteX2" fmla="*/ 3214 w 11494"/>
                  <a:gd name="connsiteY2" fmla="*/ 36 h 3283"/>
                </a:gdLst>
                <a:ahLst/>
                <a:cxnLst>
                  <a:cxn ang="0">
                    <a:pos x="connsiteX0" y="connsiteY0"/>
                  </a:cxn>
                  <a:cxn ang="0">
                    <a:pos x="connsiteX1" y="connsiteY1"/>
                  </a:cxn>
                  <a:cxn ang="0">
                    <a:pos x="connsiteX2" y="connsiteY2"/>
                  </a:cxn>
                </a:cxnLst>
                <a:rect l="l" t="t" r="r" b="b"/>
                <a:pathLst>
                  <a:path w="11494" h="3283">
                    <a:moveTo>
                      <a:pt x="3214" y="36"/>
                    </a:moveTo>
                    <a:cubicBezTo>
                      <a:pt x="-5038" y="596"/>
                      <a:pt x="4797" y="3648"/>
                      <a:pt x="8278" y="3248"/>
                    </a:cubicBezTo>
                    <a:cubicBezTo>
                      <a:pt x="16536" y="2682"/>
                      <a:pt x="6695" y="-364"/>
                      <a:pt x="3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 name="Freeform: Shape 29">
                <a:extLst>
                  <a:ext uri="{FF2B5EF4-FFF2-40B4-BE49-F238E27FC236}">
                    <a16:creationId xmlns:a16="http://schemas.microsoft.com/office/drawing/2014/main" id="{460F0E0D-2CD6-3F59-03D7-F2E41BD1E068}"/>
                  </a:ext>
                </a:extLst>
              </p:cNvPr>
              <p:cNvSpPr/>
              <p:nvPr/>
            </p:nvSpPr>
            <p:spPr>
              <a:xfrm>
                <a:off x="10441481" y="6579690"/>
                <a:ext cx="11013" cy="3094"/>
              </a:xfrm>
              <a:custGeom>
                <a:avLst/>
                <a:gdLst>
                  <a:gd name="connsiteX0" fmla="*/ 3304 w 11013"/>
                  <a:gd name="connsiteY0" fmla="*/ 0 h 3094"/>
                  <a:gd name="connsiteX1" fmla="*/ 10785 w 11013"/>
                  <a:gd name="connsiteY1" fmla="*/ 1515 h 3094"/>
                  <a:gd name="connsiteX2" fmla="*/ 3304 w 11013"/>
                  <a:gd name="connsiteY2" fmla="*/ 0 h 3094"/>
                </a:gdLst>
                <a:ahLst/>
                <a:cxnLst>
                  <a:cxn ang="0">
                    <a:pos x="connsiteX0" y="connsiteY0"/>
                  </a:cxn>
                  <a:cxn ang="0">
                    <a:pos x="connsiteX1" y="connsiteY1"/>
                  </a:cxn>
                  <a:cxn ang="0">
                    <a:pos x="connsiteX2" y="connsiteY2"/>
                  </a:cxn>
                </a:cxnLst>
                <a:rect l="l" t="t" r="r" b="b"/>
                <a:pathLst>
                  <a:path w="11013" h="3094">
                    <a:moveTo>
                      <a:pt x="3304" y="0"/>
                    </a:moveTo>
                    <a:cubicBezTo>
                      <a:pt x="-7966" y="749"/>
                      <a:pt x="13425" y="5515"/>
                      <a:pt x="10785" y="1515"/>
                    </a:cubicBezTo>
                    <a:cubicBezTo>
                      <a:pt x="9465" y="675"/>
                      <a:pt x="6116" y="0"/>
                      <a:pt x="33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 name="Freeform: Shape 30">
                <a:extLst>
                  <a:ext uri="{FF2B5EF4-FFF2-40B4-BE49-F238E27FC236}">
                    <a16:creationId xmlns:a16="http://schemas.microsoft.com/office/drawing/2014/main" id="{FA31EFFD-F906-BA9B-F490-886198588915}"/>
                  </a:ext>
                </a:extLst>
              </p:cNvPr>
              <p:cNvSpPr/>
              <p:nvPr/>
            </p:nvSpPr>
            <p:spPr>
              <a:xfrm>
                <a:off x="10300795" y="6490514"/>
                <a:ext cx="10668" cy="2926"/>
              </a:xfrm>
              <a:custGeom>
                <a:avLst/>
                <a:gdLst>
                  <a:gd name="connsiteX0" fmla="*/ 3258 w 10668"/>
                  <a:gd name="connsiteY0" fmla="*/ 0 h 2926"/>
                  <a:gd name="connsiteX1" fmla="*/ 10471 w 10668"/>
                  <a:gd name="connsiteY1" fmla="*/ 1434 h 2926"/>
                  <a:gd name="connsiteX2" fmla="*/ 3258 w 10668"/>
                  <a:gd name="connsiteY2" fmla="*/ 0 h 2926"/>
                </a:gdLst>
                <a:ahLst/>
                <a:cxnLst>
                  <a:cxn ang="0">
                    <a:pos x="connsiteX0" y="connsiteY0"/>
                  </a:cxn>
                  <a:cxn ang="0">
                    <a:pos x="connsiteX1" y="connsiteY1"/>
                  </a:cxn>
                  <a:cxn ang="0">
                    <a:pos x="connsiteX2" y="connsiteY2"/>
                  </a:cxn>
                </a:cxnLst>
                <a:rect l="l" t="t" r="r" b="b"/>
                <a:pathLst>
                  <a:path w="10668" h="2926">
                    <a:moveTo>
                      <a:pt x="3258" y="0"/>
                    </a:moveTo>
                    <a:cubicBezTo>
                      <a:pt x="-7755" y="697"/>
                      <a:pt x="12883" y="5218"/>
                      <a:pt x="10471" y="1434"/>
                    </a:cubicBezTo>
                    <a:cubicBezTo>
                      <a:pt x="9219" y="640"/>
                      <a:pt x="5990" y="0"/>
                      <a:pt x="325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 name="Freeform: Shape 31">
                <a:extLst>
                  <a:ext uri="{FF2B5EF4-FFF2-40B4-BE49-F238E27FC236}">
                    <a16:creationId xmlns:a16="http://schemas.microsoft.com/office/drawing/2014/main" id="{BF83989B-1026-EE24-E9B2-007AFF9FD0E2}"/>
                  </a:ext>
                </a:extLst>
              </p:cNvPr>
              <p:cNvSpPr/>
              <p:nvPr/>
            </p:nvSpPr>
            <p:spPr>
              <a:xfrm>
                <a:off x="10167829" y="6406113"/>
                <a:ext cx="10421" cy="2773"/>
              </a:xfrm>
              <a:custGeom>
                <a:avLst/>
                <a:gdLst>
                  <a:gd name="connsiteX0" fmla="*/ 3070 w 10421"/>
                  <a:gd name="connsiteY0" fmla="*/ 30 h 2773"/>
                  <a:gd name="connsiteX1" fmla="*/ 7351 w 10421"/>
                  <a:gd name="connsiteY1" fmla="*/ 2745 h 2773"/>
                  <a:gd name="connsiteX2" fmla="*/ 3070 w 10421"/>
                  <a:gd name="connsiteY2" fmla="*/ 30 h 2773"/>
                </a:gdLst>
                <a:ahLst/>
                <a:cxnLst>
                  <a:cxn ang="0">
                    <a:pos x="connsiteX0" y="connsiteY0"/>
                  </a:cxn>
                  <a:cxn ang="0">
                    <a:pos x="connsiteX1" y="connsiteY1"/>
                  </a:cxn>
                  <a:cxn ang="0">
                    <a:pos x="connsiteX2" y="connsiteY2"/>
                  </a:cxn>
                </a:cxnLst>
                <a:rect l="l" t="t" r="r" b="b"/>
                <a:pathLst>
                  <a:path w="10421" h="2773">
                    <a:moveTo>
                      <a:pt x="3070" y="30"/>
                    </a:moveTo>
                    <a:cubicBezTo>
                      <a:pt x="-4548" y="482"/>
                      <a:pt x="4001" y="3076"/>
                      <a:pt x="7351" y="2745"/>
                    </a:cubicBezTo>
                    <a:cubicBezTo>
                      <a:pt x="14974" y="2293"/>
                      <a:pt x="6413" y="-308"/>
                      <a:pt x="307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 name="Freeform: Shape 32">
                <a:extLst>
                  <a:ext uri="{FF2B5EF4-FFF2-40B4-BE49-F238E27FC236}">
                    <a16:creationId xmlns:a16="http://schemas.microsoft.com/office/drawing/2014/main" id="{3C8F6487-0083-0C26-5F69-FD39A0FB45B1}"/>
                  </a:ext>
                </a:extLst>
              </p:cNvPr>
              <p:cNvSpPr/>
              <p:nvPr/>
            </p:nvSpPr>
            <p:spPr>
              <a:xfrm>
                <a:off x="10748323" y="6774054"/>
                <a:ext cx="11903" cy="3477"/>
              </a:xfrm>
              <a:custGeom>
                <a:avLst/>
                <a:gdLst>
                  <a:gd name="connsiteX0" fmla="*/ 3266 w 11903"/>
                  <a:gd name="connsiteY0" fmla="*/ 38 h 3477"/>
                  <a:gd name="connsiteX1" fmla="*/ 8638 w 11903"/>
                  <a:gd name="connsiteY1" fmla="*/ 3438 h 3477"/>
                  <a:gd name="connsiteX2" fmla="*/ 3266 w 11903"/>
                  <a:gd name="connsiteY2" fmla="*/ 38 h 3477"/>
                </a:gdLst>
                <a:ahLst/>
                <a:cxnLst>
                  <a:cxn ang="0">
                    <a:pos x="connsiteX0" y="connsiteY0"/>
                  </a:cxn>
                  <a:cxn ang="0">
                    <a:pos x="connsiteX1" y="connsiteY1"/>
                  </a:cxn>
                  <a:cxn ang="0">
                    <a:pos x="connsiteX2" y="connsiteY2"/>
                  </a:cxn>
                </a:cxnLst>
                <a:rect l="l" t="t" r="r" b="b"/>
                <a:pathLst>
                  <a:path w="11903" h="3477">
                    <a:moveTo>
                      <a:pt x="3266" y="38"/>
                    </a:moveTo>
                    <a:cubicBezTo>
                      <a:pt x="-5221" y="638"/>
                      <a:pt x="5106" y="3867"/>
                      <a:pt x="8638" y="3438"/>
                    </a:cubicBezTo>
                    <a:cubicBezTo>
                      <a:pt x="17125" y="2838"/>
                      <a:pt x="6792" y="-385"/>
                      <a:pt x="326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 name="Freeform: Shape 33">
                <a:extLst>
                  <a:ext uri="{FF2B5EF4-FFF2-40B4-BE49-F238E27FC236}">
                    <a16:creationId xmlns:a16="http://schemas.microsoft.com/office/drawing/2014/main" id="{FACB78A4-8A8D-A070-34D0-A882717FC7F3}"/>
                  </a:ext>
                </a:extLst>
              </p:cNvPr>
              <p:cNvSpPr/>
              <p:nvPr/>
            </p:nvSpPr>
            <p:spPr>
              <a:xfrm>
                <a:off x="10915623" y="6880093"/>
                <a:ext cx="12336" cy="3689"/>
              </a:xfrm>
              <a:custGeom>
                <a:avLst/>
                <a:gdLst>
                  <a:gd name="connsiteX0" fmla="*/ 3318 w 12336"/>
                  <a:gd name="connsiteY0" fmla="*/ 41 h 3689"/>
                  <a:gd name="connsiteX1" fmla="*/ 9016 w 12336"/>
                  <a:gd name="connsiteY1" fmla="*/ 3647 h 3689"/>
                  <a:gd name="connsiteX2" fmla="*/ 3318 w 12336"/>
                  <a:gd name="connsiteY2" fmla="*/ 41 h 3689"/>
                </a:gdLst>
                <a:ahLst/>
                <a:cxnLst>
                  <a:cxn ang="0">
                    <a:pos x="connsiteX0" y="connsiteY0"/>
                  </a:cxn>
                  <a:cxn ang="0">
                    <a:pos x="connsiteX1" y="connsiteY1"/>
                  </a:cxn>
                  <a:cxn ang="0">
                    <a:pos x="connsiteX2" y="connsiteY2"/>
                  </a:cxn>
                </a:cxnLst>
                <a:rect l="l" t="t" r="r" b="b"/>
                <a:pathLst>
                  <a:path w="12336" h="3689">
                    <a:moveTo>
                      <a:pt x="3318" y="41"/>
                    </a:moveTo>
                    <a:cubicBezTo>
                      <a:pt x="-5409" y="693"/>
                      <a:pt x="5432" y="4104"/>
                      <a:pt x="9016" y="3647"/>
                    </a:cubicBezTo>
                    <a:cubicBezTo>
                      <a:pt x="17748" y="3001"/>
                      <a:pt x="6901" y="-411"/>
                      <a:pt x="3318"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 name="Freeform: Shape 34">
                <a:extLst>
                  <a:ext uri="{FF2B5EF4-FFF2-40B4-BE49-F238E27FC236}">
                    <a16:creationId xmlns:a16="http://schemas.microsoft.com/office/drawing/2014/main" id="{FCB4B981-EA5B-1FC8-D1A3-86070FED3F76}"/>
                  </a:ext>
                </a:extLst>
              </p:cNvPr>
              <p:cNvSpPr/>
              <p:nvPr/>
            </p:nvSpPr>
            <p:spPr>
              <a:xfrm>
                <a:off x="11485404" y="7241214"/>
                <a:ext cx="13868" cy="4491"/>
              </a:xfrm>
              <a:custGeom>
                <a:avLst/>
                <a:gdLst>
                  <a:gd name="connsiteX0" fmla="*/ 3471 w 13868"/>
                  <a:gd name="connsiteY0" fmla="*/ 50 h 4491"/>
                  <a:gd name="connsiteX1" fmla="*/ 10398 w 13868"/>
                  <a:gd name="connsiteY1" fmla="*/ 4440 h 4491"/>
                  <a:gd name="connsiteX2" fmla="*/ 3471 w 13868"/>
                  <a:gd name="connsiteY2" fmla="*/ 50 h 4491"/>
                </a:gdLst>
                <a:ahLst/>
                <a:cxnLst>
                  <a:cxn ang="0">
                    <a:pos x="connsiteX0" y="connsiteY0"/>
                  </a:cxn>
                  <a:cxn ang="0">
                    <a:pos x="connsiteX1" y="connsiteY1"/>
                  </a:cxn>
                  <a:cxn ang="0">
                    <a:pos x="connsiteX2" y="connsiteY2"/>
                  </a:cxn>
                </a:cxnLst>
                <a:rect l="l" t="t" r="r" b="b"/>
                <a:pathLst>
                  <a:path w="13868" h="4491">
                    <a:moveTo>
                      <a:pt x="3471" y="50"/>
                    </a:moveTo>
                    <a:cubicBezTo>
                      <a:pt x="-6061" y="890"/>
                      <a:pt x="6661" y="4994"/>
                      <a:pt x="10398" y="4440"/>
                    </a:cubicBezTo>
                    <a:cubicBezTo>
                      <a:pt x="19931" y="3599"/>
                      <a:pt x="7198" y="-498"/>
                      <a:pt x="347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 name="Freeform: Shape 35">
                <a:extLst>
                  <a:ext uri="{FF2B5EF4-FFF2-40B4-BE49-F238E27FC236}">
                    <a16:creationId xmlns:a16="http://schemas.microsoft.com/office/drawing/2014/main" id="{75B02AC7-9132-1796-669C-31FD3F24989B}"/>
                  </a:ext>
                </a:extLst>
              </p:cNvPr>
              <p:cNvSpPr/>
              <p:nvPr/>
            </p:nvSpPr>
            <p:spPr>
              <a:xfrm>
                <a:off x="11702309" y="7378684"/>
                <a:ext cx="14470" cy="4813"/>
              </a:xfrm>
              <a:custGeom>
                <a:avLst/>
                <a:gdLst>
                  <a:gd name="connsiteX0" fmla="*/ 3525 w 14470"/>
                  <a:gd name="connsiteY0" fmla="*/ 55 h 4813"/>
                  <a:gd name="connsiteX1" fmla="*/ 10949 w 14470"/>
                  <a:gd name="connsiteY1" fmla="*/ 4759 h 4813"/>
                  <a:gd name="connsiteX2" fmla="*/ 3525 w 14470"/>
                  <a:gd name="connsiteY2" fmla="*/ 55 h 4813"/>
                </a:gdLst>
                <a:ahLst/>
                <a:cxnLst>
                  <a:cxn ang="0">
                    <a:pos x="connsiteX0" y="connsiteY0"/>
                  </a:cxn>
                  <a:cxn ang="0">
                    <a:pos x="connsiteX1" y="connsiteY1"/>
                  </a:cxn>
                  <a:cxn ang="0">
                    <a:pos x="connsiteX2" y="connsiteY2"/>
                  </a:cxn>
                </a:cxnLst>
                <a:rect l="l" t="t" r="r" b="b"/>
                <a:pathLst>
                  <a:path w="14470" h="4813">
                    <a:moveTo>
                      <a:pt x="3525" y="55"/>
                    </a:moveTo>
                    <a:cubicBezTo>
                      <a:pt x="-6310" y="969"/>
                      <a:pt x="7160" y="5353"/>
                      <a:pt x="10949" y="4759"/>
                    </a:cubicBezTo>
                    <a:cubicBezTo>
                      <a:pt x="20779" y="3844"/>
                      <a:pt x="7303" y="-539"/>
                      <a:pt x="3525"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 name="Freeform: Shape 36">
                <a:extLst>
                  <a:ext uri="{FF2B5EF4-FFF2-40B4-BE49-F238E27FC236}">
                    <a16:creationId xmlns:a16="http://schemas.microsoft.com/office/drawing/2014/main" id="{AFB137DB-D65F-E4F8-2D95-D2417A10CEC2}"/>
                  </a:ext>
                </a:extLst>
              </p:cNvPr>
              <p:cNvSpPr/>
              <p:nvPr/>
            </p:nvSpPr>
            <p:spPr>
              <a:xfrm>
                <a:off x="11093370" y="6992750"/>
                <a:ext cx="12806" cy="3928"/>
              </a:xfrm>
              <a:custGeom>
                <a:avLst/>
                <a:gdLst>
                  <a:gd name="connsiteX0" fmla="*/ 3371 w 12806"/>
                  <a:gd name="connsiteY0" fmla="*/ 44 h 3928"/>
                  <a:gd name="connsiteX1" fmla="*/ 9434 w 12806"/>
                  <a:gd name="connsiteY1" fmla="*/ 3884 h 3928"/>
                  <a:gd name="connsiteX2" fmla="*/ 3371 w 12806"/>
                  <a:gd name="connsiteY2" fmla="*/ 44 h 3928"/>
                </a:gdLst>
                <a:ahLst/>
                <a:cxnLst>
                  <a:cxn ang="0">
                    <a:pos x="connsiteX0" y="connsiteY0"/>
                  </a:cxn>
                  <a:cxn ang="0">
                    <a:pos x="connsiteX1" y="connsiteY1"/>
                  </a:cxn>
                  <a:cxn ang="0">
                    <a:pos x="connsiteX2" y="connsiteY2"/>
                  </a:cxn>
                </a:cxnLst>
                <a:rect l="l" t="t" r="r" b="b"/>
                <a:pathLst>
                  <a:path w="12806" h="3928">
                    <a:moveTo>
                      <a:pt x="3371" y="44"/>
                    </a:moveTo>
                    <a:cubicBezTo>
                      <a:pt x="-5613" y="746"/>
                      <a:pt x="5800" y="4370"/>
                      <a:pt x="9434" y="3884"/>
                    </a:cubicBezTo>
                    <a:cubicBezTo>
                      <a:pt x="18424" y="3181"/>
                      <a:pt x="7000" y="-437"/>
                      <a:pt x="337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 name="Freeform: Shape 37">
                <a:extLst>
                  <a:ext uri="{FF2B5EF4-FFF2-40B4-BE49-F238E27FC236}">
                    <a16:creationId xmlns:a16="http://schemas.microsoft.com/office/drawing/2014/main" id="{F43646A5-E9B1-62B4-6851-AE9A1B140E30}"/>
                  </a:ext>
                </a:extLst>
              </p:cNvPr>
              <p:cNvSpPr/>
              <p:nvPr/>
            </p:nvSpPr>
            <p:spPr>
              <a:xfrm>
                <a:off x="11282718" y="7112894"/>
                <a:ext cx="13184" cy="4175"/>
              </a:xfrm>
              <a:custGeom>
                <a:avLst/>
                <a:gdLst>
                  <a:gd name="connsiteX0" fmla="*/ 3566 w 13184"/>
                  <a:gd name="connsiteY0" fmla="*/ 0 h 4175"/>
                  <a:gd name="connsiteX1" fmla="*/ 12728 w 13184"/>
                  <a:gd name="connsiteY1" fmla="*/ 2052 h 4175"/>
                  <a:gd name="connsiteX2" fmla="*/ 3566 w 13184"/>
                  <a:gd name="connsiteY2" fmla="*/ 0 h 4175"/>
                </a:gdLst>
                <a:ahLst/>
                <a:cxnLst>
                  <a:cxn ang="0">
                    <a:pos x="connsiteX0" y="connsiteY0"/>
                  </a:cxn>
                  <a:cxn ang="0">
                    <a:pos x="connsiteX1" y="connsiteY1"/>
                  </a:cxn>
                  <a:cxn ang="0">
                    <a:pos x="connsiteX2" y="connsiteY2"/>
                  </a:cxn>
                </a:cxnLst>
                <a:rect l="l" t="t" r="r" b="b"/>
                <a:pathLst>
                  <a:path w="13184" h="4175">
                    <a:moveTo>
                      <a:pt x="3566" y="0"/>
                    </a:moveTo>
                    <a:cubicBezTo>
                      <a:pt x="-9246" y="1074"/>
                      <a:pt x="16905" y="7407"/>
                      <a:pt x="12728" y="2052"/>
                    </a:cubicBezTo>
                    <a:cubicBezTo>
                      <a:pt x="10933" y="920"/>
                      <a:pt x="6835" y="0"/>
                      <a:pt x="356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 name="Freeform: Shape 38">
                <a:extLst>
                  <a:ext uri="{FF2B5EF4-FFF2-40B4-BE49-F238E27FC236}">
                    <a16:creationId xmlns:a16="http://schemas.microsoft.com/office/drawing/2014/main" id="{E75EC036-BC3D-3DF2-3A97-99A9A10E9150}"/>
                  </a:ext>
                </a:extLst>
              </p:cNvPr>
              <p:cNvSpPr/>
              <p:nvPr/>
            </p:nvSpPr>
            <p:spPr>
              <a:xfrm>
                <a:off x="9226490" y="4815906"/>
                <a:ext cx="8319" cy="7318"/>
              </a:xfrm>
              <a:custGeom>
                <a:avLst/>
                <a:gdLst>
                  <a:gd name="connsiteX0" fmla="*/ 2909 w 8319"/>
                  <a:gd name="connsiteY0" fmla="*/ 130 h 7318"/>
                  <a:gd name="connsiteX1" fmla="*/ 8189 w 8319"/>
                  <a:gd name="connsiteY1" fmla="*/ 2742 h 7318"/>
                  <a:gd name="connsiteX2" fmla="*/ 2909 w 8319"/>
                  <a:gd name="connsiteY2" fmla="*/ 130 h 7318"/>
                </a:gdLst>
                <a:ahLst/>
                <a:cxnLst>
                  <a:cxn ang="0">
                    <a:pos x="connsiteX0" y="connsiteY0"/>
                  </a:cxn>
                  <a:cxn ang="0">
                    <a:pos x="connsiteX1" y="connsiteY1"/>
                  </a:cxn>
                  <a:cxn ang="0">
                    <a:pos x="connsiteX2" y="connsiteY2"/>
                  </a:cxn>
                </a:cxnLst>
                <a:rect l="l" t="t" r="r" b="b"/>
                <a:pathLst>
                  <a:path w="8319" h="7318">
                    <a:moveTo>
                      <a:pt x="2909" y="130"/>
                    </a:moveTo>
                    <a:cubicBezTo>
                      <a:pt x="-6453" y="4399"/>
                      <a:pt x="9932" y="12417"/>
                      <a:pt x="8189" y="2742"/>
                    </a:cubicBezTo>
                    <a:cubicBezTo>
                      <a:pt x="7417" y="770"/>
                      <a:pt x="5057" y="-407"/>
                      <a:pt x="2909"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 name="Freeform: Shape 39">
                <a:extLst>
                  <a:ext uri="{FF2B5EF4-FFF2-40B4-BE49-F238E27FC236}">
                    <a16:creationId xmlns:a16="http://schemas.microsoft.com/office/drawing/2014/main" id="{4C1C73D8-F2E6-728E-5DDB-14A1F8163D87}"/>
                  </a:ext>
                </a:extLst>
              </p:cNvPr>
              <p:cNvSpPr/>
              <p:nvPr/>
            </p:nvSpPr>
            <p:spPr>
              <a:xfrm>
                <a:off x="9144132" y="4581266"/>
                <a:ext cx="7936" cy="8476"/>
              </a:xfrm>
              <a:custGeom>
                <a:avLst/>
                <a:gdLst>
                  <a:gd name="connsiteX0" fmla="*/ 2633 w 7936"/>
                  <a:gd name="connsiteY0" fmla="*/ 209 h 8476"/>
                  <a:gd name="connsiteX1" fmla="*/ 5308 w 7936"/>
                  <a:gd name="connsiteY1" fmla="*/ 8267 h 8476"/>
                  <a:gd name="connsiteX2" fmla="*/ 2633 w 7936"/>
                  <a:gd name="connsiteY2" fmla="*/ 209 h 8476"/>
                </a:gdLst>
                <a:ahLst/>
                <a:cxnLst>
                  <a:cxn ang="0">
                    <a:pos x="connsiteX0" y="connsiteY0"/>
                  </a:cxn>
                  <a:cxn ang="0">
                    <a:pos x="connsiteX1" y="connsiteY1"/>
                  </a:cxn>
                  <a:cxn ang="0">
                    <a:pos x="connsiteX2" y="connsiteY2"/>
                  </a:cxn>
                </a:cxnLst>
                <a:rect l="l" t="t" r="r" b="b"/>
                <a:pathLst>
                  <a:path w="7936" h="8476">
                    <a:moveTo>
                      <a:pt x="2633" y="209"/>
                    </a:moveTo>
                    <a:cubicBezTo>
                      <a:pt x="-2373" y="1706"/>
                      <a:pt x="456" y="9879"/>
                      <a:pt x="5308" y="8267"/>
                    </a:cubicBezTo>
                    <a:cubicBezTo>
                      <a:pt x="10321" y="6781"/>
                      <a:pt x="7457" y="-1403"/>
                      <a:pt x="2633" y="2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 name="Freeform: Shape 40">
                <a:extLst>
                  <a:ext uri="{FF2B5EF4-FFF2-40B4-BE49-F238E27FC236}">
                    <a16:creationId xmlns:a16="http://schemas.microsoft.com/office/drawing/2014/main" id="{FE1EF46B-0E3E-EDAB-70F2-69DF3A66C910}"/>
                  </a:ext>
                </a:extLst>
              </p:cNvPr>
              <p:cNvSpPr/>
              <p:nvPr/>
            </p:nvSpPr>
            <p:spPr>
              <a:xfrm>
                <a:off x="9064958" y="4342495"/>
                <a:ext cx="7747" cy="8040"/>
              </a:xfrm>
              <a:custGeom>
                <a:avLst/>
                <a:gdLst>
                  <a:gd name="connsiteX0" fmla="*/ 2592 w 7747"/>
                  <a:gd name="connsiteY0" fmla="*/ 281 h 8040"/>
                  <a:gd name="connsiteX1" fmla="*/ 5152 w 7747"/>
                  <a:gd name="connsiteY1" fmla="*/ 7757 h 8040"/>
                  <a:gd name="connsiteX2" fmla="*/ 2592 w 7747"/>
                  <a:gd name="connsiteY2" fmla="*/ 281 h 8040"/>
                </a:gdLst>
                <a:ahLst/>
                <a:cxnLst>
                  <a:cxn ang="0">
                    <a:pos x="connsiteX0" y="connsiteY0"/>
                  </a:cxn>
                  <a:cxn ang="0">
                    <a:pos x="connsiteX1" y="connsiteY1"/>
                  </a:cxn>
                  <a:cxn ang="0">
                    <a:pos x="connsiteX2" y="connsiteY2"/>
                  </a:cxn>
                </a:cxnLst>
                <a:rect l="l" t="t" r="r" b="b"/>
                <a:pathLst>
                  <a:path w="7747" h="8040">
                    <a:moveTo>
                      <a:pt x="2592" y="281"/>
                    </a:moveTo>
                    <a:cubicBezTo>
                      <a:pt x="-2221" y="1939"/>
                      <a:pt x="271" y="9597"/>
                      <a:pt x="5152" y="7757"/>
                    </a:cubicBezTo>
                    <a:cubicBezTo>
                      <a:pt x="9975" y="6116"/>
                      <a:pt x="7467" y="-1553"/>
                      <a:pt x="2592" y="2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 name="Freeform: Shape 41">
                <a:extLst>
                  <a:ext uri="{FF2B5EF4-FFF2-40B4-BE49-F238E27FC236}">
                    <a16:creationId xmlns:a16="http://schemas.microsoft.com/office/drawing/2014/main" id="{6C4FAAC4-20BD-6604-89E1-22F51AE783A2}"/>
                  </a:ext>
                </a:extLst>
              </p:cNvPr>
              <p:cNvSpPr/>
              <p:nvPr/>
            </p:nvSpPr>
            <p:spPr>
              <a:xfrm>
                <a:off x="9312933" y="5001470"/>
                <a:ext cx="8393" cy="5209"/>
              </a:xfrm>
              <a:custGeom>
                <a:avLst/>
                <a:gdLst>
                  <a:gd name="connsiteX0" fmla="*/ 2739 w 8393"/>
                  <a:gd name="connsiteY0" fmla="*/ 212 h 5209"/>
                  <a:gd name="connsiteX1" fmla="*/ 5654 w 8393"/>
                  <a:gd name="connsiteY1" fmla="*/ 4990 h 5209"/>
                  <a:gd name="connsiteX2" fmla="*/ 2739 w 8393"/>
                  <a:gd name="connsiteY2" fmla="*/ 212 h 5209"/>
                </a:gdLst>
                <a:ahLst/>
                <a:cxnLst>
                  <a:cxn ang="0">
                    <a:pos x="connsiteX0" y="connsiteY0"/>
                  </a:cxn>
                  <a:cxn ang="0">
                    <a:pos x="connsiteX1" y="connsiteY1"/>
                  </a:cxn>
                  <a:cxn ang="0">
                    <a:pos x="connsiteX2" y="connsiteY2"/>
                  </a:cxn>
                </a:cxnLst>
                <a:rect l="l" t="t" r="r" b="b"/>
                <a:pathLst>
                  <a:path w="8393" h="5209">
                    <a:moveTo>
                      <a:pt x="2739" y="212"/>
                    </a:moveTo>
                    <a:cubicBezTo>
                      <a:pt x="-3039" y="1813"/>
                      <a:pt x="1487" y="6242"/>
                      <a:pt x="5654" y="4990"/>
                    </a:cubicBezTo>
                    <a:cubicBezTo>
                      <a:pt x="11455" y="3424"/>
                      <a:pt x="6866" y="-1017"/>
                      <a:pt x="2739"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 name="Freeform: Shape 42">
                <a:extLst>
                  <a:ext uri="{FF2B5EF4-FFF2-40B4-BE49-F238E27FC236}">
                    <a16:creationId xmlns:a16="http://schemas.microsoft.com/office/drawing/2014/main" id="{4A2812B1-EA2D-10BC-3EEE-51BF577F4578}"/>
                  </a:ext>
                </a:extLst>
              </p:cNvPr>
              <p:cNvSpPr/>
              <p:nvPr/>
            </p:nvSpPr>
            <p:spPr>
              <a:xfrm>
                <a:off x="8988996" y="4144304"/>
                <a:ext cx="7582" cy="6300"/>
              </a:xfrm>
              <a:custGeom>
                <a:avLst/>
                <a:gdLst>
                  <a:gd name="connsiteX0" fmla="*/ 2561 w 7582"/>
                  <a:gd name="connsiteY0" fmla="*/ 442 h 6300"/>
                  <a:gd name="connsiteX1" fmla="*/ 5019 w 7582"/>
                  <a:gd name="connsiteY1" fmla="*/ 5860 h 6300"/>
                  <a:gd name="connsiteX2" fmla="*/ 2561 w 7582"/>
                  <a:gd name="connsiteY2" fmla="*/ 442 h 6300"/>
                </a:gdLst>
                <a:ahLst/>
                <a:cxnLst>
                  <a:cxn ang="0">
                    <a:pos x="connsiteX0" y="connsiteY0"/>
                  </a:cxn>
                  <a:cxn ang="0">
                    <a:pos x="connsiteX1" y="connsiteY1"/>
                  </a:cxn>
                  <a:cxn ang="0">
                    <a:pos x="connsiteX2" y="connsiteY2"/>
                  </a:cxn>
                </a:cxnLst>
                <a:rect l="l" t="t" r="r" b="b"/>
                <a:pathLst>
                  <a:path w="7582" h="6300">
                    <a:moveTo>
                      <a:pt x="2561" y="442"/>
                    </a:moveTo>
                    <a:cubicBezTo>
                      <a:pt x="-2262" y="2425"/>
                      <a:pt x="395" y="7878"/>
                      <a:pt x="5019" y="5860"/>
                    </a:cubicBezTo>
                    <a:cubicBezTo>
                      <a:pt x="9848" y="3883"/>
                      <a:pt x="7184" y="-1581"/>
                      <a:pt x="2561"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 name="Freeform: Shape 43">
                <a:extLst>
                  <a:ext uri="{FF2B5EF4-FFF2-40B4-BE49-F238E27FC236}">
                    <a16:creationId xmlns:a16="http://schemas.microsoft.com/office/drawing/2014/main" id="{A0056D08-6CB0-A406-74DF-8C453BAB2B43}"/>
                  </a:ext>
                </a:extLst>
              </p:cNvPr>
              <p:cNvSpPr/>
              <p:nvPr/>
            </p:nvSpPr>
            <p:spPr>
              <a:xfrm>
                <a:off x="9496287" y="5270124"/>
                <a:ext cx="8949" cy="7235"/>
              </a:xfrm>
              <a:custGeom>
                <a:avLst/>
                <a:gdLst>
                  <a:gd name="connsiteX0" fmla="*/ 3042 w 8949"/>
                  <a:gd name="connsiteY0" fmla="*/ 94 h 7235"/>
                  <a:gd name="connsiteX1" fmla="*/ 8786 w 8949"/>
                  <a:gd name="connsiteY1" fmla="*/ 2831 h 7235"/>
                  <a:gd name="connsiteX2" fmla="*/ 3042 w 8949"/>
                  <a:gd name="connsiteY2" fmla="*/ 94 h 7235"/>
                </a:gdLst>
                <a:ahLst/>
                <a:cxnLst>
                  <a:cxn ang="0">
                    <a:pos x="connsiteX0" y="connsiteY0"/>
                  </a:cxn>
                  <a:cxn ang="0">
                    <a:pos x="connsiteX1" y="connsiteY1"/>
                  </a:cxn>
                  <a:cxn ang="0">
                    <a:pos x="connsiteX2" y="connsiteY2"/>
                  </a:cxn>
                </a:cxnLst>
                <a:rect l="l" t="t" r="r" b="b"/>
                <a:pathLst>
                  <a:path w="8949" h="7235">
                    <a:moveTo>
                      <a:pt x="3042" y="94"/>
                    </a:moveTo>
                    <a:cubicBezTo>
                      <a:pt x="-6879" y="4003"/>
                      <a:pt x="10815" y="12381"/>
                      <a:pt x="8786" y="2831"/>
                    </a:cubicBezTo>
                    <a:cubicBezTo>
                      <a:pt x="7912" y="865"/>
                      <a:pt x="5340" y="-358"/>
                      <a:pt x="3042"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 name="Freeform: Shape 44">
                <a:extLst>
                  <a:ext uri="{FF2B5EF4-FFF2-40B4-BE49-F238E27FC236}">
                    <a16:creationId xmlns:a16="http://schemas.microsoft.com/office/drawing/2014/main" id="{D891022F-6704-BFE5-88A8-2AAEFAA64693}"/>
                  </a:ext>
                </a:extLst>
              </p:cNvPr>
              <p:cNvSpPr/>
              <p:nvPr/>
            </p:nvSpPr>
            <p:spPr>
              <a:xfrm>
                <a:off x="9594328" y="5497965"/>
                <a:ext cx="9194" cy="7510"/>
              </a:xfrm>
              <a:custGeom>
                <a:avLst/>
                <a:gdLst>
                  <a:gd name="connsiteX0" fmla="*/ 3094 w 9194"/>
                  <a:gd name="connsiteY0" fmla="*/ 71 h 7510"/>
                  <a:gd name="connsiteX1" fmla="*/ 9020 w 9194"/>
                  <a:gd name="connsiteY1" fmla="*/ 3054 h 7510"/>
                  <a:gd name="connsiteX2" fmla="*/ 3094 w 9194"/>
                  <a:gd name="connsiteY2" fmla="*/ 71 h 7510"/>
                </a:gdLst>
                <a:ahLst/>
                <a:cxnLst>
                  <a:cxn ang="0">
                    <a:pos x="connsiteX0" y="connsiteY0"/>
                  </a:cxn>
                  <a:cxn ang="0">
                    <a:pos x="connsiteX1" y="connsiteY1"/>
                  </a:cxn>
                  <a:cxn ang="0">
                    <a:pos x="connsiteX2" y="connsiteY2"/>
                  </a:cxn>
                </a:cxnLst>
                <a:rect l="l" t="t" r="r" b="b"/>
                <a:pathLst>
                  <a:path w="9194" h="7510">
                    <a:moveTo>
                      <a:pt x="3094" y="71"/>
                    </a:moveTo>
                    <a:cubicBezTo>
                      <a:pt x="-7039" y="3854"/>
                      <a:pt x="11146" y="12930"/>
                      <a:pt x="9020" y="3054"/>
                    </a:cubicBezTo>
                    <a:cubicBezTo>
                      <a:pt x="8100" y="1008"/>
                      <a:pt x="5448" y="-329"/>
                      <a:pt x="3094"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 name="Freeform: Shape 45">
                <a:extLst>
                  <a:ext uri="{FF2B5EF4-FFF2-40B4-BE49-F238E27FC236}">
                    <a16:creationId xmlns:a16="http://schemas.microsoft.com/office/drawing/2014/main" id="{0651E0CF-3F79-999F-B727-598400DAD417}"/>
                  </a:ext>
                </a:extLst>
              </p:cNvPr>
              <p:cNvSpPr/>
              <p:nvPr/>
            </p:nvSpPr>
            <p:spPr>
              <a:xfrm>
                <a:off x="9697367" y="5686641"/>
                <a:ext cx="9351" cy="4759"/>
              </a:xfrm>
              <a:custGeom>
                <a:avLst/>
                <a:gdLst>
                  <a:gd name="connsiteX0" fmla="*/ 2937 w 9351"/>
                  <a:gd name="connsiteY0" fmla="*/ 167 h 4759"/>
                  <a:gd name="connsiteX1" fmla="*/ 6417 w 9351"/>
                  <a:gd name="connsiteY1" fmla="*/ 4584 h 4759"/>
                  <a:gd name="connsiteX2" fmla="*/ 2937 w 9351"/>
                  <a:gd name="connsiteY2" fmla="*/ 167 h 4759"/>
                </a:gdLst>
                <a:ahLst/>
                <a:cxnLst>
                  <a:cxn ang="0">
                    <a:pos x="connsiteX0" y="connsiteY0"/>
                  </a:cxn>
                  <a:cxn ang="0">
                    <a:pos x="connsiteX1" y="connsiteY1"/>
                  </a:cxn>
                  <a:cxn ang="0">
                    <a:pos x="connsiteX2" y="connsiteY2"/>
                  </a:cxn>
                </a:cxnLst>
                <a:rect l="l" t="t" r="r" b="b"/>
                <a:pathLst>
                  <a:path w="9351" h="4759">
                    <a:moveTo>
                      <a:pt x="2937" y="167"/>
                    </a:moveTo>
                    <a:cubicBezTo>
                      <a:pt x="-3664" y="1687"/>
                      <a:pt x="2360" y="5636"/>
                      <a:pt x="6417" y="4584"/>
                    </a:cubicBezTo>
                    <a:cubicBezTo>
                      <a:pt x="13035" y="3109"/>
                      <a:pt x="6949" y="-857"/>
                      <a:pt x="293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 name="Freeform: Shape 46">
                <a:extLst>
                  <a:ext uri="{FF2B5EF4-FFF2-40B4-BE49-F238E27FC236}">
                    <a16:creationId xmlns:a16="http://schemas.microsoft.com/office/drawing/2014/main" id="{051109D7-C28D-918F-2510-0331E46071AE}"/>
                  </a:ext>
                </a:extLst>
              </p:cNvPr>
              <p:cNvSpPr/>
              <p:nvPr/>
            </p:nvSpPr>
            <p:spPr>
              <a:xfrm>
                <a:off x="9806255" y="5851929"/>
                <a:ext cx="9626" cy="10228"/>
              </a:xfrm>
              <a:custGeom>
                <a:avLst/>
                <a:gdLst>
                  <a:gd name="connsiteX0" fmla="*/ 2959 w 9626"/>
                  <a:gd name="connsiteY0" fmla="*/ 94 h 10228"/>
                  <a:gd name="connsiteX1" fmla="*/ 6668 w 9626"/>
                  <a:gd name="connsiteY1" fmla="*/ 10140 h 10228"/>
                  <a:gd name="connsiteX2" fmla="*/ 2959 w 9626"/>
                  <a:gd name="connsiteY2" fmla="*/ 94 h 10228"/>
                </a:gdLst>
                <a:ahLst/>
                <a:cxnLst>
                  <a:cxn ang="0">
                    <a:pos x="connsiteX0" y="connsiteY0"/>
                  </a:cxn>
                  <a:cxn ang="0">
                    <a:pos x="connsiteX1" y="connsiteY1"/>
                  </a:cxn>
                  <a:cxn ang="0">
                    <a:pos x="connsiteX2" y="connsiteY2"/>
                  </a:cxn>
                </a:cxnLst>
                <a:rect l="l" t="t" r="r" b="b"/>
                <a:pathLst>
                  <a:path w="9626" h="10228">
                    <a:moveTo>
                      <a:pt x="2959" y="94"/>
                    </a:moveTo>
                    <a:cubicBezTo>
                      <a:pt x="-3425" y="1299"/>
                      <a:pt x="1793" y="11261"/>
                      <a:pt x="6668" y="10140"/>
                    </a:cubicBezTo>
                    <a:cubicBezTo>
                      <a:pt x="13029" y="8929"/>
                      <a:pt x="7879" y="-1067"/>
                      <a:pt x="295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 name="Freeform: Shape 47">
                <a:extLst>
                  <a:ext uri="{FF2B5EF4-FFF2-40B4-BE49-F238E27FC236}">
                    <a16:creationId xmlns:a16="http://schemas.microsoft.com/office/drawing/2014/main" id="{374C79C1-9250-2F0B-83C1-C196FAE1D637}"/>
                  </a:ext>
                </a:extLst>
              </p:cNvPr>
              <p:cNvSpPr/>
              <p:nvPr/>
            </p:nvSpPr>
            <p:spPr>
              <a:xfrm>
                <a:off x="9402880" y="5102412"/>
                <a:ext cx="8597" cy="4047"/>
              </a:xfrm>
              <a:custGeom>
                <a:avLst/>
                <a:gdLst>
                  <a:gd name="connsiteX0" fmla="*/ 2786 w 8597"/>
                  <a:gd name="connsiteY0" fmla="*/ 265 h 4047"/>
                  <a:gd name="connsiteX1" fmla="*/ 5810 w 8597"/>
                  <a:gd name="connsiteY1" fmla="*/ 3791 h 4047"/>
                  <a:gd name="connsiteX2" fmla="*/ 2786 w 8597"/>
                  <a:gd name="connsiteY2" fmla="*/ 265 h 4047"/>
                </a:gdLst>
                <a:ahLst/>
                <a:cxnLst>
                  <a:cxn ang="0">
                    <a:pos x="connsiteX0" y="connsiteY0"/>
                  </a:cxn>
                  <a:cxn ang="0">
                    <a:pos x="connsiteX1" y="connsiteY1"/>
                  </a:cxn>
                  <a:cxn ang="0">
                    <a:pos x="connsiteX2" y="connsiteY2"/>
                  </a:cxn>
                </a:cxnLst>
                <a:rect l="l" t="t" r="r" b="b"/>
                <a:pathLst>
                  <a:path w="8597" h="4047">
                    <a:moveTo>
                      <a:pt x="2786" y="265"/>
                    </a:moveTo>
                    <a:cubicBezTo>
                      <a:pt x="-3312" y="1917"/>
                      <a:pt x="1941" y="4946"/>
                      <a:pt x="5810" y="3791"/>
                    </a:cubicBezTo>
                    <a:cubicBezTo>
                      <a:pt x="11902" y="2117"/>
                      <a:pt x="6673" y="-912"/>
                      <a:pt x="2786"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 name="Freeform: Shape 48">
                <a:extLst>
                  <a:ext uri="{FF2B5EF4-FFF2-40B4-BE49-F238E27FC236}">
                    <a16:creationId xmlns:a16="http://schemas.microsoft.com/office/drawing/2014/main" id="{6A60BC53-2E0A-0B29-C19D-F3E993631D00}"/>
                  </a:ext>
                </a:extLst>
              </p:cNvPr>
              <p:cNvSpPr/>
              <p:nvPr/>
            </p:nvSpPr>
            <p:spPr>
              <a:xfrm>
                <a:off x="9921025" y="6185441"/>
                <a:ext cx="9968" cy="9401"/>
              </a:xfrm>
              <a:custGeom>
                <a:avLst/>
                <a:gdLst>
                  <a:gd name="connsiteX0" fmla="*/ 3220 w 9968"/>
                  <a:gd name="connsiteY0" fmla="*/ 1 h 9401"/>
                  <a:gd name="connsiteX1" fmla="*/ 9747 w 9968"/>
                  <a:gd name="connsiteY1" fmla="*/ 4636 h 9401"/>
                  <a:gd name="connsiteX2" fmla="*/ 3220 w 9968"/>
                  <a:gd name="connsiteY2" fmla="*/ 1 h 9401"/>
                </a:gdLst>
                <a:ahLst/>
                <a:cxnLst>
                  <a:cxn ang="0">
                    <a:pos x="connsiteX0" y="connsiteY0"/>
                  </a:cxn>
                  <a:cxn ang="0">
                    <a:pos x="connsiteX1" y="connsiteY1"/>
                  </a:cxn>
                  <a:cxn ang="0">
                    <a:pos x="connsiteX2" y="connsiteY2"/>
                  </a:cxn>
                </a:cxnLst>
                <a:rect l="l" t="t" r="r" b="b"/>
                <a:pathLst>
                  <a:path w="9968" h="9401">
                    <a:moveTo>
                      <a:pt x="3220" y="1"/>
                    </a:moveTo>
                    <a:cubicBezTo>
                      <a:pt x="-7518" y="2658"/>
                      <a:pt x="12250" y="16568"/>
                      <a:pt x="9747" y="4636"/>
                    </a:cubicBezTo>
                    <a:cubicBezTo>
                      <a:pt x="8673" y="2058"/>
                      <a:pt x="5746" y="-39"/>
                      <a:pt x="32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 name="Freeform: Shape 49">
                <a:extLst>
                  <a:ext uri="{FF2B5EF4-FFF2-40B4-BE49-F238E27FC236}">
                    <a16:creationId xmlns:a16="http://schemas.microsoft.com/office/drawing/2014/main" id="{B01FDFCD-6D4D-C809-ED62-A19DBB1C8D28}"/>
                  </a:ext>
                </a:extLst>
              </p:cNvPr>
              <p:cNvSpPr/>
              <p:nvPr/>
            </p:nvSpPr>
            <p:spPr>
              <a:xfrm>
                <a:off x="11935145" y="7526146"/>
                <a:ext cx="14764" cy="5156"/>
              </a:xfrm>
              <a:custGeom>
                <a:avLst/>
                <a:gdLst>
                  <a:gd name="connsiteX0" fmla="*/ 3324 w 14764"/>
                  <a:gd name="connsiteY0" fmla="*/ 0 h 5156"/>
                  <a:gd name="connsiteX1" fmla="*/ 14765 w 14764"/>
                  <a:gd name="connsiteY1" fmla="*/ 4303 h 5156"/>
                  <a:gd name="connsiteX2" fmla="*/ 3324 w 14764"/>
                  <a:gd name="connsiteY2" fmla="*/ 0 h 5156"/>
                </a:gdLst>
                <a:ahLst/>
                <a:cxnLst>
                  <a:cxn ang="0">
                    <a:pos x="connsiteX0" y="connsiteY0"/>
                  </a:cxn>
                  <a:cxn ang="0">
                    <a:pos x="connsiteX1" y="connsiteY1"/>
                  </a:cxn>
                  <a:cxn ang="0">
                    <a:pos x="connsiteX2" y="connsiteY2"/>
                  </a:cxn>
                </a:cxnLst>
                <a:rect l="l" t="t" r="r" b="b"/>
                <a:pathLst>
                  <a:path w="14764" h="5156">
                    <a:moveTo>
                      <a:pt x="3324" y="0"/>
                    </a:moveTo>
                    <a:cubicBezTo>
                      <a:pt x="-7707" y="1343"/>
                      <a:pt x="12022" y="7355"/>
                      <a:pt x="14765" y="4303"/>
                    </a:cubicBezTo>
                    <a:cubicBezTo>
                      <a:pt x="14799" y="766"/>
                      <a:pt x="6335" y="246"/>
                      <a:pt x="33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 name="Freeform: Shape 50">
                <a:extLst>
                  <a:ext uri="{FF2B5EF4-FFF2-40B4-BE49-F238E27FC236}">
                    <a16:creationId xmlns:a16="http://schemas.microsoft.com/office/drawing/2014/main" id="{E8337D3F-3FE7-577E-5201-6FFC8EAEDAB5}"/>
                  </a:ext>
                </a:extLst>
              </p:cNvPr>
              <p:cNvSpPr/>
              <p:nvPr/>
            </p:nvSpPr>
            <p:spPr>
              <a:xfrm>
                <a:off x="8720452" y="4146326"/>
                <a:ext cx="7240" cy="5317"/>
              </a:xfrm>
              <a:custGeom>
                <a:avLst/>
                <a:gdLst>
                  <a:gd name="connsiteX0" fmla="*/ 2506 w 7240"/>
                  <a:gd name="connsiteY0" fmla="*/ 1832 h 5317"/>
                  <a:gd name="connsiteX1" fmla="*/ 7204 w 7240"/>
                  <a:gd name="connsiteY1" fmla="*/ 146 h 5317"/>
                  <a:gd name="connsiteX2" fmla="*/ 2506 w 7240"/>
                  <a:gd name="connsiteY2" fmla="*/ 1832 h 5317"/>
                </a:gdLst>
                <a:ahLst/>
                <a:cxnLst>
                  <a:cxn ang="0">
                    <a:pos x="connsiteX0" y="connsiteY0"/>
                  </a:cxn>
                  <a:cxn ang="0">
                    <a:pos x="connsiteX1" y="connsiteY1"/>
                  </a:cxn>
                  <a:cxn ang="0">
                    <a:pos x="connsiteX2" y="connsiteY2"/>
                  </a:cxn>
                </a:cxnLst>
                <a:rect l="l" t="t" r="r" b="b"/>
                <a:pathLst>
                  <a:path w="7240" h="5317">
                    <a:moveTo>
                      <a:pt x="2506" y="1832"/>
                    </a:moveTo>
                    <a:cubicBezTo>
                      <a:pt x="-5410" y="8364"/>
                      <a:pt x="8032" y="4495"/>
                      <a:pt x="7204" y="146"/>
                    </a:cubicBezTo>
                    <a:cubicBezTo>
                      <a:pt x="5935" y="-454"/>
                      <a:pt x="3826" y="929"/>
                      <a:pt x="2506" y="1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 name="Freeform: Shape 51">
                <a:extLst>
                  <a:ext uri="{FF2B5EF4-FFF2-40B4-BE49-F238E27FC236}">
                    <a16:creationId xmlns:a16="http://schemas.microsoft.com/office/drawing/2014/main" id="{1E746B9C-846A-28AB-4977-6432CB39A06F}"/>
                  </a:ext>
                </a:extLst>
              </p:cNvPr>
              <p:cNvSpPr/>
              <p:nvPr/>
            </p:nvSpPr>
            <p:spPr>
              <a:xfrm>
                <a:off x="10304300" y="6674044"/>
                <a:ext cx="11384" cy="3280"/>
              </a:xfrm>
              <a:custGeom>
                <a:avLst/>
                <a:gdLst>
                  <a:gd name="connsiteX0" fmla="*/ 3296 w 11384"/>
                  <a:gd name="connsiteY0" fmla="*/ 35 h 3280"/>
                  <a:gd name="connsiteX1" fmla="*/ 8086 w 11384"/>
                  <a:gd name="connsiteY1" fmla="*/ 3247 h 3280"/>
                  <a:gd name="connsiteX2" fmla="*/ 3296 w 11384"/>
                  <a:gd name="connsiteY2" fmla="*/ 35 h 3280"/>
                </a:gdLst>
                <a:ahLst/>
                <a:cxnLst>
                  <a:cxn ang="0">
                    <a:pos x="connsiteX0" y="connsiteY0"/>
                  </a:cxn>
                  <a:cxn ang="0">
                    <a:pos x="connsiteX1" y="connsiteY1"/>
                  </a:cxn>
                  <a:cxn ang="0">
                    <a:pos x="connsiteX2" y="connsiteY2"/>
                  </a:cxn>
                </a:cxnLst>
                <a:rect l="l" t="t" r="r" b="b"/>
                <a:pathLst>
                  <a:path w="11384" h="3280">
                    <a:moveTo>
                      <a:pt x="3296" y="35"/>
                    </a:moveTo>
                    <a:cubicBezTo>
                      <a:pt x="-4967" y="572"/>
                      <a:pt x="4474" y="3635"/>
                      <a:pt x="8086" y="3247"/>
                    </a:cubicBezTo>
                    <a:cubicBezTo>
                      <a:pt x="16355" y="2704"/>
                      <a:pt x="6909" y="-359"/>
                      <a:pt x="3296"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 name="Freeform: Shape 52">
                <a:extLst>
                  <a:ext uri="{FF2B5EF4-FFF2-40B4-BE49-F238E27FC236}">
                    <a16:creationId xmlns:a16="http://schemas.microsoft.com/office/drawing/2014/main" id="{5D3DC078-39E4-E082-AEB7-3EAC7A23BDA8}"/>
                  </a:ext>
                </a:extLst>
              </p:cNvPr>
              <p:cNvSpPr/>
              <p:nvPr/>
            </p:nvSpPr>
            <p:spPr>
              <a:xfrm>
                <a:off x="10453413" y="6774092"/>
                <a:ext cx="11675" cy="3471"/>
              </a:xfrm>
              <a:custGeom>
                <a:avLst/>
                <a:gdLst>
                  <a:gd name="connsiteX0" fmla="*/ 3494 w 11675"/>
                  <a:gd name="connsiteY0" fmla="*/ 0 h 3471"/>
                  <a:gd name="connsiteX1" fmla="*/ 11426 w 11675"/>
                  <a:gd name="connsiteY1" fmla="*/ 1697 h 3471"/>
                  <a:gd name="connsiteX2" fmla="*/ 3494 w 11675"/>
                  <a:gd name="connsiteY2" fmla="*/ 0 h 3471"/>
                </a:gdLst>
                <a:ahLst/>
                <a:cxnLst>
                  <a:cxn ang="0">
                    <a:pos x="connsiteX0" y="connsiteY0"/>
                  </a:cxn>
                  <a:cxn ang="0">
                    <a:pos x="connsiteX1" y="connsiteY1"/>
                  </a:cxn>
                  <a:cxn ang="0">
                    <a:pos x="connsiteX2" y="connsiteY2"/>
                  </a:cxn>
                </a:cxnLst>
                <a:rect l="l" t="t" r="r" b="b"/>
                <a:pathLst>
                  <a:path w="11675" h="3471">
                    <a:moveTo>
                      <a:pt x="3494" y="0"/>
                    </a:moveTo>
                    <a:cubicBezTo>
                      <a:pt x="-8444" y="863"/>
                      <a:pt x="14273" y="6178"/>
                      <a:pt x="11426" y="1697"/>
                    </a:cubicBezTo>
                    <a:cubicBezTo>
                      <a:pt x="10020" y="760"/>
                      <a:pt x="6472" y="0"/>
                      <a:pt x="34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 name="Freeform: Shape 53">
                <a:extLst>
                  <a:ext uri="{FF2B5EF4-FFF2-40B4-BE49-F238E27FC236}">
                    <a16:creationId xmlns:a16="http://schemas.microsoft.com/office/drawing/2014/main" id="{77CC0624-52BC-D660-FCF6-606D89A197FA}"/>
                  </a:ext>
                </a:extLst>
              </p:cNvPr>
              <p:cNvSpPr/>
              <p:nvPr/>
            </p:nvSpPr>
            <p:spPr>
              <a:xfrm>
                <a:off x="10611656" y="6880134"/>
                <a:ext cx="12093" cy="3680"/>
              </a:xfrm>
              <a:custGeom>
                <a:avLst/>
                <a:gdLst>
                  <a:gd name="connsiteX0" fmla="*/ 3556 w 12093"/>
                  <a:gd name="connsiteY0" fmla="*/ 0 h 3680"/>
                  <a:gd name="connsiteX1" fmla="*/ 11808 w 12093"/>
                  <a:gd name="connsiteY1" fmla="*/ 1805 h 3680"/>
                  <a:gd name="connsiteX2" fmla="*/ 3556 w 12093"/>
                  <a:gd name="connsiteY2" fmla="*/ 0 h 3680"/>
                </a:gdLst>
                <a:ahLst/>
                <a:cxnLst>
                  <a:cxn ang="0">
                    <a:pos x="connsiteX0" y="connsiteY0"/>
                  </a:cxn>
                  <a:cxn ang="0">
                    <a:pos x="connsiteX1" y="connsiteY1"/>
                  </a:cxn>
                  <a:cxn ang="0">
                    <a:pos x="connsiteX2" y="connsiteY2"/>
                  </a:cxn>
                </a:cxnLst>
                <a:rect l="l" t="t" r="r" b="b"/>
                <a:pathLst>
                  <a:path w="12093" h="3680">
                    <a:moveTo>
                      <a:pt x="3556" y="0"/>
                    </a:moveTo>
                    <a:cubicBezTo>
                      <a:pt x="-8703" y="920"/>
                      <a:pt x="14923" y="6543"/>
                      <a:pt x="11808" y="1805"/>
                    </a:cubicBezTo>
                    <a:cubicBezTo>
                      <a:pt x="10322" y="811"/>
                      <a:pt x="6630" y="0"/>
                      <a:pt x="355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 name="Freeform: Shape 54">
                <a:extLst>
                  <a:ext uri="{FF2B5EF4-FFF2-40B4-BE49-F238E27FC236}">
                    <a16:creationId xmlns:a16="http://schemas.microsoft.com/office/drawing/2014/main" id="{38B7D62A-9F2C-080C-D03A-6C3DB12AC8A9}"/>
                  </a:ext>
                </a:extLst>
              </p:cNvPr>
              <p:cNvSpPr/>
              <p:nvPr/>
            </p:nvSpPr>
            <p:spPr>
              <a:xfrm>
                <a:off x="10163299" y="6579690"/>
                <a:ext cx="10923" cy="3095"/>
              </a:xfrm>
              <a:custGeom>
                <a:avLst/>
                <a:gdLst>
                  <a:gd name="connsiteX0" fmla="*/ 3383 w 10923"/>
                  <a:gd name="connsiteY0" fmla="*/ 0 h 3095"/>
                  <a:gd name="connsiteX1" fmla="*/ 10738 w 10923"/>
                  <a:gd name="connsiteY1" fmla="*/ 1515 h 3095"/>
                  <a:gd name="connsiteX2" fmla="*/ 3383 w 10923"/>
                  <a:gd name="connsiteY2" fmla="*/ 0 h 3095"/>
                </a:gdLst>
                <a:ahLst/>
                <a:cxnLst>
                  <a:cxn ang="0">
                    <a:pos x="connsiteX0" y="connsiteY0"/>
                  </a:cxn>
                  <a:cxn ang="0">
                    <a:pos x="connsiteX1" y="connsiteY1"/>
                  </a:cxn>
                  <a:cxn ang="0">
                    <a:pos x="connsiteX2" y="connsiteY2"/>
                  </a:cxn>
                </a:cxnLst>
                <a:rect l="l" t="t" r="r" b="b"/>
                <a:pathLst>
                  <a:path w="10923" h="3095">
                    <a:moveTo>
                      <a:pt x="3383" y="0"/>
                    </a:moveTo>
                    <a:cubicBezTo>
                      <a:pt x="-7973" y="754"/>
                      <a:pt x="13099" y="5515"/>
                      <a:pt x="10738" y="1515"/>
                    </a:cubicBezTo>
                    <a:cubicBezTo>
                      <a:pt x="9486" y="675"/>
                      <a:pt x="6195" y="0"/>
                      <a:pt x="33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 name="Freeform: Shape 55">
                <a:extLst>
                  <a:ext uri="{FF2B5EF4-FFF2-40B4-BE49-F238E27FC236}">
                    <a16:creationId xmlns:a16="http://schemas.microsoft.com/office/drawing/2014/main" id="{5478753E-024E-0723-64DC-9BA042C1C6FF}"/>
                  </a:ext>
                </a:extLst>
              </p:cNvPr>
              <p:cNvSpPr/>
              <p:nvPr/>
            </p:nvSpPr>
            <p:spPr>
              <a:xfrm>
                <a:off x="10030226" y="6490514"/>
                <a:ext cx="10583" cy="2928"/>
              </a:xfrm>
              <a:custGeom>
                <a:avLst/>
                <a:gdLst>
                  <a:gd name="connsiteX0" fmla="*/ 3330 w 10583"/>
                  <a:gd name="connsiteY0" fmla="*/ 0 h 2928"/>
                  <a:gd name="connsiteX1" fmla="*/ 10422 w 10583"/>
                  <a:gd name="connsiteY1" fmla="*/ 1434 h 2928"/>
                  <a:gd name="connsiteX2" fmla="*/ 3330 w 10583"/>
                  <a:gd name="connsiteY2" fmla="*/ 0 h 2928"/>
                </a:gdLst>
                <a:ahLst/>
                <a:cxnLst>
                  <a:cxn ang="0">
                    <a:pos x="connsiteX0" y="connsiteY0"/>
                  </a:cxn>
                  <a:cxn ang="0">
                    <a:pos x="connsiteX1" y="connsiteY1"/>
                  </a:cxn>
                  <a:cxn ang="0">
                    <a:pos x="connsiteX2" y="connsiteY2"/>
                  </a:cxn>
                </a:cxnLst>
                <a:rect l="l" t="t" r="r" b="b"/>
                <a:pathLst>
                  <a:path w="10583" h="2928">
                    <a:moveTo>
                      <a:pt x="3330" y="0"/>
                    </a:moveTo>
                    <a:cubicBezTo>
                      <a:pt x="-7757" y="709"/>
                      <a:pt x="12576" y="5218"/>
                      <a:pt x="10422" y="1434"/>
                    </a:cubicBezTo>
                    <a:cubicBezTo>
                      <a:pt x="9239" y="640"/>
                      <a:pt x="6068" y="0"/>
                      <a:pt x="333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 name="Freeform: Shape 56">
                <a:extLst>
                  <a:ext uri="{FF2B5EF4-FFF2-40B4-BE49-F238E27FC236}">
                    <a16:creationId xmlns:a16="http://schemas.microsoft.com/office/drawing/2014/main" id="{9925AEA1-BAA5-ACC7-757F-166C8CE11A1F}"/>
                  </a:ext>
                </a:extLst>
              </p:cNvPr>
              <p:cNvSpPr/>
              <p:nvPr/>
            </p:nvSpPr>
            <p:spPr>
              <a:xfrm>
                <a:off x="9904325" y="6406143"/>
                <a:ext cx="10263" cy="2772"/>
              </a:xfrm>
              <a:custGeom>
                <a:avLst/>
                <a:gdLst>
                  <a:gd name="connsiteX0" fmla="*/ 3279 w 10263"/>
                  <a:gd name="connsiteY0" fmla="*/ 0 h 2772"/>
                  <a:gd name="connsiteX1" fmla="*/ 10125 w 10263"/>
                  <a:gd name="connsiteY1" fmla="*/ 1354 h 2772"/>
                  <a:gd name="connsiteX2" fmla="*/ 3279 w 10263"/>
                  <a:gd name="connsiteY2" fmla="*/ 0 h 2772"/>
                </a:gdLst>
                <a:ahLst/>
                <a:cxnLst>
                  <a:cxn ang="0">
                    <a:pos x="connsiteX0" y="connsiteY0"/>
                  </a:cxn>
                  <a:cxn ang="0">
                    <a:pos x="connsiteX1" y="connsiteY1"/>
                  </a:cxn>
                  <a:cxn ang="0">
                    <a:pos x="connsiteX2" y="connsiteY2"/>
                  </a:cxn>
                </a:cxnLst>
                <a:rect l="l" t="t" r="r" b="b"/>
                <a:pathLst>
                  <a:path w="10263" h="2772">
                    <a:moveTo>
                      <a:pt x="3279" y="0"/>
                    </a:moveTo>
                    <a:cubicBezTo>
                      <a:pt x="-7552" y="668"/>
                      <a:pt x="12085" y="4943"/>
                      <a:pt x="10125" y="1354"/>
                    </a:cubicBezTo>
                    <a:cubicBezTo>
                      <a:pt x="9000" y="606"/>
                      <a:pt x="5936" y="0"/>
                      <a:pt x="3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 name="Freeform: Shape 57">
                <a:extLst>
                  <a:ext uri="{FF2B5EF4-FFF2-40B4-BE49-F238E27FC236}">
                    <a16:creationId xmlns:a16="http://schemas.microsoft.com/office/drawing/2014/main" id="{F5BE30CC-4EF4-F9F8-C95D-3383AA4AF66D}"/>
                  </a:ext>
                </a:extLst>
              </p:cNvPr>
              <p:cNvSpPr/>
              <p:nvPr/>
            </p:nvSpPr>
            <p:spPr>
              <a:xfrm>
                <a:off x="11355930" y="7378686"/>
                <a:ext cx="14298" cy="4809"/>
              </a:xfrm>
              <a:custGeom>
                <a:avLst/>
                <a:gdLst>
                  <a:gd name="connsiteX0" fmla="*/ 3638 w 14298"/>
                  <a:gd name="connsiteY0" fmla="*/ 53 h 4809"/>
                  <a:gd name="connsiteX1" fmla="*/ 10662 w 14298"/>
                  <a:gd name="connsiteY1" fmla="*/ 4756 h 4809"/>
                  <a:gd name="connsiteX2" fmla="*/ 3638 w 14298"/>
                  <a:gd name="connsiteY2" fmla="*/ 53 h 4809"/>
                </a:gdLst>
                <a:ahLst/>
                <a:cxnLst>
                  <a:cxn ang="0">
                    <a:pos x="connsiteX0" y="connsiteY0"/>
                  </a:cxn>
                  <a:cxn ang="0">
                    <a:pos x="connsiteX1" y="connsiteY1"/>
                  </a:cxn>
                  <a:cxn ang="0">
                    <a:pos x="connsiteX2" y="connsiteY2"/>
                  </a:cxn>
                </a:cxnLst>
                <a:rect l="l" t="t" r="r" b="b"/>
                <a:pathLst>
                  <a:path w="14298" h="4809">
                    <a:moveTo>
                      <a:pt x="3638" y="53"/>
                    </a:moveTo>
                    <a:cubicBezTo>
                      <a:pt x="-6243" y="933"/>
                      <a:pt x="6707" y="5339"/>
                      <a:pt x="10662" y="4756"/>
                    </a:cubicBezTo>
                    <a:cubicBezTo>
                      <a:pt x="20543" y="3876"/>
                      <a:pt x="7587" y="-530"/>
                      <a:pt x="3638"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 name="Freeform: Shape 58">
                <a:extLst>
                  <a:ext uri="{FF2B5EF4-FFF2-40B4-BE49-F238E27FC236}">
                    <a16:creationId xmlns:a16="http://schemas.microsoft.com/office/drawing/2014/main" id="{1486C791-CF6B-643A-FBF2-491C84CF307E}"/>
                  </a:ext>
                </a:extLst>
              </p:cNvPr>
              <p:cNvSpPr/>
              <p:nvPr/>
            </p:nvSpPr>
            <p:spPr>
              <a:xfrm>
                <a:off x="11150758" y="7241215"/>
                <a:ext cx="13709" cy="4487"/>
              </a:xfrm>
              <a:custGeom>
                <a:avLst/>
                <a:gdLst>
                  <a:gd name="connsiteX0" fmla="*/ 3579 w 13709"/>
                  <a:gd name="connsiteY0" fmla="*/ 49 h 4487"/>
                  <a:gd name="connsiteX1" fmla="*/ 10128 w 13709"/>
                  <a:gd name="connsiteY1" fmla="*/ 4439 h 4487"/>
                  <a:gd name="connsiteX2" fmla="*/ 3579 w 13709"/>
                  <a:gd name="connsiteY2" fmla="*/ 49 h 4487"/>
                </a:gdLst>
                <a:ahLst/>
                <a:cxnLst>
                  <a:cxn ang="0">
                    <a:pos x="connsiteX0" y="connsiteY0"/>
                  </a:cxn>
                  <a:cxn ang="0">
                    <a:pos x="connsiteX1" y="connsiteY1"/>
                  </a:cxn>
                  <a:cxn ang="0">
                    <a:pos x="connsiteX2" y="connsiteY2"/>
                  </a:cxn>
                </a:cxnLst>
                <a:rect l="l" t="t" r="r" b="b"/>
                <a:pathLst>
                  <a:path w="13709" h="4487">
                    <a:moveTo>
                      <a:pt x="3579" y="49"/>
                    </a:moveTo>
                    <a:cubicBezTo>
                      <a:pt x="-5994" y="855"/>
                      <a:pt x="6237" y="4981"/>
                      <a:pt x="10128" y="4439"/>
                    </a:cubicBezTo>
                    <a:cubicBezTo>
                      <a:pt x="19706" y="3632"/>
                      <a:pt x="7471" y="-494"/>
                      <a:pt x="3579"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 name="Freeform: Shape 59">
                <a:extLst>
                  <a:ext uri="{FF2B5EF4-FFF2-40B4-BE49-F238E27FC236}">
                    <a16:creationId xmlns:a16="http://schemas.microsoft.com/office/drawing/2014/main" id="{E6951EC0-C0E5-CD3E-3F05-DF14002B5DAA}"/>
                  </a:ext>
                </a:extLst>
              </p:cNvPr>
              <p:cNvSpPr/>
              <p:nvPr/>
            </p:nvSpPr>
            <p:spPr>
              <a:xfrm>
                <a:off x="10959171" y="7112848"/>
                <a:ext cx="13171" cy="4195"/>
              </a:xfrm>
              <a:custGeom>
                <a:avLst/>
                <a:gdLst>
                  <a:gd name="connsiteX0" fmla="*/ 3524 w 13171"/>
                  <a:gd name="connsiteY0" fmla="*/ 46 h 4195"/>
                  <a:gd name="connsiteX1" fmla="*/ 9645 w 13171"/>
                  <a:gd name="connsiteY1" fmla="*/ 4149 h 4195"/>
                  <a:gd name="connsiteX2" fmla="*/ 3524 w 13171"/>
                  <a:gd name="connsiteY2" fmla="*/ 46 h 4195"/>
                </a:gdLst>
                <a:ahLst/>
                <a:cxnLst>
                  <a:cxn ang="0">
                    <a:pos x="connsiteX0" y="connsiteY0"/>
                  </a:cxn>
                  <a:cxn ang="0">
                    <a:pos x="connsiteX1" y="connsiteY1"/>
                  </a:cxn>
                  <a:cxn ang="0">
                    <a:pos x="connsiteX2" y="connsiteY2"/>
                  </a:cxn>
                </a:cxnLst>
                <a:rect l="l" t="t" r="r" b="b"/>
                <a:pathLst>
                  <a:path w="13171" h="4195">
                    <a:moveTo>
                      <a:pt x="3524" y="46"/>
                    </a:moveTo>
                    <a:cubicBezTo>
                      <a:pt x="-5763" y="789"/>
                      <a:pt x="5810" y="4658"/>
                      <a:pt x="9645" y="4149"/>
                    </a:cubicBezTo>
                    <a:cubicBezTo>
                      <a:pt x="18937" y="3412"/>
                      <a:pt x="7359" y="-463"/>
                      <a:pt x="35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 name="Freeform: Shape 60">
                <a:extLst>
                  <a:ext uri="{FF2B5EF4-FFF2-40B4-BE49-F238E27FC236}">
                    <a16:creationId xmlns:a16="http://schemas.microsoft.com/office/drawing/2014/main" id="{267A7AFC-85FB-83BA-7BD3-2C4189449F98}"/>
                  </a:ext>
                </a:extLst>
              </p:cNvPr>
              <p:cNvSpPr/>
              <p:nvPr/>
            </p:nvSpPr>
            <p:spPr>
              <a:xfrm>
                <a:off x="10779931" y="6992751"/>
                <a:ext cx="12671" cy="3925"/>
              </a:xfrm>
              <a:custGeom>
                <a:avLst/>
                <a:gdLst>
                  <a:gd name="connsiteX0" fmla="*/ 3468 w 12671"/>
                  <a:gd name="connsiteY0" fmla="*/ 42 h 3925"/>
                  <a:gd name="connsiteX1" fmla="*/ 9200 w 12671"/>
                  <a:gd name="connsiteY1" fmla="*/ 3883 h 3925"/>
                  <a:gd name="connsiteX2" fmla="*/ 3468 w 12671"/>
                  <a:gd name="connsiteY2" fmla="*/ 42 h 3925"/>
                </a:gdLst>
                <a:ahLst/>
                <a:cxnLst>
                  <a:cxn ang="0">
                    <a:pos x="connsiteX0" y="connsiteY0"/>
                  </a:cxn>
                  <a:cxn ang="0">
                    <a:pos x="connsiteX1" y="connsiteY1"/>
                  </a:cxn>
                  <a:cxn ang="0">
                    <a:pos x="connsiteX2" y="connsiteY2"/>
                  </a:cxn>
                </a:cxnLst>
                <a:rect l="l" t="t" r="r" b="b"/>
                <a:pathLst>
                  <a:path w="12671" h="3925">
                    <a:moveTo>
                      <a:pt x="3468" y="42"/>
                    </a:moveTo>
                    <a:cubicBezTo>
                      <a:pt x="-5544" y="722"/>
                      <a:pt x="5422" y="4357"/>
                      <a:pt x="9200" y="3883"/>
                    </a:cubicBezTo>
                    <a:cubicBezTo>
                      <a:pt x="18218" y="3208"/>
                      <a:pt x="7251" y="-432"/>
                      <a:pt x="3468"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 name="Freeform: Shape 61">
                <a:extLst>
                  <a:ext uri="{FF2B5EF4-FFF2-40B4-BE49-F238E27FC236}">
                    <a16:creationId xmlns:a16="http://schemas.microsoft.com/office/drawing/2014/main" id="{52940F34-5AF5-FD64-B2AD-B8746CD83A74}"/>
                  </a:ext>
                </a:extLst>
              </p:cNvPr>
              <p:cNvSpPr/>
              <p:nvPr/>
            </p:nvSpPr>
            <p:spPr>
              <a:xfrm>
                <a:off x="9459178" y="5737437"/>
                <a:ext cx="9218" cy="5057"/>
              </a:xfrm>
              <a:custGeom>
                <a:avLst/>
                <a:gdLst>
                  <a:gd name="connsiteX0" fmla="*/ 2964 w 9218"/>
                  <a:gd name="connsiteY0" fmla="*/ 348 h 5057"/>
                  <a:gd name="connsiteX1" fmla="*/ 6256 w 9218"/>
                  <a:gd name="connsiteY1" fmla="*/ 4697 h 5057"/>
                  <a:gd name="connsiteX2" fmla="*/ 2964 w 9218"/>
                  <a:gd name="connsiteY2" fmla="*/ 348 h 5057"/>
                </a:gdLst>
                <a:ahLst/>
                <a:cxnLst>
                  <a:cxn ang="0">
                    <a:pos x="connsiteX0" y="connsiteY0"/>
                  </a:cxn>
                  <a:cxn ang="0">
                    <a:pos x="connsiteX1" y="connsiteY1"/>
                  </a:cxn>
                  <a:cxn ang="0">
                    <a:pos x="connsiteX2" y="connsiteY2"/>
                  </a:cxn>
                </a:cxnLst>
                <a:rect l="l" t="t" r="r" b="b"/>
                <a:pathLst>
                  <a:path w="9218" h="5057">
                    <a:moveTo>
                      <a:pt x="2964" y="348"/>
                    </a:moveTo>
                    <a:cubicBezTo>
                      <a:pt x="-3408" y="2423"/>
                      <a:pt x="1821" y="6246"/>
                      <a:pt x="6256" y="4697"/>
                    </a:cubicBezTo>
                    <a:cubicBezTo>
                      <a:pt x="12645" y="2657"/>
                      <a:pt x="7359" y="-1172"/>
                      <a:pt x="2964" y="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 name="Freeform: Shape 62">
                <a:extLst>
                  <a:ext uri="{FF2B5EF4-FFF2-40B4-BE49-F238E27FC236}">
                    <a16:creationId xmlns:a16="http://schemas.microsoft.com/office/drawing/2014/main" id="{36057F3A-B1CC-1895-A83C-8EFCCB568A4B}"/>
                  </a:ext>
                </a:extLst>
              </p:cNvPr>
              <p:cNvSpPr/>
              <p:nvPr/>
            </p:nvSpPr>
            <p:spPr>
              <a:xfrm>
                <a:off x="9180880" y="5166699"/>
                <a:ext cx="8515" cy="4618"/>
              </a:xfrm>
              <a:custGeom>
                <a:avLst/>
                <a:gdLst>
                  <a:gd name="connsiteX0" fmla="*/ 2827 w 8515"/>
                  <a:gd name="connsiteY0" fmla="*/ 575 h 4618"/>
                  <a:gd name="connsiteX1" fmla="*/ 5684 w 8515"/>
                  <a:gd name="connsiteY1" fmla="*/ 4055 h 4618"/>
                  <a:gd name="connsiteX2" fmla="*/ 2827 w 8515"/>
                  <a:gd name="connsiteY2" fmla="*/ 575 h 4618"/>
                </a:gdLst>
                <a:ahLst/>
                <a:cxnLst>
                  <a:cxn ang="0">
                    <a:pos x="connsiteX0" y="connsiteY0"/>
                  </a:cxn>
                  <a:cxn ang="0">
                    <a:pos x="connsiteX1" y="connsiteY1"/>
                  </a:cxn>
                  <a:cxn ang="0">
                    <a:pos x="connsiteX2" y="connsiteY2"/>
                  </a:cxn>
                </a:cxnLst>
                <a:rect l="l" t="t" r="r" b="b"/>
                <a:pathLst>
                  <a:path w="8515" h="4618">
                    <a:moveTo>
                      <a:pt x="2827" y="575"/>
                    </a:moveTo>
                    <a:cubicBezTo>
                      <a:pt x="-3042" y="2912"/>
                      <a:pt x="1381" y="5873"/>
                      <a:pt x="5684" y="4055"/>
                    </a:cubicBezTo>
                    <a:cubicBezTo>
                      <a:pt x="11548" y="1695"/>
                      <a:pt x="7159" y="-1265"/>
                      <a:pt x="2827"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 name="Freeform: Shape 63">
                <a:extLst>
                  <a:ext uri="{FF2B5EF4-FFF2-40B4-BE49-F238E27FC236}">
                    <a16:creationId xmlns:a16="http://schemas.microsoft.com/office/drawing/2014/main" id="{01124AC5-0523-ADD3-F366-BFD4890379D0}"/>
                  </a:ext>
                </a:extLst>
              </p:cNvPr>
              <p:cNvSpPr/>
              <p:nvPr/>
            </p:nvSpPr>
            <p:spPr>
              <a:xfrm>
                <a:off x="9095643" y="5067951"/>
                <a:ext cx="8443" cy="5330"/>
              </a:xfrm>
              <a:custGeom>
                <a:avLst/>
                <a:gdLst>
                  <a:gd name="connsiteX0" fmla="*/ 2962 w 8443"/>
                  <a:gd name="connsiteY0" fmla="*/ 459 h 5330"/>
                  <a:gd name="connsiteX1" fmla="*/ 8312 w 8443"/>
                  <a:gd name="connsiteY1" fmla="*/ 1241 h 5330"/>
                  <a:gd name="connsiteX2" fmla="*/ 2962 w 8443"/>
                  <a:gd name="connsiteY2" fmla="*/ 459 h 5330"/>
                </a:gdLst>
                <a:ahLst/>
                <a:cxnLst>
                  <a:cxn ang="0">
                    <a:pos x="connsiteX0" y="connsiteY0"/>
                  </a:cxn>
                  <a:cxn ang="0">
                    <a:pos x="connsiteX1" y="connsiteY1"/>
                  </a:cxn>
                  <a:cxn ang="0">
                    <a:pos x="connsiteX2" y="connsiteY2"/>
                  </a:cxn>
                </a:cxnLst>
                <a:rect l="l" t="t" r="r" b="b"/>
                <a:pathLst>
                  <a:path w="8443" h="5330">
                    <a:moveTo>
                      <a:pt x="2962" y="459"/>
                    </a:moveTo>
                    <a:cubicBezTo>
                      <a:pt x="-6558" y="5676"/>
                      <a:pt x="10072" y="7797"/>
                      <a:pt x="8312" y="1241"/>
                    </a:cubicBezTo>
                    <a:cubicBezTo>
                      <a:pt x="7552" y="-27"/>
                      <a:pt x="5157" y="-387"/>
                      <a:pt x="2962"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 name="Freeform: Shape 64">
                <a:extLst>
                  <a:ext uri="{FF2B5EF4-FFF2-40B4-BE49-F238E27FC236}">
                    <a16:creationId xmlns:a16="http://schemas.microsoft.com/office/drawing/2014/main" id="{9C2070BC-C5F3-AB63-E00C-E9B9FE6272ED}"/>
                  </a:ext>
                </a:extLst>
              </p:cNvPr>
              <p:cNvSpPr/>
              <p:nvPr/>
            </p:nvSpPr>
            <p:spPr>
              <a:xfrm>
                <a:off x="8936163" y="4669393"/>
                <a:ext cx="7852" cy="8639"/>
              </a:xfrm>
              <a:custGeom>
                <a:avLst/>
                <a:gdLst>
                  <a:gd name="connsiteX0" fmla="*/ 2662 w 7852"/>
                  <a:gd name="connsiteY0" fmla="*/ 516 h 8639"/>
                  <a:gd name="connsiteX1" fmla="*/ 5188 w 7852"/>
                  <a:gd name="connsiteY1" fmla="*/ 8123 h 8639"/>
                  <a:gd name="connsiteX2" fmla="*/ 2662 w 7852"/>
                  <a:gd name="connsiteY2" fmla="*/ 516 h 8639"/>
                </a:gdLst>
                <a:ahLst/>
                <a:cxnLst>
                  <a:cxn ang="0">
                    <a:pos x="connsiteX0" y="connsiteY0"/>
                  </a:cxn>
                  <a:cxn ang="0">
                    <a:pos x="connsiteX1" y="connsiteY1"/>
                  </a:cxn>
                  <a:cxn ang="0">
                    <a:pos x="connsiteX2" y="connsiteY2"/>
                  </a:cxn>
                </a:cxnLst>
                <a:rect l="l" t="t" r="r" b="b"/>
                <a:pathLst>
                  <a:path w="7852" h="8639">
                    <a:moveTo>
                      <a:pt x="2662" y="516"/>
                    </a:moveTo>
                    <a:cubicBezTo>
                      <a:pt x="-1938" y="2602"/>
                      <a:pt x="-241" y="10751"/>
                      <a:pt x="5188" y="8123"/>
                    </a:cubicBezTo>
                    <a:cubicBezTo>
                      <a:pt x="9805" y="6054"/>
                      <a:pt x="8074" y="-2113"/>
                      <a:pt x="2662" y="5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 name="Freeform: Shape 65">
                <a:extLst>
                  <a:ext uri="{FF2B5EF4-FFF2-40B4-BE49-F238E27FC236}">
                    <a16:creationId xmlns:a16="http://schemas.microsoft.com/office/drawing/2014/main" id="{5E34C1BB-7268-B0F8-CFDA-2747C465CE30}"/>
                  </a:ext>
                </a:extLst>
              </p:cNvPr>
              <p:cNvSpPr/>
              <p:nvPr/>
            </p:nvSpPr>
            <p:spPr>
              <a:xfrm>
                <a:off x="9785110" y="6326135"/>
                <a:ext cx="10025" cy="2626"/>
              </a:xfrm>
              <a:custGeom>
                <a:avLst/>
                <a:gdLst>
                  <a:gd name="connsiteX0" fmla="*/ 3090 w 10025"/>
                  <a:gd name="connsiteY0" fmla="*/ 27 h 2626"/>
                  <a:gd name="connsiteX1" fmla="*/ 6936 w 10025"/>
                  <a:gd name="connsiteY1" fmla="*/ 2599 h 2626"/>
                  <a:gd name="connsiteX2" fmla="*/ 3090 w 10025"/>
                  <a:gd name="connsiteY2" fmla="*/ 27 h 2626"/>
                </a:gdLst>
                <a:ahLst/>
                <a:cxnLst>
                  <a:cxn ang="0">
                    <a:pos x="connsiteX0" y="connsiteY0"/>
                  </a:cxn>
                  <a:cxn ang="0">
                    <a:pos x="connsiteX1" y="connsiteY1"/>
                  </a:cxn>
                  <a:cxn ang="0">
                    <a:pos x="connsiteX2" y="connsiteY2"/>
                  </a:cxn>
                </a:cxnLst>
                <a:rect l="l" t="t" r="r" b="b"/>
                <a:pathLst>
                  <a:path w="10025" h="2626">
                    <a:moveTo>
                      <a:pt x="3090" y="27"/>
                    </a:moveTo>
                    <a:cubicBezTo>
                      <a:pt x="-4334" y="433"/>
                      <a:pt x="3513" y="2913"/>
                      <a:pt x="6936" y="2599"/>
                    </a:cubicBezTo>
                    <a:cubicBezTo>
                      <a:pt x="14361" y="2193"/>
                      <a:pt x="6508" y="-282"/>
                      <a:pt x="3090"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 name="Freeform: Shape 66">
                <a:extLst>
                  <a:ext uri="{FF2B5EF4-FFF2-40B4-BE49-F238E27FC236}">
                    <a16:creationId xmlns:a16="http://schemas.microsoft.com/office/drawing/2014/main" id="{9659D5D9-84BB-AA0C-1802-8827DFDE4191}"/>
                  </a:ext>
                </a:extLst>
              </p:cNvPr>
              <p:cNvSpPr/>
              <p:nvPr/>
            </p:nvSpPr>
            <p:spPr>
              <a:xfrm>
                <a:off x="8789335" y="4255793"/>
                <a:ext cx="7546" cy="7317"/>
              </a:xfrm>
              <a:custGeom>
                <a:avLst/>
                <a:gdLst>
                  <a:gd name="connsiteX0" fmla="*/ 2672 w 7546"/>
                  <a:gd name="connsiteY0" fmla="*/ 1036 h 7317"/>
                  <a:gd name="connsiteX1" fmla="*/ 180 w 7546"/>
                  <a:gd name="connsiteY1" fmla="*/ 6128 h 7317"/>
                  <a:gd name="connsiteX2" fmla="*/ 2672 w 7546"/>
                  <a:gd name="connsiteY2" fmla="*/ 1036 h 7317"/>
                </a:gdLst>
                <a:ahLst/>
                <a:cxnLst>
                  <a:cxn ang="0">
                    <a:pos x="connsiteX0" y="connsiteY0"/>
                  </a:cxn>
                  <a:cxn ang="0">
                    <a:pos x="connsiteX1" y="connsiteY1"/>
                  </a:cxn>
                  <a:cxn ang="0">
                    <a:pos x="connsiteX2" y="connsiteY2"/>
                  </a:cxn>
                </a:cxnLst>
                <a:rect l="l" t="t" r="r" b="b"/>
                <a:pathLst>
                  <a:path w="7546" h="7317">
                    <a:moveTo>
                      <a:pt x="2672" y="1036"/>
                    </a:moveTo>
                    <a:cubicBezTo>
                      <a:pt x="660" y="2424"/>
                      <a:pt x="-460" y="4699"/>
                      <a:pt x="180" y="6128"/>
                    </a:cubicBezTo>
                    <a:cubicBezTo>
                      <a:pt x="4821" y="11637"/>
                      <a:pt x="12742" y="-4068"/>
                      <a:pt x="2672" y="10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 name="Freeform: Shape 67">
                <a:extLst>
                  <a:ext uri="{FF2B5EF4-FFF2-40B4-BE49-F238E27FC236}">
                    <a16:creationId xmlns:a16="http://schemas.microsoft.com/office/drawing/2014/main" id="{BD57CFB9-A720-F75B-3052-B2AE7A8E870B}"/>
                  </a:ext>
                </a:extLst>
              </p:cNvPr>
              <p:cNvSpPr/>
              <p:nvPr/>
            </p:nvSpPr>
            <p:spPr>
              <a:xfrm>
                <a:off x="8861188" y="4443909"/>
                <a:ext cx="7718" cy="8510"/>
              </a:xfrm>
              <a:custGeom>
                <a:avLst/>
                <a:gdLst>
                  <a:gd name="connsiteX0" fmla="*/ 2707 w 7718"/>
                  <a:gd name="connsiteY0" fmla="*/ 611 h 8510"/>
                  <a:gd name="connsiteX1" fmla="*/ 193 w 7718"/>
                  <a:gd name="connsiteY1" fmla="*/ 6429 h 8510"/>
                  <a:gd name="connsiteX2" fmla="*/ 2707 w 7718"/>
                  <a:gd name="connsiteY2" fmla="*/ 611 h 8510"/>
                </a:gdLst>
                <a:ahLst/>
                <a:cxnLst>
                  <a:cxn ang="0">
                    <a:pos x="connsiteX0" y="connsiteY0"/>
                  </a:cxn>
                  <a:cxn ang="0">
                    <a:pos x="connsiteX1" y="connsiteY1"/>
                  </a:cxn>
                  <a:cxn ang="0">
                    <a:pos x="connsiteX2" y="connsiteY2"/>
                  </a:cxn>
                </a:cxnLst>
                <a:rect l="l" t="t" r="r" b="b"/>
                <a:pathLst>
                  <a:path w="7718" h="8510">
                    <a:moveTo>
                      <a:pt x="2707" y="611"/>
                    </a:moveTo>
                    <a:cubicBezTo>
                      <a:pt x="650" y="1874"/>
                      <a:pt x="-476" y="4480"/>
                      <a:pt x="193" y="6429"/>
                    </a:cubicBezTo>
                    <a:cubicBezTo>
                      <a:pt x="5131" y="14419"/>
                      <a:pt x="12937" y="-3458"/>
                      <a:pt x="2707" y="6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 name="Freeform: Shape 68">
                <a:extLst>
                  <a:ext uri="{FF2B5EF4-FFF2-40B4-BE49-F238E27FC236}">
                    <a16:creationId xmlns:a16="http://schemas.microsoft.com/office/drawing/2014/main" id="{59F46C8E-9E42-8F4B-4D16-6C869F70BE0B}"/>
                  </a:ext>
                </a:extLst>
              </p:cNvPr>
              <p:cNvSpPr/>
              <p:nvPr/>
            </p:nvSpPr>
            <p:spPr>
              <a:xfrm>
                <a:off x="9014283" y="4891197"/>
                <a:ext cx="8061" cy="7695"/>
              </a:xfrm>
              <a:custGeom>
                <a:avLst/>
                <a:gdLst>
                  <a:gd name="connsiteX0" fmla="*/ 2712 w 8061"/>
                  <a:gd name="connsiteY0" fmla="*/ 454 h 7695"/>
                  <a:gd name="connsiteX1" fmla="*/ 5352 w 8061"/>
                  <a:gd name="connsiteY1" fmla="*/ 7238 h 7695"/>
                  <a:gd name="connsiteX2" fmla="*/ 2712 w 8061"/>
                  <a:gd name="connsiteY2" fmla="*/ 454 h 7695"/>
                </a:gdLst>
                <a:ahLst/>
                <a:cxnLst>
                  <a:cxn ang="0">
                    <a:pos x="connsiteX0" y="connsiteY0"/>
                  </a:cxn>
                  <a:cxn ang="0">
                    <a:pos x="connsiteX1" y="connsiteY1"/>
                  </a:cxn>
                  <a:cxn ang="0">
                    <a:pos x="connsiteX2" y="connsiteY2"/>
                  </a:cxn>
                </a:cxnLst>
                <a:rect l="l" t="t" r="r" b="b"/>
                <a:pathLst>
                  <a:path w="8061" h="7695">
                    <a:moveTo>
                      <a:pt x="2712" y="454"/>
                    </a:moveTo>
                    <a:cubicBezTo>
                      <a:pt x="-2249" y="2529"/>
                      <a:pt x="169" y="9535"/>
                      <a:pt x="5352" y="7238"/>
                    </a:cubicBezTo>
                    <a:cubicBezTo>
                      <a:pt x="10324" y="5181"/>
                      <a:pt x="7867" y="-1837"/>
                      <a:pt x="2712" y="4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 name="Freeform: Shape 69">
                <a:extLst>
                  <a:ext uri="{FF2B5EF4-FFF2-40B4-BE49-F238E27FC236}">
                    <a16:creationId xmlns:a16="http://schemas.microsoft.com/office/drawing/2014/main" id="{2770746F-F4A8-425A-71C9-6C7865545D91}"/>
                  </a:ext>
                </a:extLst>
              </p:cNvPr>
              <p:cNvSpPr/>
              <p:nvPr/>
            </p:nvSpPr>
            <p:spPr>
              <a:xfrm>
                <a:off x="9671128" y="6192632"/>
                <a:ext cx="9829" cy="8558"/>
              </a:xfrm>
              <a:custGeom>
                <a:avLst/>
                <a:gdLst>
                  <a:gd name="connsiteX0" fmla="*/ 3069 w 9829"/>
                  <a:gd name="connsiteY0" fmla="*/ 50 h 8558"/>
                  <a:gd name="connsiteX1" fmla="*/ 6761 w 9829"/>
                  <a:gd name="connsiteY1" fmla="*/ 8508 h 8558"/>
                  <a:gd name="connsiteX2" fmla="*/ 3069 w 9829"/>
                  <a:gd name="connsiteY2" fmla="*/ 50 h 8558"/>
                </a:gdLst>
                <a:ahLst/>
                <a:cxnLst>
                  <a:cxn ang="0">
                    <a:pos x="connsiteX0" y="connsiteY0"/>
                  </a:cxn>
                  <a:cxn ang="0">
                    <a:pos x="connsiteX1" y="connsiteY1"/>
                  </a:cxn>
                  <a:cxn ang="0">
                    <a:pos x="connsiteX2" y="connsiteY2"/>
                  </a:cxn>
                </a:cxnLst>
                <a:rect l="l" t="t" r="r" b="b"/>
                <a:pathLst>
                  <a:path w="9829" h="8558">
                    <a:moveTo>
                      <a:pt x="3069" y="50"/>
                    </a:moveTo>
                    <a:cubicBezTo>
                      <a:pt x="-3720" y="988"/>
                      <a:pt x="2229" y="9280"/>
                      <a:pt x="6761" y="8508"/>
                    </a:cubicBezTo>
                    <a:cubicBezTo>
                      <a:pt x="13579" y="7640"/>
                      <a:pt x="7538" y="-721"/>
                      <a:pt x="3069"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 name="Freeform: Shape 70">
                <a:extLst>
                  <a:ext uri="{FF2B5EF4-FFF2-40B4-BE49-F238E27FC236}">
                    <a16:creationId xmlns:a16="http://schemas.microsoft.com/office/drawing/2014/main" id="{B2E798E7-82CF-E77D-3B65-BD564C16074F}"/>
                  </a:ext>
                </a:extLst>
              </p:cNvPr>
              <p:cNvSpPr/>
              <p:nvPr/>
            </p:nvSpPr>
            <p:spPr>
              <a:xfrm>
                <a:off x="9561987" y="5893170"/>
                <a:ext cx="9651" cy="9167"/>
              </a:xfrm>
              <a:custGeom>
                <a:avLst/>
                <a:gdLst>
                  <a:gd name="connsiteX0" fmla="*/ 3237 w 9651"/>
                  <a:gd name="connsiteY0" fmla="*/ 92 h 9167"/>
                  <a:gd name="connsiteX1" fmla="*/ 9449 w 9651"/>
                  <a:gd name="connsiteY1" fmla="*/ 3698 h 9167"/>
                  <a:gd name="connsiteX2" fmla="*/ 3237 w 9651"/>
                  <a:gd name="connsiteY2" fmla="*/ 92 h 9167"/>
                </a:gdLst>
                <a:ahLst/>
                <a:cxnLst>
                  <a:cxn ang="0">
                    <a:pos x="connsiteX0" y="connsiteY0"/>
                  </a:cxn>
                  <a:cxn ang="0">
                    <a:pos x="connsiteX1" y="connsiteY1"/>
                  </a:cxn>
                  <a:cxn ang="0">
                    <a:pos x="connsiteX2" y="connsiteY2"/>
                  </a:cxn>
                </a:cxnLst>
                <a:rect l="l" t="t" r="r" b="b"/>
                <a:pathLst>
                  <a:path w="9651" h="9167">
                    <a:moveTo>
                      <a:pt x="3237" y="92"/>
                    </a:moveTo>
                    <a:cubicBezTo>
                      <a:pt x="-7405" y="4607"/>
                      <a:pt x="11804" y="15848"/>
                      <a:pt x="9449" y="3698"/>
                    </a:cubicBezTo>
                    <a:cubicBezTo>
                      <a:pt x="8477" y="1190"/>
                      <a:pt x="5694" y="-411"/>
                      <a:pt x="3237" y="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 name="Freeform: Shape 71">
                <a:extLst>
                  <a:ext uri="{FF2B5EF4-FFF2-40B4-BE49-F238E27FC236}">
                    <a16:creationId xmlns:a16="http://schemas.microsoft.com/office/drawing/2014/main" id="{7863B37C-A879-ED18-C81B-6EEF4084F78D}"/>
                  </a:ext>
                </a:extLst>
              </p:cNvPr>
              <p:cNvSpPr/>
              <p:nvPr/>
            </p:nvSpPr>
            <p:spPr>
              <a:xfrm>
                <a:off x="9361772" y="5553008"/>
                <a:ext cx="9123" cy="7493"/>
              </a:xfrm>
              <a:custGeom>
                <a:avLst/>
                <a:gdLst>
                  <a:gd name="connsiteX0" fmla="*/ 3140 w 9123"/>
                  <a:gd name="connsiteY0" fmla="*/ 211 h 7493"/>
                  <a:gd name="connsiteX1" fmla="*/ 8959 w 9123"/>
                  <a:gd name="connsiteY1" fmla="*/ 2577 h 7493"/>
                  <a:gd name="connsiteX2" fmla="*/ 3140 w 9123"/>
                  <a:gd name="connsiteY2" fmla="*/ 211 h 7493"/>
                </a:gdLst>
                <a:ahLst/>
                <a:cxnLst>
                  <a:cxn ang="0">
                    <a:pos x="connsiteX0" y="connsiteY0"/>
                  </a:cxn>
                  <a:cxn ang="0">
                    <a:pos x="connsiteX1" y="connsiteY1"/>
                  </a:cxn>
                  <a:cxn ang="0">
                    <a:pos x="connsiteX2" y="connsiteY2"/>
                  </a:cxn>
                </a:cxnLst>
                <a:rect l="l" t="t" r="r" b="b"/>
                <a:pathLst>
                  <a:path w="9123" h="7493">
                    <a:moveTo>
                      <a:pt x="3140" y="211"/>
                    </a:moveTo>
                    <a:cubicBezTo>
                      <a:pt x="-7055" y="5229"/>
                      <a:pt x="11016" y="12447"/>
                      <a:pt x="8959" y="2577"/>
                    </a:cubicBezTo>
                    <a:cubicBezTo>
                      <a:pt x="8096" y="583"/>
                      <a:pt x="5489" y="-480"/>
                      <a:pt x="3140"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 name="Freeform: Shape 72">
                <a:extLst>
                  <a:ext uri="{FF2B5EF4-FFF2-40B4-BE49-F238E27FC236}">
                    <a16:creationId xmlns:a16="http://schemas.microsoft.com/office/drawing/2014/main" id="{3A19AC87-7E87-68B2-4DEF-B081FAB0C27D}"/>
                  </a:ext>
                </a:extLst>
              </p:cNvPr>
              <p:cNvSpPr/>
              <p:nvPr/>
            </p:nvSpPr>
            <p:spPr>
              <a:xfrm>
                <a:off x="9269359" y="5330862"/>
                <a:ext cx="8710" cy="7570"/>
              </a:xfrm>
              <a:custGeom>
                <a:avLst/>
                <a:gdLst>
                  <a:gd name="connsiteX0" fmla="*/ 2857 w 8710"/>
                  <a:gd name="connsiteY0" fmla="*/ 324 h 7570"/>
                  <a:gd name="connsiteX1" fmla="*/ 5851 w 8710"/>
                  <a:gd name="connsiteY1" fmla="*/ 7250 h 7570"/>
                  <a:gd name="connsiteX2" fmla="*/ 2857 w 8710"/>
                  <a:gd name="connsiteY2" fmla="*/ 324 h 7570"/>
                </a:gdLst>
                <a:ahLst/>
                <a:cxnLst>
                  <a:cxn ang="0">
                    <a:pos x="connsiteX0" y="connsiteY0"/>
                  </a:cxn>
                  <a:cxn ang="0">
                    <a:pos x="connsiteX1" y="connsiteY1"/>
                  </a:cxn>
                  <a:cxn ang="0">
                    <a:pos x="connsiteX2" y="connsiteY2"/>
                  </a:cxn>
                </a:cxnLst>
                <a:rect l="l" t="t" r="r" b="b"/>
                <a:pathLst>
                  <a:path w="8710" h="7570">
                    <a:moveTo>
                      <a:pt x="2857" y="324"/>
                    </a:moveTo>
                    <a:cubicBezTo>
                      <a:pt x="-2750" y="2249"/>
                      <a:pt x="782" y="9125"/>
                      <a:pt x="5851" y="7250"/>
                    </a:cubicBezTo>
                    <a:cubicBezTo>
                      <a:pt x="11463" y="5330"/>
                      <a:pt x="7926" y="-1562"/>
                      <a:pt x="2857" y="3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 name="Freeform: Shape 73">
                <a:extLst>
                  <a:ext uri="{FF2B5EF4-FFF2-40B4-BE49-F238E27FC236}">
                    <a16:creationId xmlns:a16="http://schemas.microsoft.com/office/drawing/2014/main" id="{F43E5432-A071-8023-749C-44D08277CEFB}"/>
                  </a:ext>
                </a:extLst>
              </p:cNvPr>
              <p:cNvSpPr/>
              <p:nvPr/>
            </p:nvSpPr>
            <p:spPr>
              <a:xfrm>
                <a:off x="11576188" y="7526146"/>
                <a:ext cx="14521" cy="5161"/>
              </a:xfrm>
              <a:custGeom>
                <a:avLst/>
                <a:gdLst>
                  <a:gd name="connsiteX0" fmla="*/ 3441 w 14521"/>
                  <a:gd name="connsiteY0" fmla="*/ 0 h 5161"/>
                  <a:gd name="connsiteX1" fmla="*/ 14511 w 14521"/>
                  <a:gd name="connsiteY1" fmla="*/ 4303 h 5161"/>
                  <a:gd name="connsiteX2" fmla="*/ 3441 w 14521"/>
                  <a:gd name="connsiteY2" fmla="*/ 0 h 5161"/>
                </a:gdLst>
                <a:ahLst/>
                <a:cxnLst>
                  <a:cxn ang="0">
                    <a:pos x="connsiteX0" y="connsiteY0"/>
                  </a:cxn>
                  <a:cxn ang="0">
                    <a:pos x="connsiteX1" y="connsiteY1"/>
                  </a:cxn>
                  <a:cxn ang="0">
                    <a:pos x="connsiteX2" y="connsiteY2"/>
                  </a:cxn>
                </a:cxnLst>
                <a:rect l="l" t="t" r="r" b="b"/>
                <a:pathLst>
                  <a:path w="14521" h="5161">
                    <a:moveTo>
                      <a:pt x="3441" y="0"/>
                    </a:moveTo>
                    <a:cubicBezTo>
                      <a:pt x="-7737" y="1326"/>
                      <a:pt x="11648" y="7373"/>
                      <a:pt x="14511" y="4303"/>
                    </a:cubicBezTo>
                    <a:cubicBezTo>
                      <a:pt x="14860" y="772"/>
                      <a:pt x="6350" y="229"/>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 name="Freeform: Shape 74">
                <a:extLst>
                  <a:ext uri="{FF2B5EF4-FFF2-40B4-BE49-F238E27FC236}">
                    <a16:creationId xmlns:a16="http://schemas.microsoft.com/office/drawing/2014/main" id="{B27D0A0C-85CB-9F25-0A6F-48DCF2ACB76F}"/>
                  </a:ext>
                </a:extLst>
              </p:cNvPr>
              <p:cNvSpPr/>
              <p:nvPr/>
            </p:nvSpPr>
            <p:spPr>
              <a:xfrm>
                <a:off x="8524834" y="4308482"/>
                <a:ext cx="7189" cy="6397"/>
              </a:xfrm>
              <a:custGeom>
                <a:avLst/>
                <a:gdLst>
                  <a:gd name="connsiteX0" fmla="*/ 2523 w 7189"/>
                  <a:gd name="connsiteY0" fmla="*/ 2451 h 6397"/>
                  <a:gd name="connsiteX1" fmla="*/ 7158 w 7189"/>
                  <a:gd name="connsiteY1" fmla="*/ 79 h 6397"/>
                  <a:gd name="connsiteX2" fmla="*/ 2523 w 7189"/>
                  <a:gd name="connsiteY2" fmla="*/ 2451 h 6397"/>
                </a:gdLst>
                <a:ahLst/>
                <a:cxnLst>
                  <a:cxn ang="0">
                    <a:pos x="connsiteX0" y="connsiteY0"/>
                  </a:cxn>
                  <a:cxn ang="0">
                    <a:pos x="connsiteX1" y="connsiteY1"/>
                  </a:cxn>
                  <a:cxn ang="0">
                    <a:pos x="connsiteX2" y="connsiteY2"/>
                  </a:cxn>
                </a:cxnLst>
                <a:rect l="l" t="t" r="r" b="b"/>
                <a:pathLst>
                  <a:path w="7189" h="6397">
                    <a:moveTo>
                      <a:pt x="2523" y="2451"/>
                    </a:moveTo>
                    <a:cubicBezTo>
                      <a:pt x="-5392" y="10418"/>
                      <a:pt x="7912" y="4594"/>
                      <a:pt x="7158" y="79"/>
                    </a:cubicBezTo>
                    <a:cubicBezTo>
                      <a:pt x="5804" y="-395"/>
                      <a:pt x="3815" y="1376"/>
                      <a:pt x="2523" y="24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 name="Freeform: Shape 75">
                <a:extLst>
                  <a:ext uri="{FF2B5EF4-FFF2-40B4-BE49-F238E27FC236}">
                    <a16:creationId xmlns:a16="http://schemas.microsoft.com/office/drawing/2014/main" id="{48AB5344-C611-11A5-E2E3-0259EE6382C7}"/>
                  </a:ext>
                </a:extLst>
              </p:cNvPr>
              <p:cNvSpPr/>
              <p:nvPr/>
            </p:nvSpPr>
            <p:spPr>
              <a:xfrm>
                <a:off x="9885121" y="6579690"/>
                <a:ext cx="10835" cy="3097"/>
              </a:xfrm>
              <a:custGeom>
                <a:avLst/>
                <a:gdLst>
                  <a:gd name="connsiteX0" fmla="*/ 3463 w 10835"/>
                  <a:gd name="connsiteY0" fmla="*/ 0 h 3097"/>
                  <a:gd name="connsiteX1" fmla="*/ 10687 w 10835"/>
                  <a:gd name="connsiteY1" fmla="*/ 1515 h 3097"/>
                  <a:gd name="connsiteX2" fmla="*/ 3463 w 10835"/>
                  <a:gd name="connsiteY2" fmla="*/ 0 h 3097"/>
                </a:gdLst>
                <a:ahLst/>
                <a:cxnLst>
                  <a:cxn ang="0">
                    <a:pos x="connsiteX0" y="connsiteY0"/>
                  </a:cxn>
                  <a:cxn ang="0">
                    <a:pos x="connsiteX1" y="connsiteY1"/>
                  </a:cxn>
                  <a:cxn ang="0">
                    <a:pos x="connsiteX2" y="connsiteY2"/>
                  </a:cxn>
                </a:cxnLst>
                <a:rect l="l" t="t" r="r" b="b"/>
                <a:pathLst>
                  <a:path w="10835" h="3097">
                    <a:moveTo>
                      <a:pt x="3463" y="0"/>
                    </a:moveTo>
                    <a:cubicBezTo>
                      <a:pt x="-7978" y="766"/>
                      <a:pt x="12773" y="5515"/>
                      <a:pt x="10687" y="1515"/>
                    </a:cubicBezTo>
                    <a:cubicBezTo>
                      <a:pt x="9504" y="675"/>
                      <a:pt x="6275" y="0"/>
                      <a:pt x="34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 name="Freeform: Shape 76">
                <a:extLst>
                  <a:ext uri="{FF2B5EF4-FFF2-40B4-BE49-F238E27FC236}">
                    <a16:creationId xmlns:a16="http://schemas.microsoft.com/office/drawing/2014/main" id="{DD66CA3B-0821-1154-108C-76A7B315417A}"/>
                  </a:ext>
                </a:extLst>
              </p:cNvPr>
              <p:cNvSpPr/>
              <p:nvPr/>
            </p:nvSpPr>
            <p:spPr>
              <a:xfrm>
                <a:off x="10018059" y="6674046"/>
                <a:ext cx="11282" cy="3278"/>
              </a:xfrm>
              <a:custGeom>
                <a:avLst/>
                <a:gdLst>
                  <a:gd name="connsiteX0" fmla="*/ 3382 w 11282"/>
                  <a:gd name="connsiteY0" fmla="*/ 34 h 3278"/>
                  <a:gd name="connsiteX1" fmla="*/ 7902 w 11282"/>
                  <a:gd name="connsiteY1" fmla="*/ 3246 h 3278"/>
                  <a:gd name="connsiteX2" fmla="*/ 3382 w 11282"/>
                  <a:gd name="connsiteY2" fmla="*/ 34 h 3278"/>
                </a:gdLst>
                <a:ahLst/>
                <a:cxnLst>
                  <a:cxn ang="0">
                    <a:pos x="connsiteX0" y="connsiteY0"/>
                  </a:cxn>
                  <a:cxn ang="0">
                    <a:pos x="connsiteX1" y="connsiteY1"/>
                  </a:cxn>
                  <a:cxn ang="0">
                    <a:pos x="connsiteX2" y="connsiteY2"/>
                  </a:cxn>
                </a:cxnLst>
                <a:rect l="l" t="t" r="r" b="b"/>
                <a:pathLst>
                  <a:path w="11282" h="3278">
                    <a:moveTo>
                      <a:pt x="3382" y="34"/>
                    </a:moveTo>
                    <a:cubicBezTo>
                      <a:pt x="-4888" y="554"/>
                      <a:pt x="4141" y="3629"/>
                      <a:pt x="7902" y="3246"/>
                    </a:cubicBezTo>
                    <a:cubicBezTo>
                      <a:pt x="16171" y="2725"/>
                      <a:pt x="7136" y="-355"/>
                      <a:pt x="3382"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 name="Freeform: Shape 77">
                <a:extLst>
                  <a:ext uri="{FF2B5EF4-FFF2-40B4-BE49-F238E27FC236}">
                    <a16:creationId xmlns:a16="http://schemas.microsoft.com/office/drawing/2014/main" id="{C5755E29-42BF-842B-AA3C-55BF49023230}"/>
                  </a:ext>
                </a:extLst>
              </p:cNvPr>
              <p:cNvSpPr/>
              <p:nvPr/>
            </p:nvSpPr>
            <p:spPr>
              <a:xfrm>
                <a:off x="9759659" y="6490514"/>
                <a:ext cx="10500" cy="2930"/>
              </a:xfrm>
              <a:custGeom>
                <a:avLst/>
                <a:gdLst>
                  <a:gd name="connsiteX0" fmla="*/ 3406 w 10500"/>
                  <a:gd name="connsiteY0" fmla="*/ 0 h 2930"/>
                  <a:gd name="connsiteX1" fmla="*/ 10373 w 10500"/>
                  <a:gd name="connsiteY1" fmla="*/ 1434 h 2930"/>
                  <a:gd name="connsiteX2" fmla="*/ 3406 w 10500"/>
                  <a:gd name="connsiteY2" fmla="*/ 0 h 2930"/>
                </a:gdLst>
                <a:ahLst/>
                <a:cxnLst>
                  <a:cxn ang="0">
                    <a:pos x="connsiteX0" y="connsiteY0"/>
                  </a:cxn>
                  <a:cxn ang="0">
                    <a:pos x="connsiteX1" y="connsiteY1"/>
                  </a:cxn>
                  <a:cxn ang="0">
                    <a:pos x="connsiteX2" y="connsiteY2"/>
                  </a:cxn>
                </a:cxnLst>
                <a:rect l="l" t="t" r="r" b="b"/>
                <a:pathLst>
                  <a:path w="10500" h="2930">
                    <a:moveTo>
                      <a:pt x="3406" y="0"/>
                    </a:moveTo>
                    <a:cubicBezTo>
                      <a:pt x="-7761" y="720"/>
                      <a:pt x="12270" y="5218"/>
                      <a:pt x="10373" y="1434"/>
                    </a:cubicBezTo>
                    <a:cubicBezTo>
                      <a:pt x="9258" y="640"/>
                      <a:pt x="6138" y="0"/>
                      <a:pt x="34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 name="Freeform: Shape 78">
                <a:extLst>
                  <a:ext uri="{FF2B5EF4-FFF2-40B4-BE49-F238E27FC236}">
                    <a16:creationId xmlns:a16="http://schemas.microsoft.com/office/drawing/2014/main" id="{F50C39DB-9FB0-A8DE-5907-2C3707E71708}"/>
                  </a:ext>
                </a:extLst>
              </p:cNvPr>
              <p:cNvSpPr/>
              <p:nvPr/>
            </p:nvSpPr>
            <p:spPr>
              <a:xfrm>
                <a:off x="9528428" y="6326161"/>
                <a:ext cx="9897" cy="2635"/>
              </a:xfrm>
              <a:custGeom>
                <a:avLst/>
                <a:gdLst>
                  <a:gd name="connsiteX0" fmla="*/ 3294 w 9897"/>
                  <a:gd name="connsiteY0" fmla="*/ 0 h 2635"/>
                  <a:gd name="connsiteX1" fmla="*/ 9804 w 9897"/>
                  <a:gd name="connsiteY1" fmla="*/ 1286 h 2635"/>
                  <a:gd name="connsiteX2" fmla="*/ 3294 w 9897"/>
                  <a:gd name="connsiteY2" fmla="*/ 0 h 2635"/>
                </a:gdLst>
                <a:ahLst/>
                <a:cxnLst>
                  <a:cxn ang="0">
                    <a:pos x="connsiteX0" y="connsiteY0"/>
                  </a:cxn>
                  <a:cxn ang="0">
                    <a:pos x="connsiteX1" y="connsiteY1"/>
                  </a:cxn>
                  <a:cxn ang="0">
                    <a:pos x="connsiteX2" y="connsiteY2"/>
                  </a:cxn>
                </a:cxnLst>
                <a:rect l="l" t="t" r="r" b="b"/>
                <a:pathLst>
                  <a:path w="9897" h="2635">
                    <a:moveTo>
                      <a:pt x="3294" y="0"/>
                    </a:moveTo>
                    <a:cubicBezTo>
                      <a:pt x="-7359" y="640"/>
                      <a:pt x="11370" y="4698"/>
                      <a:pt x="9804" y="1286"/>
                    </a:cubicBezTo>
                    <a:cubicBezTo>
                      <a:pt x="8804" y="578"/>
                      <a:pt x="5889" y="0"/>
                      <a:pt x="329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 name="Freeform: Shape 79">
                <a:extLst>
                  <a:ext uri="{FF2B5EF4-FFF2-40B4-BE49-F238E27FC236}">
                    <a16:creationId xmlns:a16="http://schemas.microsoft.com/office/drawing/2014/main" id="{E2AC5976-7EC0-18E2-E0D3-9F89F3197AA3}"/>
                  </a:ext>
                </a:extLst>
              </p:cNvPr>
              <p:cNvSpPr/>
              <p:nvPr/>
            </p:nvSpPr>
            <p:spPr>
              <a:xfrm>
                <a:off x="9640958" y="6406143"/>
                <a:ext cx="10186" cy="2774"/>
              </a:xfrm>
              <a:custGeom>
                <a:avLst/>
                <a:gdLst>
                  <a:gd name="connsiteX0" fmla="*/ 3350 w 10186"/>
                  <a:gd name="connsiteY0" fmla="*/ 0 h 2774"/>
                  <a:gd name="connsiteX1" fmla="*/ 10077 w 10186"/>
                  <a:gd name="connsiteY1" fmla="*/ 1354 h 2774"/>
                  <a:gd name="connsiteX2" fmla="*/ 3350 w 10186"/>
                  <a:gd name="connsiteY2" fmla="*/ 0 h 2774"/>
                </a:gdLst>
                <a:ahLst/>
                <a:cxnLst>
                  <a:cxn ang="0">
                    <a:pos x="connsiteX0" y="connsiteY0"/>
                  </a:cxn>
                  <a:cxn ang="0">
                    <a:pos x="connsiteX1" y="connsiteY1"/>
                  </a:cxn>
                  <a:cxn ang="0">
                    <a:pos x="connsiteX2" y="connsiteY2"/>
                  </a:cxn>
                </a:cxnLst>
                <a:rect l="l" t="t" r="r" b="b"/>
                <a:pathLst>
                  <a:path w="10186" h="2774">
                    <a:moveTo>
                      <a:pt x="3350" y="0"/>
                    </a:moveTo>
                    <a:cubicBezTo>
                      <a:pt x="-7555" y="679"/>
                      <a:pt x="11803" y="4943"/>
                      <a:pt x="10077" y="1354"/>
                    </a:cubicBezTo>
                    <a:cubicBezTo>
                      <a:pt x="9019" y="606"/>
                      <a:pt x="6007" y="0"/>
                      <a:pt x="33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 name="Freeform: Shape 80">
                <a:extLst>
                  <a:ext uri="{FF2B5EF4-FFF2-40B4-BE49-F238E27FC236}">
                    <a16:creationId xmlns:a16="http://schemas.microsoft.com/office/drawing/2014/main" id="{CEF0BC8F-4954-58F6-3239-409D618745A3}"/>
                  </a:ext>
                </a:extLst>
              </p:cNvPr>
              <p:cNvSpPr/>
              <p:nvPr/>
            </p:nvSpPr>
            <p:spPr>
              <a:xfrm>
                <a:off x="10158635" y="6774092"/>
                <a:ext cx="11574" cy="3474"/>
              </a:xfrm>
              <a:custGeom>
                <a:avLst/>
                <a:gdLst>
                  <a:gd name="connsiteX0" fmla="*/ 3583 w 11574"/>
                  <a:gd name="connsiteY0" fmla="*/ 0 h 3474"/>
                  <a:gd name="connsiteX1" fmla="*/ 11373 w 11574"/>
                  <a:gd name="connsiteY1" fmla="*/ 1703 h 3474"/>
                  <a:gd name="connsiteX2" fmla="*/ 3583 w 11574"/>
                  <a:gd name="connsiteY2" fmla="*/ 0 h 3474"/>
                </a:gdLst>
                <a:ahLst/>
                <a:cxnLst>
                  <a:cxn ang="0">
                    <a:pos x="connsiteX0" y="connsiteY0"/>
                  </a:cxn>
                  <a:cxn ang="0">
                    <a:pos x="connsiteX1" y="connsiteY1"/>
                  </a:cxn>
                  <a:cxn ang="0">
                    <a:pos x="connsiteX2" y="connsiteY2"/>
                  </a:cxn>
                </a:cxnLst>
                <a:rect l="l" t="t" r="r" b="b"/>
                <a:pathLst>
                  <a:path w="11574" h="3474">
                    <a:moveTo>
                      <a:pt x="3583" y="0"/>
                    </a:moveTo>
                    <a:cubicBezTo>
                      <a:pt x="-8452" y="869"/>
                      <a:pt x="13899" y="6178"/>
                      <a:pt x="11373" y="1703"/>
                    </a:cubicBezTo>
                    <a:cubicBezTo>
                      <a:pt x="10047" y="760"/>
                      <a:pt x="6567" y="0"/>
                      <a:pt x="35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 name="Freeform: Shape 81">
                <a:extLst>
                  <a:ext uri="{FF2B5EF4-FFF2-40B4-BE49-F238E27FC236}">
                    <a16:creationId xmlns:a16="http://schemas.microsoft.com/office/drawing/2014/main" id="{D449A79E-21D9-9D6F-E952-F8FBF861DDA5}"/>
                  </a:ext>
                </a:extLst>
              </p:cNvPr>
              <p:cNvSpPr/>
              <p:nvPr/>
            </p:nvSpPr>
            <p:spPr>
              <a:xfrm>
                <a:off x="10816106" y="7241218"/>
                <a:ext cx="13561" cy="4484"/>
              </a:xfrm>
              <a:custGeom>
                <a:avLst/>
                <a:gdLst>
                  <a:gd name="connsiteX0" fmla="*/ 3691 w 13561"/>
                  <a:gd name="connsiteY0" fmla="*/ 47 h 4484"/>
                  <a:gd name="connsiteX1" fmla="*/ 9869 w 13561"/>
                  <a:gd name="connsiteY1" fmla="*/ 4436 h 4484"/>
                  <a:gd name="connsiteX2" fmla="*/ 3691 w 13561"/>
                  <a:gd name="connsiteY2" fmla="*/ 47 h 4484"/>
                </a:gdLst>
                <a:ahLst/>
                <a:cxnLst>
                  <a:cxn ang="0">
                    <a:pos x="connsiteX0" y="connsiteY0"/>
                  </a:cxn>
                  <a:cxn ang="0">
                    <a:pos x="connsiteX1" y="connsiteY1"/>
                  </a:cxn>
                  <a:cxn ang="0">
                    <a:pos x="connsiteX2" y="connsiteY2"/>
                  </a:cxn>
                </a:cxnLst>
                <a:rect l="l" t="t" r="r" b="b"/>
                <a:pathLst>
                  <a:path w="13561" h="4484">
                    <a:moveTo>
                      <a:pt x="3691" y="47"/>
                    </a:moveTo>
                    <a:cubicBezTo>
                      <a:pt x="-5916" y="824"/>
                      <a:pt x="5800" y="4974"/>
                      <a:pt x="9869" y="4436"/>
                    </a:cubicBezTo>
                    <a:cubicBezTo>
                      <a:pt x="19482" y="3665"/>
                      <a:pt x="7755" y="-485"/>
                      <a:pt x="369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 name="Freeform: Shape 82">
                <a:extLst>
                  <a:ext uri="{FF2B5EF4-FFF2-40B4-BE49-F238E27FC236}">
                    <a16:creationId xmlns:a16="http://schemas.microsoft.com/office/drawing/2014/main" id="{8D5F46C6-8ACF-88C9-D19C-6ABF0AE4D32F}"/>
                  </a:ext>
                </a:extLst>
              </p:cNvPr>
              <p:cNvSpPr/>
              <p:nvPr/>
            </p:nvSpPr>
            <p:spPr>
              <a:xfrm>
                <a:off x="11009546" y="7378687"/>
                <a:ext cx="14131" cy="4805"/>
              </a:xfrm>
              <a:custGeom>
                <a:avLst/>
                <a:gdLst>
                  <a:gd name="connsiteX0" fmla="*/ 3756 w 14131"/>
                  <a:gd name="connsiteY0" fmla="*/ 52 h 4805"/>
                  <a:gd name="connsiteX1" fmla="*/ 10373 w 14131"/>
                  <a:gd name="connsiteY1" fmla="*/ 4755 h 4805"/>
                  <a:gd name="connsiteX2" fmla="*/ 3756 w 14131"/>
                  <a:gd name="connsiteY2" fmla="*/ 52 h 4805"/>
                </a:gdLst>
                <a:ahLst/>
                <a:cxnLst>
                  <a:cxn ang="0">
                    <a:pos x="connsiteX0" y="connsiteY0"/>
                  </a:cxn>
                  <a:cxn ang="0">
                    <a:pos x="connsiteX1" y="connsiteY1"/>
                  </a:cxn>
                  <a:cxn ang="0">
                    <a:pos x="connsiteX2" y="connsiteY2"/>
                  </a:cxn>
                </a:cxnLst>
                <a:rect l="l" t="t" r="r" b="b"/>
                <a:pathLst>
                  <a:path w="14131" h="4805">
                    <a:moveTo>
                      <a:pt x="3756" y="52"/>
                    </a:moveTo>
                    <a:cubicBezTo>
                      <a:pt x="-6165" y="897"/>
                      <a:pt x="6242" y="5327"/>
                      <a:pt x="10373" y="4755"/>
                    </a:cubicBezTo>
                    <a:cubicBezTo>
                      <a:pt x="20301" y="3909"/>
                      <a:pt x="7888" y="-526"/>
                      <a:pt x="375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 name="Freeform: Shape 83">
                <a:extLst>
                  <a:ext uri="{FF2B5EF4-FFF2-40B4-BE49-F238E27FC236}">
                    <a16:creationId xmlns:a16="http://schemas.microsoft.com/office/drawing/2014/main" id="{71E6F52F-E4F7-B7C6-8739-159E4ADE9A85}"/>
                  </a:ext>
                </a:extLst>
              </p:cNvPr>
              <p:cNvSpPr/>
              <p:nvPr/>
            </p:nvSpPr>
            <p:spPr>
              <a:xfrm>
                <a:off x="10466344" y="6992794"/>
                <a:ext cx="12424" cy="3917"/>
              </a:xfrm>
              <a:custGeom>
                <a:avLst/>
                <a:gdLst>
                  <a:gd name="connsiteX0" fmla="*/ 3712 w 12424"/>
                  <a:gd name="connsiteY0" fmla="*/ 0 h 3917"/>
                  <a:gd name="connsiteX1" fmla="*/ 12154 w 12424"/>
                  <a:gd name="connsiteY1" fmla="*/ 1920 h 3917"/>
                  <a:gd name="connsiteX2" fmla="*/ 3712 w 12424"/>
                  <a:gd name="connsiteY2" fmla="*/ 0 h 3917"/>
                </a:gdLst>
                <a:ahLst/>
                <a:cxnLst>
                  <a:cxn ang="0">
                    <a:pos x="connsiteX0" y="connsiteY0"/>
                  </a:cxn>
                  <a:cxn ang="0">
                    <a:pos x="connsiteX1" y="connsiteY1"/>
                  </a:cxn>
                  <a:cxn ang="0">
                    <a:pos x="connsiteX2" y="connsiteY2"/>
                  </a:cxn>
                </a:cxnLst>
                <a:rect l="l" t="t" r="r" b="b"/>
                <a:pathLst>
                  <a:path w="12424" h="3917">
                    <a:moveTo>
                      <a:pt x="3712" y="0"/>
                    </a:moveTo>
                    <a:cubicBezTo>
                      <a:pt x="-8986" y="994"/>
                      <a:pt x="15217" y="6960"/>
                      <a:pt x="12154" y="1920"/>
                    </a:cubicBezTo>
                    <a:cubicBezTo>
                      <a:pt x="10662" y="863"/>
                      <a:pt x="6884" y="0"/>
                      <a:pt x="37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 name="Freeform: Shape 84">
                <a:extLst>
                  <a:ext uri="{FF2B5EF4-FFF2-40B4-BE49-F238E27FC236}">
                    <a16:creationId xmlns:a16="http://schemas.microsoft.com/office/drawing/2014/main" id="{0D14766D-9E12-5118-AE17-74606F13E30C}"/>
                  </a:ext>
                </a:extLst>
              </p:cNvPr>
              <p:cNvSpPr/>
              <p:nvPr/>
            </p:nvSpPr>
            <p:spPr>
              <a:xfrm>
                <a:off x="10307832" y="6880134"/>
                <a:ext cx="11982" cy="3684"/>
              </a:xfrm>
              <a:custGeom>
                <a:avLst/>
                <a:gdLst>
                  <a:gd name="connsiteX0" fmla="*/ 3651 w 11982"/>
                  <a:gd name="connsiteY0" fmla="*/ 0 h 3684"/>
                  <a:gd name="connsiteX1" fmla="*/ 11749 w 11982"/>
                  <a:gd name="connsiteY1" fmla="*/ 1805 h 3684"/>
                  <a:gd name="connsiteX2" fmla="*/ 3651 w 11982"/>
                  <a:gd name="connsiteY2" fmla="*/ 0 h 3684"/>
                </a:gdLst>
                <a:ahLst/>
                <a:cxnLst>
                  <a:cxn ang="0">
                    <a:pos x="connsiteX0" y="connsiteY0"/>
                  </a:cxn>
                  <a:cxn ang="0">
                    <a:pos x="connsiteX1" y="connsiteY1"/>
                  </a:cxn>
                  <a:cxn ang="0">
                    <a:pos x="connsiteX2" y="connsiteY2"/>
                  </a:cxn>
                </a:cxnLst>
                <a:rect l="l" t="t" r="r" b="b"/>
                <a:pathLst>
                  <a:path w="11982" h="3684">
                    <a:moveTo>
                      <a:pt x="3651" y="0"/>
                    </a:moveTo>
                    <a:cubicBezTo>
                      <a:pt x="-8717" y="926"/>
                      <a:pt x="14533" y="6549"/>
                      <a:pt x="11749" y="1805"/>
                    </a:cubicBezTo>
                    <a:cubicBezTo>
                      <a:pt x="10349" y="811"/>
                      <a:pt x="6720" y="0"/>
                      <a:pt x="36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 name="Freeform: Shape 85">
                <a:extLst>
                  <a:ext uri="{FF2B5EF4-FFF2-40B4-BE49-F238E27FC236}">
                    <a16:creationId xmlns:a16="http://schemas.microsoft.com/office/drawing/2014/main" id="{1EC71930-1F91-5474-75BB-F83C42593BDF}"/>
                  </a:ext>
                </a:extLst>
              </p:cNvPr>
              <p:cNvSpPr/>
              <p:nvPr/>
            </p:nvSpPr>
            <p:spPr>
              <a:xfrm>
                <a:off x="10635479" y="7112850"/>
                <a:ext cx="13029" cy="4190"/>
              </a:xfrm>
              <a:custGeom>
                <a:avLst/>
                <a:gdLst>
                  <a:gd name="connsiteX0" fmla="*/ 3628 w 13029"/>
                  <a:gd name="connsiteY0" fmla="*/ 44 h 4190"/>
                  <a:gd name="connsiteX1" fmla="*/ 9400 w 13029"/>
                  <a:gd name="connsiteY1" fmla="*/ 4147 h 4190"/>
                  <a:gd name="connsiteX2" fmla="*/ 3628 w 13029"/>
                  <a:gd name="connsiteY2" fmla="*/ 44 h 4190"/>
                </a:gdLst>
                <a:ahLst/>
                <a:cxnLst>
                  <a:cxn ang="0">
                    <a:pos x="connsiteX0" y="connsiteY0"/>
                  </a:cxn>
                  <a:cxn ang="0">
                    <a:pos x="connsiteX1" y="connsiteY1"/>
                  </a:cxn>
                  <a:cxn ang="0">
                    <a:pos x="connsiteX2" y="connsiteY2"/>
                  </a:cxn>
                </a:cxnLst>
                <a:rect l="l" t="t" r="r" b="b"/>
                <a:pathLst>
                  <a:path w="13029" h="4190">
                    <a:moveTo>
                      <a:pt x="3628" y="44"/>
                    </a:moveTo>
                    <a:cubicBezTo>
                      <a:pt x="-5682" y="752"/>
                      <a:pt x="5399" y="4645"/>
                      <a:pt x="9400" y="4147"/>
                    </a:cubicBezTo>
                    <a:cubicBezTo>
                      <a:pt x="18715" y="3438"/>
                      <a:pt x="7628" y="-453"/>
                      <a:pt x="3628"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 name="Freeform: Shape 86">
                <a:extLst>
                  <a:ext uri="{FF2B5EF4-FFF2-40B4-BE49-F238E27FC236}">
                    <a16:creationId xmlns:a16="http://schemas.microsoft.com/office/drawing/2014/main" id="{33023374-F6F6-B0E8-D620-6728A1485EF3}"/>
                  </a:ext>
                </a:extLst>
              </p:cNvPr>
              <p:cNvSpPr/>
              <p:nvPr/>
            </p:nvSpPr>
            <p:spPr>
              <a:xfrm>
                <a:off x="8728093" y="4793628"/>
                <a:ext cx="7863" cy="8708"/>
              </a:xfrm>
              <a:custGeom>
                <a:avLst/>
                <a:gdLst>
                  <a:gd name="connsiteX0" fmla="*/ 2798 w 7863"/>
                  <a:gd name="connsiteY0" fmla="*/ 736 h 8708"/>
                  <a:gd name="connsiteX1" fmla="*/ 180 w 7863"/>
                  <a:gd name="connsiteY1" fmla="*/ 6743 h 8708"/>
                  <a:gd name="connsiteX2" fmla="*/ 2798 w 7863"/>
                  <a:gd name="connsiteY2" fmla="*/ 736 h 8708"/>
                </a:gdLst>
                <a:ahLst/>
                <a:cxnLst>
                  <a:cxn ang="0">
                    <a:pos x="connsiteX0" y="connsiteY0"/>
                  </a:cxn>
                  <a:cxn ang="0">
                    <a:pos x="connsiteX1" y="connsiteY1"/>
                  </a:cxn>
                  <a:cxn ang="0">
                    <a:pos x="connsiteX2" y="connsiteY2"/>
                  </a:cxn>
                </a:cxnLst>
                <a:rect l="l" t="t" r="r" b="b"/>
                <a:pathLst>
                  <a:path w="7863" h="8708">
                    <a:moveTo>
                      <a:pt x="2798" y="736"/>
                    </a:moveTo>
                    <a:cubicBezTo>
                      <a:pt x="700" y="2108"/>
                      <a:pt x="-471" y="4805"/>
                      <a:pt x="180" y="6743"/>
                    </a:cubicBezTo>
                    <a:cubicBezTo>
                      <a:pt x="5124" y="14572"/>
                      <a:pt x="13216" y="-3819"/>
                      <a:pt x="2798"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 name="Freeform: Shape 87">
                <a:extLst>
                  <a:ext uri="{FF2B5EF4-FFF2-40B4-BE49-F238E27FC236}">
                    <a16:creationId xmlns:a16="http://schemas.microsoft.com/office/drawing/2014/main" id="{F093154E-5860-B9D3-098F-0284A94D1F1D}"/>
                  </a:ext>
                </a:extLst>
              </p:cNvPr>
              <p:cNvSpPr/>
              <p:nvPr/>
            </p:nvSpPr>
            <p:spPr>
              <a:xfrm>
                <a:off x="8801834" y="4998991"/>
                <a:ext cx="8001" cy="7693"/>
              </a:xfrm>
              <a:custGeom>
                <a:avLst/>
                <a:gdLst>
                  <a:gd name="connsiteX0" fmla="*/ 2758 w 8001"/>
                  <a:gd name="connsiteY0" fmla="*/ 702 h 7693"/>
                  <a:gd name="connsiteX1" fmla="*/ 5243 w 8001"/>
                  <a:gd name="connsiteY1" fmla="*/ 6988 h 7693"/>
                  <a:gd name="connsiteX2" fmla="*/ 2758 w 8001"/>
                  <a:gd name="connsiteY2" fmla="*/ 702 h 7693"/>
                </a:gdLst>
                <a:ahLst/>
                <a:cxnLst>
                  <a:cxn ang="0">
                    <a:pos x="connsiteX0" y="connsiteY0"/>
                  </a:cxn>
                  <a:cxn ang="0">
                    <a:pos x="connsiteX1" y="connsiteY1"/>
                  </a:cxn>
                  <a:cxn ang="0">
                    <a:pos x="connsiteX2" y="connsiteY2"/>
                  </a:cxn>
                </a:cxnLst>
                <a:rect l="l" t="t" r="r" b="b"/>
                <a:pathLst>
                  <a:path w="8001" h="7693">
                    <a:moveTo>
                      <a:pt x="2758" y="702"/>
                    </a:moveTo>
                    <a:cubicBezTo>
                      <a:pt x="-2032" y="3125"/>
                      <a:pt x="-186" y="9875"/>
                      <a:pt x="5243" y="6988"/>
                    </a:cubicBezTo>
                    <a:cubicBezTo>
                      <a:pt x="10044" y="4582"/>
                      <a:pt x="8170" y="-2178"/>
                      <a:pt x="2758" y="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 name="Freeform: Shape 88">
                <a:extLst>
                  <a:ext uri="{FF2B5EF4-FFF2-40B4-BE49-F238E27FC236}">
                    <a16:creationId xmlns:a16="http://schemas.microsoft.com/office/drawing/2014/main" id="{61C216FD-6226-AF25-BB57-62AB81E3FC7F}"/>
                  </a:ext>
                </a:extLst>
              </p:cNvPr>
              <p:cNvSpPr/>
              <p:nvPr/>
            </p:nvSpPr>
            <p:spPr>
              <a:xfrm>
                <a:off x="9421115" y="6204926"/>
                <a:ext cx="9773" cy="7340"/>
              </a:xfrm>
              <a:custGeom>
                <a:avLst/>
                <a:gdLst>
                  <a:gd name="connsiteX0" fmla="*/ 3320 w 9773"/>
                  <a:gd name="connsiteY0" fmla="*/ 9 h 7340"/>
                  <a:gd name="connsiteX1" fmla="*/ 9623 w 9773"/>
                  <a:gd name="connsiteY1" fmla="*/ 3427 h 7340"/>
                  <a:gd name="connsiteX2" fmla="*/ 3320 w 9773"/>
                  <a:gd name="connsiteY2" fmla="*/ 9 h 7340"/>
                </a:gdLst>
                <a:ahLst/>
                <a:cxnLst>
                  <a:cxn ang="0">
                    <a:pos x="connsiteX0" y="connsiteY0"/>
                  </a:cxn>
                  <a:cxn ang="0">
                    <a:pos x="connsiteX1" y="connsiteY1"/>
                  </a:cxn>
                  <a:cxn ang="0">
                    <a:pos x="connsiteX2" y="connsiteY2"/>
                  </a:cxn>
                </a:cxnLst>
                <a:rect l="l" t="t" r="r" b="b"/>
                <a:pathLst>
                  <a:path w="9773" h="7340">
                    <a:moveTo>
                      <a:pt x="3320" y="9"/>
                    </a:moveTo>
                    <a:cubicBezTo>
                      <a:pt x="-7459" y="2632"/>
                      <a:pt x="11635" y="12850"/>
                      <a:pt x="9623" y="3427"/>
                    </a:cubicBezTo>
                    <a:cubicBezTo>
                      <a:pt x="8669" y="1415"/>
                      <a:pt x="5846" y="-134"/>
                      <a:pt x="3320"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 name="Freeform: Shape 89">
                <a:extLst>
                  <a:ext uri="{FF2B5EF4-FFF2-40B4-BE49-F238E27FC236}">
                    <a16:creationId xmlns:a16="http://schemas.microsoft.com/office/drawing/2014/main" id="{5DBBF12A-89F6-8C6D-58AC-C594AC103B11}"/>
                  </a:ext>
                </a:extLst>
              </p:cNvPr>
              <p:cNvSpPr/>
              <p:nvPr/>
            </p:nvSpPr>
            <p:spPr>
              <a:xfrm>
                <a:off x="8657575" y="4584819"/>
                <a:ext cx="7620" cy="8645"/>
              </a:xfrm>
              <a:custGeom>
                <a:avLst/>
                <a:gdLst>
                  <a:gd name="connsiteX0" fmla="*/ 2666 w 7620"/>
                  <a:gd name="connsiteY0" fmla="*/ 1056 h 8645"/>
                  <a:gd name="connsiteX1" fmla="*/ 4952 w 7620"/>
                  <a:gd name="connsiteY1" fmla="*/ 7595 h 8645"/>
                  <a:gd name="connsiteX2" fmla="*/ 2666 w 7620"/>
                  <a:gd name="connsiteY2" fmla="*/ 1056 h 8645"/>
                </a:gdLst>
                <a:ahLst/>
                <a:cxnLst>
                  <a:cxn ang="0">
                    <a:pos x="connsiteX0" y="connsiteY0"/>
                  </a:cxn>
                  <a:cxn ang="0">
                    <a:pos x="connsiteX1" y="connsiteY1"/>
                  </a:cxn>
                  <a:cxn ang="0">
                    <a:pos x="connsiteX2" y="connsiteY2"/>
                  </a:cxn>
                </a:cxnLst>
                <a:rect l="l" t="t" r="r" b="b"/>
                <a:pathLst>
                  <a:path w="7620" h="8645">
                    <a:moveTo>
                      <a:pt x="2666" y="1056"/>
                    </a:moveTo>
                    <a:cubicBezTo>
                      <a:pt x="-1557" y="3760"/>
                      <a:pt x="-740" y="11424"/>
                      <a:pt x="4952" y="7595"/>
                    </a:cubicBezTo>
                    <a:cubicBezTo>
                      <a:pt x="9181" y="4903"/>
                      <a:pt x="8358" y="-2790"/>
                      <a:pt x="2666" y="10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 name="Freeform: Shape 90">
                <a:extLst>
                  <a:ext uri="{FF2B5EF4-FFF2-40B4-BE49-F238E27FC236}">
                    <a16:creationId xmlns:a16="http://schemas.microsoft.com/office/drawing/2014/main" id="{96EB818A-637B-067C-2B7B-C42765D946CF}"/>
                  </a:ext>
                </a:extLst>
              </p:cNvPr>
              <p:cNvSpPr/>
              <p:nvPr/>
            </p:nvSpPr>
            <p:spPr>
              <a:xfrm>
                <a:off x="8589829" y="4410577"/>
                <a:ext cx="7459" cy="7830"/>
              </a:xfrm>
              <a:custGeom>
                <a:avLst/>
                <a:gdLst>
                  <a:gd name="connsiteX0" fmla="*/ 2633 w 7459"/>
                  <a:gd name="connsiteY0" fmla="*/ 1528 h 7830"/>
                  <a:gd name="connsiteX1" fmla="*/ 4827 w 7459"/>
                  <a:gd name="connsiteY1" fmla="*/ 6312 h 7830"/>
                  <a:gd name="connsiteX2" fmla="*/ 2633 w 7459"/>
                  <a:gd name="connsiteY2" fmla="*/ 1528 h 7830"/>
                </a:gdLst>
                <a:ahLst/>
                <a:cxnLst>
                  <a:cxn ang="0">
                    <a:pos x="connsiteX0" y="connsiteY0"/>
                  </a:cxn>
                  <a:cxn ang="0">
                    <a:pos x="connsiteX1" y="connsiteY1"/>
                  </a:cxn>
                  <a:cxn ang="0">
                    <a:pos x="connsiteX2" y="connsiteY2"/>
                  </a:cxn>
                </a:cxnLst>
                <a:rect l="l" t="t" r="r" b="b"/>
                <a:pathLst>
                  <a:path w="7459" h="7830">
                    <a:moveTo>
                      <a:pt x="2633" y="1528"/>
                    </a:moveTo>
                    <a:cubicBezTo>
                      <a:pt x="-1648" y="4803"/>
                      <a:pt x="-562" y="10592"/>
                      <a:pt x="4827" y="6312"/>
                    </a:cubicBezTo>
                    <a:cubicBezTo>
                      <a:pt x="9108" y="3042"/>
                      <a:pt x="8022" y="-2775"/>
                      <a:pt x="2633" y="1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 name="Freeform: Shape 91">
                <a:extLst>
                  <a:ext uri="{FF2B5EF4-FFF2-40B4-BE49-F238E27FC236}">
                    <a16:creationId xmlns:a16="http://schemas.microsoft.com/office/drawing/2014/main" id="{E2CC7268-740C-EC37-8F5E-2937FA1626AC}"/>
                  </a:ext>
                </a:extLst>
              </p:cNvPr>
              <p:cNvSpPr/>
              <p:nvPr/>
            </p:nvSpPr>
            <p:spPr>
              <a:xfrm>
                <a:off x="8878723" y="5163221"/>
                <a:ext cx="8231" cy="5820"/>
              </a:xfrm>
              <a:custGeom>
                <a:avLst/>
                <a:gdLst>
                  <a:gd name="connsiteX0" fmla="*/ 2815 w 8231"/>
                  <a:gd name="connsiteY0" fmla="*/ 761 h 5820"/>
                  <a:gd name="connsiteX1" fmla="*/ 5415 w 8231"/>
                  <a:gd name="connsiteY1" fmla="*/ 5047 h 5820"/>
                  <a:gd name="connsiteX2" fmla="*/ 2815 w 8231"/>
                  <a:gd name="connsiteY2" fmla="*/ 761 h 5820"/>
                </a:gdLst>
                <a:ahLst/>
                <a:cxnLst>
                  <a:cxn ang="0">
                    <a:pos x="connsiteX0" y="connsiteY0"/>
                  </a:cxn>
                  <a:cxn ang="0">
                    <a:pos x="connsiteX1" y="connsiteY1"/>
                  </a:cxn>
                  <a:cxn ang="0">
                    <a:pos x="connsiteX2" y="connsiteY2"/>
                  </a:cxn>
                </a:cxnLst>
                <a:rect l="l" t="t" r="r" b="b"/>
                <a:pathLst>
                  <a:path w="8231" h="5820">
                    <a:moveTo>
                      <a:pt x="2815" y="761"/>
                    </a:moveTo>
                    <a:cubicBezTo>
                      <a:pt x="-2534" y="3401"/>
                      <a:pt x="535" y="7550"/>
                      <a:pt x="5415" y="5047"/>
                    </a:cubicBezTo>
                    <a:cubicBezTo>
                      <a:pt x="10781" y="2436"/>
                      <a:pt x="7673" y="-1719"/>
                      <a:pt x="2815" y="7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 name="Freeform: Shape 92">
                <a:extLst>
                  <a:ext uri="{FF2B5EF4-FFF2-40B4-BE49-F238E27FC236}">
                    <a16:creationId xmlns:a16="http://schemas.microsoft.com/office/drawing/2014/main" id="{ADC08E1C-3F49-8C7F-6A1D-12C5BEA13EDE}"/>
                  </a:ext>
                </a:extLst>
              </p:cNvPr>
              <p:cNvSpPr/>
              <p:nvPr/>
            </p:nvSpPr>
            <p:spPr>
              <a:xfrm>
                <a:off x="8958795" y="5256853"/>
                <a:ext cx="8569" cy="4778"/>
              </a:xfrm>
              <a:custGeom>
                <a:avLst/>
                <a:gdLst>
                  <a:gd name="connsiteX0" fmla="*/ 3039 w 8569"/>
                  <a:gd name="connsiteY0" fmla="*/ 792 h 4778"/>
                  <a:gd name="connsiteX1" fmla="*/ 8451 w 8569"/>
                  <a:gd name="connsiteY1" fmla="*/ 661 h 4778"/>
                  <a:gd name="connsiteX2" fmla="*/ 3039 w 8569"/>
                  <a:gd name="connsiteY2" fmla="*/ 792 h 4778"/>
                </a:gdLst>
                <a:ahLst/>
                <a:cxnLst>
                  <a:cxn ang="0">
                    <a:pos x="connsiteX0" y="connsiteY0"/>
                  </a:cxn>
                  <a:cxn ang="0">
                    <a:pos x="connsiteX1" y="connsiteY1"/>
                  </a:cxn>
                  <a:cxn ang="0">
                    <a:pos x="connsiteX2" y="connsiteY2"/>
                  </a:cxn>
                </a:cxnLst>
                <a:rect l="l" t="t" r="r" b="b"/>
                <a:pathLst>
                  <a:path w="8569" h="4778">
                    <a:moveTo>
                      <a:pt x="3039" y="792"/>
                    </a:moveTo>
                    <a:cubicBezTo>
                      <a:pt x="-6666" y="6415"/>
                      <a:pt x="10126" y="5833"/>
                      <a:pt x="8451" y="661"/>
                    </a:cubicBezTo>
                    <a:cubicBezTo>
                      <a:pt x="7702" y="-271"/>
                      <a:pt x="5279" y="-208"/>
                      <a:pt x="3039" y="7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4" name="Freeform: Shape 93">
                <a:extLst>
                  <a:ext uri="{FF2B5EF4-FFF2-40B4-BE49-F238E27FC236}">
                    <a16:creationId xmlns:a16="http://schemas.microsoft.com/office/drawing/2014/main" id="{DE544C25-119C-3F66-3D53-A4A37C7FC666}"/>
                  </a:ext>
                </a:extLst>
              </p:cNvPr>
              <p:cNvSpPr/>
              <p:nvPr/>
            </p:nvSpPr>
            <p:spPr>
              <a:xfrm>
                <a:off x="9130184" y="5630659"/>
                <a:ext cx="8844" cy="7754"/>
              </a:xfrm>
              <a:custGeom>
                <a:avLst/>
                <a:gdLst>
                  <a:gd name="connsiteX0" fmla="*/ 2940 w 8844"/>
                  <a:gd name="connsiteY0" fmla="*/ 387 h 7754"/>
                  <a:gd name="connsiteX1" fmla="*/ 5906 w 8844"/>
                  <a:gd name="connsiteY1" fmla="*/ 7365 h 7754"/>
                  <a:gd name="connsiteX2" fmla="*/ 2940 w 8844"/>
                  <a:gd name="connsiteY2" fmla="*/ 387 h 7754"/>
                </a:gdLst>
                <a:ahLst/>
                <a:cxnLst>
                  <a:cxn ang="0">
                    <a:pos x="connsiteX0" y="connsiteY0"/>
                  </a:cxn>
                  <a:cxn ang="0">
                    <a:pos x="connsiteX1" y="connsiteY1"/>
                  </a:cxn>
                  <a:cxn ang="0">
                    <a:pos x="connsiteX2" y="connsiteY2"/>
                  </a:cxn>
                </a:cxnLst>
                <a:rect l="l" t="t" r="r" b="b"/>
                <a:pathLst>
                  <a:path w="8844" h="7754">
                    <a:moveTo>
                      <a:pt x="2940" y="387"/>
                    </a:moveTo>
                    <a:cubicBezTo>
                      <a:pt x="-2695" y="2473"/>
                      <a:pt x="591" y="9468"/>
                      <a:pt x="5906" y="7365"/>
                    </a:cubicBezTo>
                    <a:cubicBezTo>
                      <a:pt x="11547" y="5302"/>
                      <a:pt x="8238" y="-1710"/>
                      <a:pt x="2940" y="3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5" name="Freeform: Shape 94">
                <a:extLst>
                  <a:ext uri="{FF2B5EF4-FFF2-40B4-BE49-F238E27FC236}">
                    <a16:creationId xmlns:a16="http://schemas.microsoft.com/office/drawing/2014/main" id="{9FD9AD9C-DD2A-68BE-AD3E-3BF1E500D68B}"/>
                  </a:ext>
                </a:extLst>
              </p:cNvPr>
              <p:cNvSpPr/>
              <p:nvPr/>
            </p:nvSpPr>
            <p:spPr>
              <a:xfrm>
                <a:off x="9318790" y="5949058"/>
                <a:ext cx="9544" cy="7944"/>
              </a:xfrm>
              <a:custGeom>
                <a:avLst/>
                <a:gdLst>
                  <a:gd name="connsiteX0" fmla="*/ 3278 w 9544"/>
                  <a:gd name="connsiteY0" fmla="*/ 160 h 7944"/>
                  <a:gd name="connsiteX1" fmla="*/ 9370 w 9544"/>
                  <a:gd name="connsiteY1" fmla="*/ 2914 h 7944"/>
                  <a:gd name="connsiteX2" fmla="*/ 3278 w 9544"/>
                  <a:gd name="connsiteY2" fmla="*/ 160 h 7944"/>
                </a:gdLst>
                <a:ahLst/>
                <a:cxnLst>
                  <a:cxn ang="0">
                    <a:pos x="connsiteX0" y="connsiteY0"/>
                  </a:cxn>
                  <a:cxn ang="0">
                    <a:pos x="connsiteX1" y="connsiteY1"/>
                  </a:cxn>
                  <a:cxn ang="0">
                    <a:pos x="connsiteX2" y="connsiteY2"/>
                  </a:cxn>
                </a:cxnLst>
                <a:rect l="l" t="t" r="r" b="b"/>
                <a:pathLst>
                  <a:path w="9544" h="7944">
                    <a:moveTo>
                      <a:pt x="3278" y="160"/>
                    </a:moveTo>
                    <a:cubicBezTo>
                      <a:pt x="-7375" y="4914"/>
                      <a:pt x="11536" y="13441"/>
                      <a:pt x="9370" y="2914"/>
                    </a:cubicBezTo>
                    <a:cubicBezTo>
                      <a:pt x="8461" y="766"/>
                      <a:pt x="5735" y="-457"/>
                      <a:pt x="32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6" name="Freeform: Shape 95">
                <a:extLst>
                  <a:ext uri="{FF2B5EF4-FFF2-40B4-BE49-F238E27FC236}">
                    <a16:creationId xmlns:a16="http://schemas.microsoft.com/office/drawing/2014/main" id="{8E2526F5-A3BF-7F3C-4686-951770DF561A}"/>
                  </a:ext>
                </a:extLst>
              </p:cNvPr>
              <p:cNvSpPr/>
              <p:nvPr/>
            </p:nvSpPr>
            <p:spPr>
              <a:xfrm>
                <a:off x="9042611" y="5415903"/>
                <a:ext cx="8620" cy="7612"/>
              </a:xfrm>
              <a:custGeom>
                <a:avLst/>
                <a:gdLst>
                  <a:gd name="connsiteX0" fmla="*/ 2896 w 8620"/>
                  <a:gd name="connsiteY0" fmla="*/ 459 h 7612"/>
                  <a:gd name="connsiteX1" fmla="*/ 5725 w 8620"/>
                  <a:gd name="connsiteY1" fmla="*/ 7157 h 7612"/>
                  <a:gd name="connsiteX2" fmla="*/ 2896 w 8620"/>
                  <a:gd name="connsiteY2" fmla="*/ 459 h 7612"/>
                </a:gdLst>
                <a:ahLst/>
                <a:cxnLst>
                  <a:cxn ang="0">
                    <a:pos x="connsiteX0" y="connsiteY0"/>
                  </a:cxn>
                  <a:cxn ang="0">
                    <a:pos x="connsiteX1" y="connsiteY1"/>
                  </a:cxn>
                  <a:cxn ang="0">
                    <a:pos x="connsiteX2" y="connsiteY2"/>
                  </a:cxn>
                </a:cxnLst>
                <a:rect l="l" t="t" r="r" b="b"/>
                <a:pathLst>
                  <a:path w="8620" h="7612">
                    <a:moveTo>
                      <a:pt x="2896" y="459"/>
                    </a:moveTo>
                    <a:cubicBezTo>
                      <a:pt x="-2539" y="2631"/>
                      <a:pt x="404" y="9420"/>
                      <a:pt x="5725" y="7157"/>
                    </a:cubicBezTo>
                    <a:cubicBezTo>
                      <a:pt x="11154" y="4991"/>
                      <a:pt x="8222" y="-1816"/>
                      <a:pt x="2896" y="4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7" name="Freeform: Shape 96">
                <a:extLst>
                  <a:ext uri="{FF2B5EF4-FFF2-40B4-BE49-F238E27FC236}">
                    <a16:creationId xmlns:a16="http://schemas.microsoft.com/office/drawing/2014/main" id="{28E89D66-59FB-A406-8540-F384984372AB}"/>
                  </a:ext>
                </a:extLst>
              </p:cNvPr>
              <p:cNvSpPr/>
              <p:nvPr/>
            </p:nvSpPr>
            <p:spPr>
              <a:xfrm>
                <a:off x="9222008" y="5809347"/>
                <a:ext cx="9112" cy="5227"/>
              </a:xfrm>
              <a:custGeom>
                <a:avLst/>
                <a:gdLst>
                  <a:gd name="connsiteX0" fmla="*/ 3002 w 9112"/>
                  <a:gd name="connsiteY0" fmla="*/ 492 h 5227"/>
                  <a:gd name="connsiteX1" fmla="*/ 6111 w 9112"/>
                  <a:gd name="connsiteY1" fmla="*/ 4722 h 5227"/>
                  <a:gd name="connsiteX2" fmla="*/ 3002 w 9112"/>
                  <a:gd name="connsiteY2" fmla="*/ 492 h 5227"/>
                </a:gdLst>
                <a:ahLst/>
                <a:cxnLst>
                  <a:cxn ang="0">
                    <a:pos x="connsiteX0" y="connsiteY0"/>
                  </a:cxn>
                  <a:cxn ang="0">
                    <a:pos x="connsiteX1" y="connsiteY1"/>
                  </a:cxn>
                  <a:cxn ang="0">
                    <a:pos x="connsiteX2" y="connsiteY2"/>
                  </a:cxn>
                </a:cxnLst>
                <a:rect l="l" t="t" r="r" b="b"/>
                <a:pathLst>
                  <a:path w="9112" h="5227">
                    <a:moveTo>
                      <a:pt x="3002" y="492"/>
                    </a:moveTo>
                    <a:cubicBezTo>
                      <a:pt x="-3227" y="2853"/>
                      <a:pt x="1448" y="6590"/>
                      <a:pt x="6111" y="4722"/>
                    </a:cubicBezTo>
                    <a:cubicBezTo>
                      <a:pt x="12357" y="2395"/>
                      <a:pt x="7631" y="-1348"/>
                      <a:pt x="3002" y="4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8" name="Freeform: Shape 97">
                <a:extLst>
                  <a:ext uri="{FF2B5EF4-FFF2-40B4-BE49-F238E27FC236}">
                    <a16:creationId xmlns:a16="http://schemas.microsoft.com/office/drawing/2014/main" id="{A3508CA1-1664-1D95-973C-531E03BF5EEC}"/>
                  </a:ext>
                </a:extLst>
              </p:cNvPr>
              <p:cNvSpPr/>
              <p:nvPr/>
            </p:nvSpPr>
            <p:spPr>
              <a:xfrm>
                <a:off x="11217224" y="7526146"/>
                <a:ext cx="14305" cy="5166"/>
              </a:xfrm>
              <a:custGeom>
                <a:avLst/>
                <a:gdLst>
                  <a:gd name="connsiteX0" fmla="*/ 3561 w 14305"/>
                  <a:gd name="connsiteY0" fmla="*/ 0 h 5166"/>
                  <a:gd name="connsiteX1" fmla="*/ 14271 w 14305"/>
                  <a:gd name="connsiteY1" fmla="*/ 4303 h 5166"/>
                  <a:gd name="connsiteX2" fmla="*/ 3561 w 14305"/>
                  <a:gd name="connsiteY2" fmla="*/ 0 h 5166"/>
                </a:gdLst>
                <a:ahLst/>
                <a:cxnLst>
                  <a:cxn ang="0">
                    <a:pos x="connsiteX0" y="connsiteY0"/>
                  </a:cxn>
                  <a:cxn ang="0">
                    <a:pos x="connsiteX1" y="connsiteY1"/>
                  </a:cxn>
                  <a:cxn ang="0">
                    <a:pos x="connsiteX2" y="connsiteY2"/>
                  </a:cxn>
                </a:cxnLst>
                <a:rect l="l" t="t" r="r" b="b"/>
                <a:pathLst>
                  <a:path w="14305" h="5166">
                    <a:moveTo>
                      <a:pt x="3561" y="0"/>
                    </a:moveTo>
                    <a:cubicBezTo>
                      <a:pt x="-7761" y="1314"/>
                      <a:pt x="11270" y="7389"/>
                      <a:pt x="14271" y="4303"/>
                    </a:cubicBezTo>
                    <a:cubicBezTo>
                      <a:pt x="14916" y="777"/>
                      <a:pt x="6378" y="211"/>
                      <a:pt x="35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9" name="Freeform: Shape 98">
                <a:extLst>
                  <a:ext uri="{FF2B5EF4-FFF2-40B4-BE49-F238E27FC236}">
                    <a16:creationId xmlns:a16="http://schemas.microsoft.com/office/drawing/2014/main" id="{910DE2E0-9EF7-5D9B-2F39-3C1EDFCCF6FB}"/>
                  </a:ext>
                </a:extLst>
              </p:cNvPr>
              <p:cNvSpPr/>
              <p:nvPr/>
            </p:nvSpPr>
            <p:spPr>
              <a:xfrm>
                <a:off x="8329204" y="4493155"/>
                <a:ext cx="7136" cy="6678"/>
              </a:xfrm>
              <a:custGeom>
                <a:avLst/>
                <a:gdLst>
                  <a:gd name="connsiteX0" fmla="*/ 2545 w 7136"/>
                  <a:gd name="connsiteY0" fmla="*/ 2681 h 6678"/>
                  <a:gd name="connsiteX1" fmla="*/ 7117 w 7136"/>
                  <a:gd name="connsiteY1" fmla="*/ 46 h 6678"/>
                  <a:gd name="connsiteX2" fmla="*/ 2545 w 7136"/>
                  <a:gd name="connsiteY2" fmla="*/ 2681 h 6678"/>
                </a:gdLst>
                <a:ahLst/>
                <a:cxnLst>
                  <a:cxn ang="0">
                    <a:pos x="connsiteX0" y="connsiteY0"/>
                  </a:cxn>
                  <a:cxn ang="0">
                    <a:pos x="connsiteX1" y="connsiteY1"/>
                  </a:cxn>
                  <a:cxn ang="0">
                    <a:pos x="connsiteX2" y="connsiteY2"/>
                  </a:cxn>
                </a:cxnLst>
                <a:rect l="l" t="t" r="r" b="b"/>
                <a:pathLst>
                  <a:path w="7136" h="6678">
                    <a:moveTo>
                      <a:pt x="2545" y="2681"/>
                    </a:moveTo>
                    <a:cubicBezTo>
                      <a:pt x="-5353" y="10996"/>
                      <a:pt x="7706" y="4447"/>
                      <a:pt x="7117" y="46"/>
                    </a:cubicBezTo>
                    <a:cubicBezTo>
                      <a:pt x="5757" y="-319"/>
                      <a:pt x="3831" y="1561"/>
                      <a:pt x="2545" y="26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0" name="Freeform: Shape 99">
                <a:extLst>
                  <a:ext uri="{FF2B5EF4-FFF2-40B4-BE49-F238E27FC236}">
                    <a16:creationId xmlns:a16="http://schemas.microsoft.com/office/drawing/2014/main" id="{59FF2D39-0A36-5959-6CE5-1314C65A7DFC}"/>
                  </a:ext>
                </a:extLst>
              </p:cNvPr>
              <p:cNvSpPr/>
              <p:nvPr/>
            </p:nvSpPr>
            <p:spPr>
              <a:xfrm>
                <a:off x="10004158" y="6880098"/>
                <a:ext cx="11968" cy="3678"/>
              </a:xfrm>
              <a:custGeom>
                <a:avLst/>
                <a:gdLst>
                  <a:gd name="connsiteX0" fmla="*/ 3596 w 11968"/>
                  <a:gd name="connsiteY0" fmla="*/ 36 h 3678"/>
                  <a:gd name="connsiteX1" fmla="*/ 8367 w 11968"/>
                  <a:gd name="connsiteY1" fmla="*/ 3642 h 3678"/>
                  <a:gd name="connsiteX2" fmla="*/ 3596 w 11968"/>
                  <a:gd name="connsiteY2" fmla="*/ 36 h 3678"/>
                </a:gdLst>
                <a:ahLst/>
                <a:cxnLst>
                  <a:cxn ang="0">
                    <a:pos x="connsiteX0" y="connsiteY0"/>
                  </a:cxn>
                  <a:cxn ang="0">
                    <a:pos x="connsiteX1" y="connsiteY1"/>
                  </a:cxn>
                  <a:cxn ang="0">
                    <a:pos x="connsiteX2" y="connsiteY2"/>
                  </a:cxn>
                </a:cxnLst>
                <a:rect l="l" t="t" r="r" b="b"/>
                <a:pathLst>
                  <a:path w="11968" h="3678">
                    <a:moveTo>
                      <a:pt x="3596" y="36"/>
                    </a:moveTo>
                    <a:cubicBezTo>
                      <a:pt x="-5165" y="613"/>
                      <a:pt x="4333" y="4070"/>
                      <a:pt x="8367" y="3642"/>
                    </a:cubicBezTo>
                    <a:cubicBezTo>
                      <a:pt x="17140" y="3071"/>
                      <a:pt x="7630" y="-388"/>
                      <a:pt x="35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1" name="Freeform: Shape 100">
                <a:extLst>
                  <a:ext uri="{FF2B5EF4-FFF2-40B4-BE49-F238E27FC236}">
                    <a16:creationId xmlns:a16="http://schemas.microsoft.com/office/drawing/2014/main" id="{F7F9F038-18BD-E978-B11F-F7F61F9503EA}"/>
                  </a:ext>
                </a:extLst>
              </p:cNvPr>
              <p:cNvSpPr/>
              <p:nvPr/>
            </p:nvSpPr>
            <p:spPr>
              <a:xfrm>
                <a:off x="9731825" y="6674047"/>
                <a:ext cx="11178" cy="3274"/>
              </a:xfrm>
              <a:custGeom>
                <a:avLst/>
                <a:gdLst>
                  <a:gd name="connsiteX0" fmla="*/ 3465 w 11178"/>
                  <a:gd name="connsiteY0" fmla="*/ 32 h 3274"/>
                  <a:gd name="connsiteX1" fmla="*/ 7712 w 11178"/>
                  <a:gd name="connsiteY1" fmla="*/ 3244 h 3274"/>
                  <a:gd name="connsiteX2" fmla="*/ 3465 w 11178"/>
                  <a:gd name="connsiteY2" fmla="*/ 32 h 3274"/>
                </a:gdLst>
                <a:ahLst/>
                <a:cxnLst>
                  <a:cxn ang="0">
                    <a:pos x="connsiteX0" y="connsiteY0"/>
                  </a:cxn>
                  <a:cxn ang="0">
                    <a:pos x="connsiteX1" y="connsiteY1"/>
                  </a:cxn>
                  <a:cxn ang="0">
                    <a:pos x="connsiteX2" y="connsiteY2"/>
                  </a:cxn>
                </a:cxnLst>
                <a:rect l="l" t="t" r="r" b="b"/>
                <a:pathLst>
                  <a:path w="11178" h="3274">
                    <a:moveTo>
                      <a:pt x="3465" y="32"/>
                    </a:moveTo>
                    <a:cubicBezTo>
                      <a:pt x="-4798" y="529"/>
                      <a:pt x="3808" y="3615"/>
                      <a:pt x="7712" y="3244"/>
                    </a:cubicBezTo>
                    <a:cubicBezTo>
                      <a:pt x="15981" y="2741"/>
                      <a:pt x="7363" y="-346"/>
                      <a:pt x="346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2" name="Freeform: Shape 101">
                <a:extLst>
                  <a:ext uri="{FF2B5EF4-FFF2-40B4-BE49-F238E27FC236}">
                    <a16:creationId xmlns:a16="http://schemas.microsoft.com/office/drawing/2014/main" id="{6E0EAC88-21DC-FD69-B608-409975FE6DA9}"/>
                  </a:ext>
                </a:extLst>
              </p:cNvPr>
              <p:cNvSpPr/>
              <p:nvPr/>
            </p:nvSpPr>
            <p:spPr>
              <a:xfrm>
                <a:off x="9864007" y="6774058"/>
                <a:ext cx="11559" cy="3467"/>
              </a:xfrm>
              <a:custGeom>
                <a:avLst/>
                <a:gdLst>
                  <a:gd name="connsiteX0" fmla="*/ 3528 w 11559"/>
                  <a:gd name="connsiteY0" fmla="*/ 34 h 3467"/>
                  <a:gd name="connsiteX1" fmla="*/ 8026 w 11559"/>
                  <a:gd name="connsiteY1" fmla="*/ 3434 h 3467"/>
                  <a:gd name="connsiteX2" fmla="*/ 3528 w 11559"/>
                  <a:gd name="connsiteY2" fmla="*/ 34 h 3467"/>
                </a:gdLst>
                <a:ahLst/>
                <a:cxnLst>
                  <a:cxn ang="0">
                    <a:pos x="connsiteX0" y="connsiteY0"/>
                  </a:cxn>
                  <a:cxn ang="0">
                    <a:pos x="connsiteX1" y="connsiteY1"/>
                  </a:cxn>
                  <a:cxn ang="0">
                    <a:pos x="connsiteX2" y="connsiteY2"/>
                  </a:cxn>
                </a:cxnLst>
                <a:rect l="l" t="t" r="r" b="b"/>
                <a:pathLst>
                  <a:path w="11559" h="3467">
                    <a:moveTo>
                      <a:pt x="3528" y="34"/>
                    </a:moveTo>
                    <a:cubicBezTo>
                      <a:pt x="-4975" y="571"/>
                      <a:pt x="4060" y="3834"/>
                      <a:pt x="8026" y="3434"/>
                    </a:cubicBezTo>
                    <a:cubicBezTo>
                      <a:pt x="16541" y="2902"/>
                      <a:pt x="7494" y="-366"/>
                      <a:pt x="3528"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3" name="Freeform: Shape 102">
                <a:extLst>
                  <a:ext uri="{FF2B5EF4-FFF2-40B4-BE49-F238E27FC236}">
                    <a16:creationId xmlns:a16="http://schemas.microsoft.com/office/drawing/2014/main" id="{3A1D2916-63F3-E4C8-1D49-18C284FCD0AF}"/>
                  </a:ext>
                </a:extLst>
              </p:cNvPr>
              <p:cNvSpPr/>
              <p:nvPr/>
            </p:nvSpPr>
            <p:spPr>
              <a:xfrm>
                <a:off x="9607077" y="6579661"/>
                <a:ext cx="10817" cy="3088"/>
              </a:xfrm>
              <a:custGeom>
                <a:avLst/>
                <a:gdLst>
                  <a:gd name="connsiteX0" fmla="*/ 3403 w 10817"/>
                  <a:gd name="connsiteY0" fmla="*/ 30 h 3088"/>
                  <a:gd name="connsiteX1" fmla="*/ 7410 w 10817"/>
                  <a:gd name="connsiteY1" fmla="*/ 3059 h 3088"/>
                  <a:gd name="connsiteX2" fmla="*/ 3403 w 10817"/>
                  <a:gd name="connsiteY2" fmla="*/ 30 h 3088"/>
                </a:gdLst>
                <a:ahLst/>
                <a:cxnLst>
                  <a:cxn ang="0">
                    <a:pos x="connsiteX0" y="connsiteY0"/>
                  </a:cxn>
                  <a:cxn ang="0">
                    <a:pos x="connsiteX1" y="connsiteY1"/>
                  </a:cxn>
                  <a:cxn ang="0">
                    <a:pos x="connsiteX2" y="connsiteY2"/>
                  </a:cxn>
                </a:cxnLst>
                <a:rect l="l" t="t" r="r" b="b"/>
                <a:pathLst>
                  <a:path w="10817" h="3088">
                    <a:moveTo>
                      <a:pt x="3403" y="30"/>
                    </a:moveTo>
                    <a:cubicBezTo>
                      <a:pt x="-4627" y="493"/>
                      <a:pt x="3569" y="3413"/>
                      <a:pt x="7410" y="3059"/>
                    </a:cubicBezTo>
                    <a:cubicBezTo>
                      <a:pt x="15451" y="2596"/>
                      <a:pt x="7244" y="-325"/>
                      <a:pt x="340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4" name="Freeform: Shape 103">
                <a:extLst>
                  <a:ext uri="{FF2B5EF4-FFF2-40B4-BE49-F238E27FC236}">
                    <a16:creationId xmlns:a16="http://schemas.microsoft.com/office/drawing/2014/main" id="{BAF12ED0-3A30-4CA6-41BA-1BB3935DCF4D}"/>
                  </a:ext>
                </a:extLst>
              </p:cNvPr>
              <p:cNvSpPr/>
              <p:nvPr/>
            </p:nvSpPr>
            <p:spPr>
              <a:xfrm>
                <a:off x="9489091" y="6490514"/>
                <a:ext cx="10427" cy="2929"/>
              </a:xfrm>
              <a:custGeom>
                <a:avLst/>
                <a:gdLst>
                  <a:gd name="connsiteX0" fmla="*/ 3483 w 10427"/>
                  <a:gd name="connsiteY0" fmla="*/ 0 h 2929"/>
                  <a:gd name="connsiteX1" fmla="*/ 10330 w 10427"/>
                  <a:gd name="connsiteY1" fmla="*/ 1434 h 2929"/>
                  <a:gd name="connsiteX2" fmla="*/ 3483 w 10427"/>
                  <a:gd name="connsiteY2" fmla="*/ 0 h 2929"/>
                </a:gdLst>
                <a:ahLst/>
                <a:cxnLst>
                  <a:cxn ang="0">
                    <a:pos x="connsiteX0" y="connsiteY0"/>
                  </a:cxn>
                  <a:cxn ang="0">
                    <a:pos x="connsiteX1" y="connsiteY1"/>
                  </a:cxn>
                  <a:cxn ang="0">
                    <a:pos x="connsiteX2" y="connsiteY2"/>
                  </a:cxn>
                </a:cxnLst>
                <a:rect l="l" t="t" r="r" b="b"/>
                <a:pathLst>
                  <a:path w="10427" h="2929">
                    <a:moveTo>
                      <a:pt x="3483" y="0"/>
                    </a:moveTo>
                    <a:cubicBezTo>
                      <a:pt x="-7764" y="726"/>
                      <a:pt x="11970" y="5212"/>
                      <a:pt x="10330" y="1434"/>
                    </a:cubicBezTo>
                    <a:cubicBezTo>
                      <a:pt x="9278" y="640"/>
                      <a:pt x="6215" y="0"/>
                      <a:pt x="348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5" name="Freeform: Shape 104">
                <a:extLst>
                  <a:ext uri="{FF2B5EF4-FFF2-40B4-BE49-F238E27FC236}">
                    <a16:creationId xmlns:a16="http://schemas.microsoft.com/office/drawing/2014/main" id="{F9F38DBB-20D6-AAFB-84BF-0BCC361D4B77}"/>
                  </a:ext>
                </a:extLst>
              </p:cNvPr>
              <p:cNvSpPr/>
              <p:nvPr/>
            </p:nvSpPr>
            <p:spPr>
              <a:xfrm>
                <a:off x="10663165" y="7378690"/>
                <a:ext cx="13965" cy="4802"/>
              </a:xfrm>
              <a:custGeom>
                <a:avLst/>
                <a:gdLst>
                  <a:gd name="connsiteX0" fmla="*/ 3870 w 13965"/>
                  <a:gd name="connsiteY0" fmla="*/ 49 h 4802"/>
                  <a:gd name="connsiteX1" fmla="*/ 10088 w 13965"/>
                  <a:gd name="connsiteY1" fmla="*/ 4753 h 4802"/>
                  <a:gd name="connsiteX2" fmla="*/ 3870 w 13965"/>
                  <a:gd name="connsiteY2" fmla="*/ 49 h 4802"/>
                </a:gdLst>
                <a:ahLst/>
                <a:cxnLst>
                  <a:cxn ang="0">
                    <a:pos x="connsiteX0" y="connsiteY0"/>
                  </a:cxn>
                  <a:cxn ang="0">
                    <a:pos x="connsiteX1" y="connsiteY1"/>
                  </a:cxn>
                  <a:cxn ang="0">
                    <a:pos x="connsiteX2" y="connsiteY2"/>
                  </a:cxn>
                </a:cxnLst>
                <a:rect l="l" t="t" r="r" b="b"/>
                <a:pathLst>
                  <a:path w="13965" h="4802">
                    <a:moveTo>
                      <a:pt x="3870" y="49"/>
                    </a:moveTo>
                    <a:cubicBezTo>
                      <a:pt x="-6068" y="855"/>
                      <a:pt x="5768" y="5319"/>
                      <a:pt x="10088" y="4753"/>
                    </a:cubicBezTo>
                    <a:cubicBezTo>
                      <a:pt x="20043" y="3947"/>
                      <a:pt x="8190" y="-516"/>
                      <a:pt x="3870"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6" name="Freeform: Shape 105">
                <a:extLst>
                  <a:ext uri="{FF2B5EF4-FFF2-40B4-BE49-F238E27FC236}">
                    <a16:creationId xmlns:a16="http://schemas.microsoft.com/office/drawing/2014/main" id="{3883D2AC-D106-434A-AD40-00CAAF262916}"/>
                  </a:ext>
                </a:extLst>
              </p:cNvPr>
              <p:cNvSpPr/>
              <p:nvPr/>
            </p:nvSpPr>
            <p:spPr>
              <a:xfrm>
                <a:off x="10153059" y="6992755"/>
                <a:ext cx="12408" cy="3918"/>
              </a:xfrm>
              <a:custGeom>
                <a:avLst/>
                <a:gdLst>
                  <a:gd name="connsiteX0" fmla="*/ 3662 w 12408"/>
                  <a:gd name="connsiteY0" fmla="*/ 38 h 3918"/>
                  <a:gd name="connsiteX1" fmla="*/ 8742 w 12408"/>
                  <a:gd name="connsiteY1" fmla="*/ 3879 h 3918"/>
                  <a:gd name="connsiteX2" fmla="*/ 3662 w 12408"/>
                  <a:gd name="connsiteY2" fmla="*/ 38 h 3918"/>
                </a:gdLst>
                <a:ahLst/>
                <a:cxnLst>
                  <a:cxn ang="0">
                    <a:pos x="connsiteX0" y="connsiteY0"/>
                  </a:cxn>
                  <a:cxn ang="0">
                    <a:pos x="connsiteX1" y="connsiteY1"/>
                  </a:cxn>
                  <a:cxn ang="0">
                    <a:pos x="connsiteX2" y="connsiteY2"/>
                  </a:cxn>
                </a:cxnLst>
                <a:rect l="l" t="t" r="r" b="b"/>
                <a:pathLst>
                  <a:path w="12408" h="3918">
                    <a:moveTo>
                      <a:pt x="3662" y="38"/>
                    </a:moveTo>
                    <a:cubicBezTo>
                      <a:pt x="-5368" y="661"/>
                      <a:pt x="4639" y="4336"/>
                      <a:pt x="8742" y="3879"/>
                    </a:cubicBezTo>
                    <a:cubicBezTo>
                      <a:pt x="17783" y="3261"/>
                      <a:pt x="7765" y="-414"/>
                      <a:pt x="366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7" name="Freeform: Shape 106">
                <a:extLst>
                  <a:ext uri="{FF2B5EF4-FFF2-40B4-BE49-F238E27FC236}">
                    <a16:creationId xmlns:a16="http://schemas.microsoft.com/office/drawing/2014/main" id="{E5CE8B66-C281-483A-661F-5BB7C9884674}"/>
                  </a:ext>
                </a:extLst>
              </p:cNvPr>
              <p:cNvSpPr/>
              <p:nvPr/>
            </p:nvSpPr>
            <p:spPr>
              <a:xfrm>
                <a:off x="9377589" y="6406143"/>
                <a:ext cx="10117" cy="2773"/>
              </a:xfrm>
              <a:custGeom>
                <a:avLst/>
                <a:gdLst>
                  <a:gd name="connsiteX0" fmla="*/ 3422 w 10117"/>
                  <a:gd name="connsiteY0" fmla="*/ 0 h 2773"/>
                  <a:gd name="connsiteX1" fmla="*/ 10035 w 10117"/>
                  <a:gd name="connsiteY1" fmla="*/ 1354 h 2773"/>
                  <a:gd name="connsiteX2" fmla="*/ 3422 w 10117"/>
                  <a:gd name="connsiteY2" fmla="*/ 0 h 2773"/>
                </a:gdLst>
                <a:ahLst/>
                <a:cxnLst>
                  <a:cxn ang="0">
                    <a:pos x="connsiteX0" y="connsiteY0"/>
                  </a:cxn>
                  <a:cxn ang="0">
                    <a:pos x="connsiteX1" y="connsiteY1"/>
                  </a:cxn>
                  <a:cxn ang="0">
                    <a:pos x="connsiteX2" y="connsiteY2"/>
                  </a:cxn>
                </a:cxnLst>
                <a:rect l="l" t="t" r="r" b="b"/>
                <a:pathLst>
                  <a:path w="10117" h="2773">
                    <a:moveTo>
                      <a:pt x="3422" y="0"/>
                    </a:moveTo>
                    <a:cubicBezTo>
                      <a:pt x="-7556" y="691"/>
                      <a:pt x="11521" y="4937"/>
                      <a:pt x="10035" y="1354"/>
                    </a:cubicBezTo>
                    <a:cubicBezTo>
                      <a:pt x="9041" y="606"/>
                      <a:pt x="6080" y="0"/>
                      <a:pt x="342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8" name="Freeform: Shape 107">
                <a:extLst>
                  <a:ext uri="{FF2B5EF4-FFF2-40B4-BE49-F238E27FC236}">
                    <a16:creationId xmlns:a16="http://schemas.microsoft.com/office/drawing/2014/main" id="{AC9B3F80-6084-1753-B0DE-801FE9AA1004}"/>
                  </a:ext>
                </a:extLst>
              </p:cNvPr>
              <p:cNvSpPr/>
              <p:nvPr/>
            </p:nvSpPr>
            <p:spPr>
              <a:xfrm>
                <a:off x="10481466" y="7241220"/>
                <a:ext cx="13402" cy="4478"/>
              </a:xfrm>
              <a:custGeom>
                <a:avLst/>
                <a:gdLst>
                  <a:gd name="connsiteX0" fmla="*/ 3798 w 13402"/>
                  <a:gd name="connsiteY0" fmla="*/ 45 h 4478"/>
                  <a:gd name="connsiteX1" fmla="*/ 9599 w 13402"/>
                  <a:gd name="connsiteY1" fmla="*/ 4434 h 4478"/>
                  <a:gd name="connsiteX2" fmla="*/ 3798 w 13402"/>
                  <a:gd name="connsiteY2" fmla="*/ 45 h 4478"/>
                </a:gdLst>
                <a:ahLst/>
                <a:cxnLst>
                  <a:cxn ang="0">
                    <a:pos x="connsiteX0" y="connsiteY0"/>
                  </a:cxn>
                  <a:cxn ang="0">
                    <a:pos x="connsiteX1" y="connsiteY1"/>
                  </a:cxn>
                  <a:cxn ang="0">
                    <a:pos x="connsiteX2" y="connsiteY2"/>
                  </a:cxn>
                </a:cxnLst>
                <a:rect l="l" t="t" r="r" b="b"/>
                <a:pathLst>
                  <a:path w="13402" h="4478">
                    <a:moveTo>
                      <a:pt x="3798" y="45"/>
                    </a:moveTo>
                    <a:cubicBezTo>
                      <a:pt x="-5820" y="788"/>
                      <a:pt x="5359" y="4954"/>
                      <a:pt x="9599" y="4434"/>
                    </a:cubicBezTo>
                    <a:cubicBezTo>
                      <a:pt x="19229" y="3697"/>
                      <a:pt x="8039" y="-475"/>
                      <a:pt x="3798"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09" name="Freeform: Shape 108">
                <a:extLst>
                  <a:ext uri="{FF2B5EF4-FFF2-40B4-BE49-F238E27FC236}">
                    <a16:creationId xmlns:a16="http://schemas.microsoft.com/office/drawing/2014/main" id="{A0AD4A96-C39B-4097-C76D-5E5D94574CDF}"/>
                  </a:ext>
                </a:extLst>
              </p:cNvPr>
              <p:cNvSpPr/>
              <p:nvPr/>
            </p:nvSpPr>
            <p:spPr>
              <a:xfrm>
                <a:off x="10311794" y="7112852"/>
                <a:ext cx="12886" cy="4186"/>
              </a:xfrm>
              <a:custGeom>
                <a:avLst/>
                <a:gdLst>
                  <a:gd name="connsiteX0" fmla="*/ 3729 w 12886"/>
                  <a:gd name="connsiteY0" fmla="*/ 42 h 4186"/>
                  <a:gd name="connsiteX1" fmla="*/ 9152 w 12886"/>
                  <a:gd name="connsiteY1" fmla="*/ 4145 h 4186"/>
                  <a:gd name="connsiteX2" fmla="*/ 3729 w 12886"/>
                  <a:gd name="connsiteY2" fmla="*/ 42 h 4186"/>
                </a:gdLst>
                <a:ahLst/>
                <a:cxnLst>
                  <a:cxn ang="0">
                    <a:pos x="connsiteX0" y="connsiteY0"/>
                  </a:cxn>
                  <a:cxn ang="0">
                    <a:pos x="connsiteX1" y="connsiteY1"/>
                  </a:cxn>
                  <a:cxn ang="0">
                    <a:pos x="connsiteX2" y="connsiteY2"/>
                  </a:cxn>
                </a:cxnLst>
                <a:rect l="l" t="t" r="r" b="b"/>
                <a:pathLst>
                  <a:path w="12886" h="4186">
                    <a:moveTo>
                      <a:pt x="3729" y="42"/>
                    </a:moveTo>
                    <a:cubicBezTo>
                      <a:pt x="-5586" y="722"/>
                      <a:pt x="4981" y="4631"/>
                      <a:pt x="9152" y="4145"/>
                    </a:cubicBezTo>
                    <a:cubicBezTo>
                      <a:pt x="18479" y="3465"/>
                      <a:pt x="7901" y="-444"/>
                      <a:pt x="3729" y="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0" name="Freeform: Shape 109">
                <a:extLst>
                  <a:ext uri="{FF2B5EF4-FFF2-40B4-BE49-F238E27FC236}">
                    <a16:creationId xmlns:a16="http://schemas.microsoft.com/office/drawing/2014/main" id="{793C70E2-F529-0DC8-BC47-913D66C120D3}"/>
                  </a:ext>
                </a:extLst>
              </p:cNvPr>
              <p:cNvSpPr/>
              <p:nvPr/>
            </p:nvSpPr>
            <p:spPr>
              <a:xfrm>
                <a:off x="8390235" y="4586070"/>
                <a:ext cx="7418" cy="7824"/>
              </a:xfrm>
              <a:custGeom>
                <a:avLst/>
                <a:gdLst>
                  <a:gd name="connsiteX0" fmla="*/ 2677 w 7418"/>
                  <a:gd name="connsiteY0" fmla="*/ 1744 h 7824"/>
                  <a:gd name="connsiteX1" fmla="*/ 4740 w 7418"/>
                  <a:gd name="connsiteY1" fmla="*/ 6098 h 7824"/>
                  <a:gd name="connsiteX2" fmla="*/ 2677 w 7418"/>
                  <a:gd name="connsiteY2" fmla="*/ 1744 h 7824"/>
                </a:gdLst>
                <a:ahLst/>
                <a:cxnLst>
                  <a:cxn ang="0">
                    <a:pos x="connsiteX0" y="connsiteY0"/>
                  </a:cxn>
                  <a:cxn ang="0">
                    <a:pos x="connsiteX1" y="connsiteY1"/>
                  </a:cxn>
                  <a:cxn ang="0">
                    <a:pos x="connsiteX2" y="connsiteY2"/>
                  </a:cxn>
                </a:cxnLst>
                <a:rect l="l" t="t" r="r" b="b"/>
                <a:pathLst>
                  <a:path w="7418" h="7824">
                    <a:moveTo>
                      <a:pt x="2677" y="1744"/>
                    </a:moveTo>
                    <a:cubicBezTo>
                      <a:pt x="-1598" y="5224"/>
                      <a:pt x="-638" y="10619"/>
                      <a:pt x="4740" y="6098"/>
                    </a:cubicBezTo>
                    <a:cubicBezTo>
                      <a:pt x="9015" y="2618"/>
                      <a:pt x="8060" y="-2817"/>
                      <a:pt x="2677" y="17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1" name="Freeform: Shape 110">
                <a:extLst>
                  <a:ext uri="{FF2B5EF4-FFF2-40B4-BE49-F238E27FC236}">
                    <a16:creationId xmlns:a16="http://schemas.microsoft.com/office/drawing/2014/main" id="{F5E8F09B-6CD1-7499-1745-5DF1D6977AF8}"/>
                  </a:ext>
                </a:extLst>
              </p:cNvPr>
              <p:cNvSpPr/>
              <p:nvPr/>
            </p:nvSpPr>
            <p:spPr>
              <a:xfrm>
                <a:off x="8589385" y="5122246"/>
                <a:ext cx="7946" cy="7394"/>
              </a:xfrm>
              <a:custGeom>
                <a:avLst/>
                <a:gdLst>
                  <a:gd name="connsiteX0" fmla="*/ 2803 w 7946"/>
                  <a:gd name="connsiteY0" fmla="*/ 829 h 7394"/>
                  <a:gd name="connsiteX1" fmla="*/ 5140 w 7946"/>
                  <a:gd name="connsiteY1" fmla="*/ 6566 h 7394"/>
                  <a:gd name="connsiteX2" fmla="*/ 2803 w 7946"/>
                  <a:gd name="connsiteY2" fmla="*/ 829 h 7394"/>
                </a:gdLst>
                <a:ahLst/>
                <a:cxnLst>
                  <a:cxn ang="0">
                    <a:pos x="connsiteX0" y="connsiteY0"/>
                  </a:cxn>
                  <a:cxn ang="0">
                    <a:pos x="connsiteX1" y="connsiteY1"/>
                  </a:cxn>
                  <a:cxn ang="0">
                    <a:pos x="connsiteX2" y="connsiteY2"/>
                  </a:cxn>
                </a:cxnLst>
                <a:rect l="l" t="t" r="r" b="b"/>
                <a:pathLst>
                  <a:path w="7946" h="7394">
                    <a:moveTo>
                      <a:pt x="2803" y="829"/>
                    </a:moveTo>
                    <a:cubicBezTo>
                      <a:pt x="-1958" y="3395"/>
                      <a:pt x="-306" y="9630"/>
                      <a:pt x="5140" y="6566"/>
                    </a:cubicBezTo>
                    <a:cubicBezTo>
                      <a:pt x="9912" y="4018"/>
                      <a:pt x="8244" y="-2240"/>
                      <a:pt x="2803"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2" name="Freeform: Shape 111">
                <a:extLst>
                  <a:ext uri="{FF2B5EF4-FFF2-40B4-BE49-F238E27FC236}">
                    <a16:creationId xmlns:a16="http://schemas.microsoft.com/office/drawing/2014/main" id="{062757C6-28EF-3E41-FEA4-6FDA94AAF1E0}"/>
                  </a:ext>
                </a:extLst>
              </p:cNvPr>
              <p:cNvSpPr/>
              <p:nvPr/>
            </p:nvSpPr>
            <p:spPr>
              <a:xfrm>
                <a:off x="8661609" y="5272316"/>
                <a:ext cx="8169" cy="5693"/>
              </a:xfrm>
              <a:custGeom>
                <a:avLst/>
                <a:gdLst>
                  <a:gd name="connsiteX0" fmla="*/ 2862 w 8169"/>
                  <a:gd name="connsiteY0" fmla="*/ 880 h 5693"/>
                  <a:gd name="connsiteX1" fmla="*/ 5302 w 8169"/>
                  <a:gd name="connsiteY1" fmla="*/ 4806 h 5693"/>
                  <a:gd name="connsiteX2" fmla="*/ 2862 w 8169"/>
                  <a:gd name="connsiteY2" fmla="*/ 880 h 5693"/>
                </a:gdLst>
                <a:ahLst/>
                <a:cxnLst>
                  <a:cxn ang="0">
                    <a:pos x="connsiteX0" y="connsiteY0"/>
                  </a:cxn>
                  <a:cxn ang="0">
                    <a:pos x="connsiteX1" y="connsiteY1"/>
                  </a:cxn>
                  <a:cxn ang="0">
                    <a:pos x="connsiteX2" y="connsiteY2"/>
                  </a:cxn>
                </a:cxnLst>
                <a:rect l="l" t="t" r="r" b="b"/>
                <a:pathLst>
                  <a:path w="8169" h="5693">
                    <a:moveTo>
                      <a:pt x="2862" y="880"/>
                    </a:moveTo>
                    <a:cubicBezTo>
                      <a:pt x="-2458" y="3635"/>
                      <a:pt x="388" y="7441"/>
                      <a:pt x="5302" y="4806"/>
                    </a:cubicBezTo>
                    <a:cubicBezTo>
                      <a:pt x="10641" y="2075"/>
                      <a:pt x="7766" y="-1743"/>
                      <a:pt x="2862" y="8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3" name="Freeform: Shape 112">
                <a:extLst>
                  <a:ext uri="{FF2B5EF4-FFF2-40B4-BE49-F238E27FC236}">
                    <a16:creationId xmlns:a16="http://schemas.microsoft.com/office/drawing/2014/main" id="{ED93DABE-9595-535F-4D9E-A4F50C4D46F8}"/>
                  </a:ext>
                </a:extLst>
              </p:cNvPr>
              <p:cNvSpPr/>
              <p:nvPr/>
            </p:nvSpPr>
            <p:spPr>
              <a:xfrm>
                <a:off x="8737083" y="5359298"/>
                <a:ext cx="8383" cy="5045"/>
              </a:xfrm>
              <a:custGeom>
                <a:avLst/>
                <a:gdLst>
                  <a:gd name="connsiteX0" fmla="*/ 2912 w 8383"/>
                  <a:gd name="connsiteY0" fmla="*/ 903 h 5045"/>
                  <a:gd name="connsiteX1" fmla="*/ 5466 w 8383"/>
                  <a:gd name="connsiteY1" fmla="*/ 4166 h 5045"/>
                  <a:gd name="connsiteX2" fmla="*/ 2912 w 8383"/>
                  <a:gd name="connsiteY2" fmla="*/ 903 h 5045"/>
                </a:gdLst>
                <a:ahLst/>
                <a:cxnLst>
                  <a:cxn ang="0">
                    <a:pos x="connsiteX0" y="connsiteY0"/>
                  </a:cxn>
                  <a:cxn ang="0">
                    <a:pos x="connsiteX1" y="connsiteY1"/>
                  </a:cxn>
                  <a:cxn ang="0">
                    <a:pos x="connsiteX2" y="connsiteY2"/>
                  </a:cxn>
                </a:cxnLst>
                <a:rect l="l" t="t" r="r" b="b"/>
                <a:pathLst>
                  <a:path w="8383" h="5045">
                    <a:moveTo>
                      <a:pt x="2912" y="903"/>
                    </a:moveTo>
                    <a:cubicBezTo>
                      <a:pt x="-2758" y="3674"/>
                      <a:pt x="814" y="6532"/>
                      <a:pt x="5466" y="4166"/>
                    </a:cubicBezTo>
                    <a:cubicBezTo>
                      <a:pt x="11130" y="1371"/>
                      <a:pt x="7598" y="-1509"/>
                      <a:pt x="2912" y="9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4" name="Freeform: Shape 113">
                <a:extLst>
                  <a:ext uri="{FF2B5EF4-FFF2-40B4-BE49-F238E27FC236}">
                    <a16:creationId xmlns:a16="http://schemas.microsoft.com/office/drawing/2014/main" id="{317F8292-7D29-8D00-A196-C7E0873AD944}"/>
                  </a:ext>
                </a:extLst>
              </p:cNvPr>
              <p:cNvSpPr/>
              <p:nvPr/>
            </p:nvSpPr>
            <p:spPr>
              <a:xfrm>
                <a:off x="8453873" y="4744726"/>
                <a:ext cx="7578" cy="8419"/>
              </a:xfrm>
              <a:custGeom>
                <a:avLst/>
                <a:gdLst>
                  <a:gd name="connsiteX0" fmla="*/ 2715 w 7578"/>
                  <a:gd name="connsiteY0" fmla="*/ 1238 h 8419"/>
                  <a:gd name="connsiteX1" fmla="*/ 4863 w 7578"/>
                  <a:gd name="connsiteY1" fmla="*/ 7193 h 8419"/>
                  <a:gd name="connsiteX2" fmla="*/ 2715 w 7578"/>
                  <a:gd name="connsiteY2" fmla="*/ 1238 h 8419"/>
                </a:gdLst>
                <a:ahLst/>
                <a:cxnLst>
                  <a:cxn ang="0">
                    <a:pos x="connsiteX0" y="connsiteY0"/>
                  </a:cxn>
                  <a:cxn ang="0">
                    <a:pos x="connsiteX1" y="connsiteY1"/>
                  </a:cxn>
                  <a:cxn ang="0">
                    <a:pos x="connsiteX2" y="connsiteY2"/>
                  </a:cxn>
                </a:cxnLst>
                <a:rect l="l" t="t" r="r" b="b"/>
                <a:pathLst>
                  <a:path w="7578" h="8419">
                    <a:moveTo>
                      <a:pt x="2715" y="1238"/>
                    </a:moveTo>
                    <a:cubicBezTo>
                      <a:pt x="-1497" y="4124"/>
                      <a:pt x="-829" y="11268"/>
                      <a:pt x="4863" y="7193"/>
                    </a:cubicBezTo>
                    <a:cubicBezTo>
                      <a:pt x="9076" y="4307"/>
                      <a:pt x="8407" y="-2866"/>
                      <a:pt x="2715" y="1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5" name="Freeform: Shape 114">
                <a:extLst>
                  <a:ext uri="{FF2B5EF4-FFF2-40B4-BE49-F238E27FC236}">
                    <a16:creationId xmlns:a16="http://schemas.microsoft.com/office/drawing/2014/main" id="{CCBB30AB-37AA-76E9-54E2-16F9E521AD22}"/>
                  </a:ext>
                </a:extLst>
              </p:cNvPr>
              <p:cNvSpPr/>
              <p:nvPr/>
            </p:nvSpPr>
            <p:spPr>
              <a:xfrm>
                <a:off x="8520103" y="4934945"/>
                <a:ext cx="7833" cy="8379"/>
              </a:xfrm>
              <a:custGeom>
                <a:avLst/>
                <a:gdLst>
                  <a:gd name="connsiteX0" fmla="*/ 2848 w 7833"/>
                  <a:gd name="connsiteY0" fmla="*/ 911 h 8379"/>
                  <a:gd name="connsiteX1" fmla="*/ 162 w 7833"/>
                  <a:gd name="connsiteY1" fmla="*/ 6740 h 8379"/>
                  <a:gd name="connsiteX2" fmla="*/ 2848 w 7833"/>
                  <a:gd name="connsiteY2" fmla="*/ 911 h 8379"/>
                </a:gdLst>
                <a:ahLst/>
                <a:cxnLst>
                  <a:cxn ang="0">
                    <a:pos x="connsiteX0" y="connsiteY0"/>
                  </a:cxn>
                  <a:cxn ang="0">
                    <a:pos x="connsiteX1" y="connsiteY1"/>
                  </a:cxn>
                  <a:cxn ang="0">
                    <a:pos x="connsiteX2" y="connsiteY2"/>
                  </a:cxn>
                </a:cxnLst>
                <a:rect l="l" t="t" r="r" b="b"/>
                <a:pathLst>
                  <a:path w="7833" h="8379">
                    <a:moveTo>
                      <a:pt x="2848" y="911"/>
                    </a:moveTo>
                    <a:cubicBezTo>
                      <a:pt x="750" y="2363"/>
                      <a:pt x="-456" y="4969"/>
                      <a:pt x="162" y="6740"/>
                    </a:cubicBezTo>
                    <a:cubicBezTo>
                      <a:pt x="4905" y="13713"/>
                      <a:pt x="13237" y="-4130"/>
                      <a:pt x="2848" y="9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6" name="Freeform: Shape 115">
                <a:extLst>
                  <a:ext uri="{FF2B5EF4-FFF2-40B4-BE49-F238E27FC236}">
                    <a16:creationId xmlns:a16="http://schemas.microsoft.com/office/drawing/2014/main" id="{ED69F50A-0033-3436-8596-0ED64124A04D}"/>
                  </a:ext>
                </a:extLst>
              </p:cNvPr>
              <p:cNvSpPr/>
              <p:nvPr/>
            </p:nvSpPr>
            <p:spPr>
              <a:xfrm>
                <a:off x="8898686" y="5719150"/>
                <a:ext cx="8769" cy="7585"/>
              </a:xfrm>
              <a:custGeom>
                <a:avLst/>
                <a:gdLst>
                  <a:gd name="connsiteX0" fmla="*/ 2985 w 8769"/>
                  <a:gd name="connsiteY0" fmla="*/ 433 h 7585"/>
                  <a:gd name="connsiteX1" fmla="*/ 5780 w 8769"/>
                  <a:gd name="connsiteY1" fmla="*/ 7154 h 7585"/>
                  <a:gd name="connsiteX2" fmla="*/ 2985 w 8769"/>
                  <a:gd name="connsiteY2" fmla="*/ 433 h 7585"/>
                </a:gdLst>
                <a:ahLst/>
                <a:cxnLst>
                  <a:cxn ang="0">
                    <a:pos x="connsiteX0" y="connsiteY0"/>
                  </a:cxn>
                  <a:cxn ang="0">
                    <a:pos x="connsiteX1" y="connsiteY1"/>
                  </a:cxn>
                  <a:cxn ang="0">
                    <a:pos x="connsiteX2" y="connsiteY2"/>
                  </a:cxn>
                </a:cxnLst>
                <a:rect l="l" t="t" r="r" b="b"/>
                <a:pathLst>
                  <a:path w="8769" h="7585">
                    <a:moveTo>
                      <a:pt x="2985" y="433"/>
                    </a:moveTo>
                    <a:cubicBezTo>
                      <a:pt x="-2587" y="2564"/>
                      <a:pt x="391" y="9348"/>
                      <a:pt x="5780" y="7154"/>
                    </a:cubicBezTo>
                    <a:cubicBezTo>
                      <a:pt x="11364" y="5033"/>
                      <a:pt x="8369" y="-1768"/>
                      <a:pt x="2985" y="4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7" name="Freeform: Shape 116">
                <a:extLst>
                  <a:ext uri="{FF2B5EF4-FFF2-40B4-BE49-F238E27FC236}">
                    <a16:creationId xmlns:a16="http://schemas.microsoft.com/office/drawing/2014/main" id="{CEEF5067-47AD-367A-E993-CC2BF34F57C2}"/>
                  </a:ext>
                </a:extLst>
              </p:cNvPr>
              <p:cNvSpPr/>
              <p:nvPr/>
            </p:nvSpPr>
            <p:spPr>
              <a:xfrm>
                <a:off x="9075985" y="6011910"/>
                <a:ext cx="9442" cy="6577"/>
              </a:xfrm>
              <a:custGeom>
                <a:avLst/>
                <a:gdLst>
                  <a:gd name="connsiteX0" fmla="*/ 3320 w 9442"/>
                  <a:gd name="connsiteY0" fmla="*/ 212 h 6577"/>
                  <a:gd name="connsiteX1" fmla="*/ 9304 w 9442"/>
                  <a:gd name="connsiteY1" fmla="*/ 2183 h 6577"/>
                  <a:gd name="connsiteX2" fmla="*/ 3320 w 9442"/>
                  <a:gd name="connsiteY2" fmla="*/ 212 h 6577"/>
                </a:gdLst>
                <a:ahLst/>
                <a:cxnLst>
                  <a:cxn ang="0">
                    <a:pos x="connsiteX0" y="connsiteY0"/>
                  </a:cxn>
                  <a:cxn ang="0">
                    <a:pos x="connsiteX1" y="connsiteY1"/>
                  </a:cxn>
                  <a:cxn ang="0">
                    <a:pos x="connsiteX2" y="connsiteY2"/>
                  </a:cxn>
                </a:cxnLst>
                <a:rect l="l" t="t" r="r" b="b"/>
                <a:pathLst>
                  <a:path w="9442" h="6577">
                    <a:moveTo>
                      <a:pt x="3320" y="212"/>
                    </a:moveTo>
                    <a:cubicBezTo>
                      <a:pt x="-7327" y="4830"/>
                      <a:pt x="11207" y="10831"/>
                      <a:pt x="9304" y="2183"/>
                    </a:cubicBezTo>
                    <a:cubicBezTo>
                      <a:pt x="8452" y="446"/>
                      <a:pt x="5778" y="-434"/>
                      <a:pt x="3320" y="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8" name="Freeform: Shape 117">
                <a:extLst>
                  <a:ext uri="{FF2B5EF4-FFF2-40B4-BE49-F238E27FC236}">
                    <a16:creationId xmlns:a16="http://schemas.microsoft.com/office/drawing/2014/main" id="{7CE7B52A-9E56-CB44-F3FF-958F5030E1C8}"/>
                  </a:ext>
                </a:extLst>
              </p:cNvPr>
              <p:cNvSpPr/>
              <p:nvPr/>
            </p:nvSpPr>
            <p:spPr>
              <a:xfrm>
                <a:off x="8816037" y="5512474"/>
                <a:ext cx="8552" cy="7470"/>
              </a:xfrm>
              <a:custGeom>
                <a:avLst/>
                <a:gdLst>
                  <a:gd name="connsiteX0" fmla="*/ 2939 w 8552"/>
                  <a:gd name="connsiteY0" fmla="*/ 517 h 7470"/>
                  <a:gd name="connsiteX1" fmla="*/ 5608 w 8552"/>
                  <a:gd name="connsiteY1" fmla="*/ 6964 h 7470"/>
                  <a:gd name="connsiteX2" fmla="*/ 2939 w 8552"/>
                  <a:gd name="connsiteY2" fmla="*/ 517 h 7470"/>
                </a:gdLst>
                <a:ahLst/>
                <a:cxnLst>
                  <a:cxn ang="0">
                    <a:pos x="connsiteX0" y="connsiteY0"/>
                  </a:cxn>
                  <a:cxn ang="0">
                    <a:pos x="connsiteX1" y="connsiteY1"/>
                  </a:cxn>
                  <a:cxn ang="0">
                    <a:pos x="connsiteX2" y="connsiteY2"/>
                  </a:cxn>
                </a:cxnLst>
                <a:rect l="l" t="t" r="r" b="b"/>
                <a:pathLst>
                  <a:path w="8552" h="7470">
                    <a:moveTo>
                      <a:pt x="2939" y="517"/>
                    </a:moveTo>
                    <a:cubicBezTo>
                      <a:pt x="-2427" y="2746"/>
                      <a:pt x="207" y="9335"/>
                      <a:pt x="5608" y="6964"/>
                    </a:cubicBezTo>
                    <a:cubicBezTo>
                      <a:pt x="10980" y="4729"/>
                      <a:pt x="8351" y="-1883"/>
                      <a:pt x="2939" y="5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19" name="Freeform: Shape 118">
                <a:extLst>
                  <a:ext uri="{FF2B5EF4-FFF2-40B4-BE49-F238E27FC236}">
                    <a16:creationId xmlns:a16="http://schemas.microsoft.com/office/drawing/2014/main" id="{006FE0AD-760A-A088-1A83-202D76FC06CA}"/>
                  </a:ext>
                </a:extLst>
              </p:cNvPr>
              <p:cNvSpPr/>
              <p:nvPr/>
            </p:nvSpPr>
            <p:spPr>
              <a:xfrm>
                <a:off x="8985136" y="5891368"/>
                <a:ext cx="9152" cy="4937"/>
              </a:xfrm>
              <a:custGeom>
                <a:avLst/>
                <a:gdLst>
                  <a:gd name="connsiteX0" fmla="*/ 3233 w 9152"/>
                  <a:gd name="connsiteY0" fmla="*/ 500 h 4937"/>
                  <a:gd name="connsiteX1" fmla="*/ 9034 w 9152"/>
                  <a:gd name="connsiteY1" fmla="*/ 1037 h 4937"/>
                  <a:gd name="connsiteX2" fmla="*/ 3233 w 9152"/>
                  <a:gd name="connsiteY2" fmla="*/ 500 h 4937"/>
                </a:gdLst>
                <a:ahLst/>
                <a:cxnLst>
                  <a:cxn ang="0">
                    <a:pos x="connsiteX0" y="connsiteY0"/>
                  </a:cxn>
                  <a:cxn ang="0">
                    <a:pos x="connsiteX1" y="connsiteY1"/>
                  </a:cxn>
                  <a:cxn ang="0">
                    <a:pos x="connsiteX2" y="connsiteY2"/>
                  </a:cxn>
                </a:cxnLst>
                <a:rect l="l" t="t" r="r" b="b"/>
                <a:pathLst>
                  <a:path w="9152" h="4937">
                    <a:moveTo>
                      <a:pt x="3233" y="500"/>
                    </a:moveTo>
                    <a:cubicBezTo>
                      <a:pt x="-7089" y="5597"/>
                      <a:pt x="10759" y="6975"/>
                      <a:pt x="9034" y="1037"/>
                    </a:cubicBezTo>
                    <a:cubicBezTo>
                      <a:pt x="8222" y="-95"/>
                      <a:pt x="5627" y="-340"/>
                      <a:pt x="3233"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0" name="Freeform: Shape 119">
                <a:extLst>
                  <a:ext uri="{FF2B5EF4-FFF2-40B4-BE49-F238E27FC236}">
                    <a16:creationId xmlns:a16="http://schemas.microsoft.com/office/drawing/2014/main" id="{A40B45C6-FCCA-E7B7-A7E5-6474E88A369F}"/>
                  </a:ext>
                </a:extLst>
              </p:cNvPr>
              <p:cNvSpPr/>
              <p:nvPr/>
            </p:nvSpPr>
            <p:spPr>
              <a:xfrm>
                <a:off x="9171614" y="6219491"/>
                <a:ext cx="9627" cy="6057"/>
              </a:xfrm>
              <a:custGeom>
                <a:avLst/>
                <a:gdLst>
                  <a:gd name="connsiteX0" fmla="*/ 3195 w 9627"/>
                  <a:gd name="connsiteY0" fmla="*/ 63 h 6057"/>
                  <a:gd name="connsiteX1" fmla="*/ 6429 w 9627"/>
                  <a:gd name="connsiteY1" fmla="*/ 5995 h 6057"/>
                  <a:gd name="connsiteX2" fmla="*/ 3195 w 9627"/>
                  <a:gd name="connsiteY2" fmla="*/ 63 h 6057"/>
                </a:gdLst>
                <a:ahLst/>
                <a:cxnLst>
                  <a:cxn ang="0">
                    <a:pos x="connsiteX0" y="connsiteY0"/>
                  </a:cxn>
                  <a:cxn ang="0">
                    <a:pos x="connsiteX1" y="connsiteY1"/>
                  </a:cxn>
                  <a:cxn ang="0">
                    <a:pos x="connsiteX2" y="connsiteY2"/>
                  </a:cxn>
                </a:cxnLst>
                <a:rect l="l" t="t" r="r" b="b"/>
                <a:pathLst>
                  <a:path w="9627" h="6057">
                    <a:moveTo>
                      <a:pt x="3195" y="63"/>
                    </a:moveTo>
                    <a:cubicBezTo>
                      <a:pt x="-3674" y="1017"/>
                      <a:pt x="2018" y="6715"/>
                      <a:pt x="6429" y="5995"/>
                    </a:cubicBezTo>
                    <a:cubicBezTo>
                      <a:pt x="13322" y="5115"/>
                      <a:pt x="7573" y="-663"/>
                      <a:pt x="31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1" name="Freeform: Shape 120">
                <a:extLst>
                  <a:ext uri="{FF2B5EF4-FFF2-40B4-BE49-F238E27FC236}">
                    <a16:creationId xmlns:a16="http://schemas.microsoft.com/office/drawing/2014/main" id="{4A60AC88-0FDA-E402-18BD-879112EFF4AC}"/>
                  </a:ext>
                </a:extLst>
              </p:cNvPr>
              <p:cNvSpPr/>
              <p:nvPr/>
            </p:nvSpPr>
            <p:spPr>
              <a:xfrm>
                <a:off x="9271885" y="6326161"/>
                <a:ext cx="9830" cy="2635"/>
              </a:xfrm>
              <a:custGeom>
                <a:avLst/>
                <a:gdLst>
                  <a:gd name="connsiteX0" fmla="*/ 3365 w 9830"/>
                  <a:gd name="connsiteY0" fmla="*/ 0 h 2635"/>
                  <a:gd name="connsiteX1" fmla="*/ 9760 w 9830"/>
                  <a:gd name="connsiteY1" fmla="*/ 1286 h 2635"/>
                  <a:gd name="connsiteX2" fmla="*/ 3365 w 9830"/>
                  <a:gd name="connsiteY2" fmla="*/ 0 h 2635"/>
                </a:gdLst>
                <a:ahLst/>
                <a:cxnLst>
                  <a:cxn ang="0">
                    <a:pos x="connsiteX0" y="connsiteY0"/>
                  </a:cxn>
                  <a:cxn ang="0">
                    <a:pos x="connsiteX1" y="connsiteY1"/>
                  </a:cxn>
                  <a:cxn ang="0">
                    <a:pos x="connsiteX2" y="connsiteY2"/>
                  </a:cxn>
                </a:cxnLst>
                <a:rect l="l" t="t" r="r" b="b"/>
                <a:pathLst>
                  <a:path w="9830" h="2635">
                    <a:moveTo>
                      <a:pt x="3365" y="0"/>
                    </a:moveTo>
                    <a:cubicBezTo>
                      <a:pt x="-7362" y="652"/>
                      <a:pt x="11108" y="4692"/>
                      <a:pt x="9760" y="1286"/>
                    </a:cubicBezTo>
                    <a:cubicBezTo>
                      <a:pt x="8822" y="578"/>
                      <a:pt x="5959" y="0"/>
                      <a:pt x="33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2" name="Freeform: Shape 121">
                <a:extLst>
                  <a:ext uri="{FF2B5EF4-FFF2-40B4-BE49-F238E27FC236}">
                    <a16:creationId xmlns:a16="http://schemas.microsoft.com/office/drawing/2014/main" id="{E9F87ED7-49F8-AB7B-BDDE-613B13506AB8}"/>
                  </a:ext>
                </a:extLst>
              </p:cNvPr>
              <p:cNvSpPr/>
              <p:nvPr/>
            </p:nvSpPr>
            <p:spPr>
              <a:xfrm>
                <a:off x="10858262" y="7526146"/>
                <a:ext cx="14103" cy="5174"/>
              </a:xfrm>
              <a:custGeom>
                <a:avLst/>
                <a:gdLst>
                  <a:gd name="connsiteX0" fmla="*/ 3684 w 14103"/>
                  <a:gd name="connsiteY0" fmla="*/ 0 h 5174"/>
                  <a:gd name="connsiteX1" fmla="*/ 14028 w 14103"/>
                  <a:gd name="connsiteY1" fmla="*/ 4303 h 5174"/>
                  <a:gd name="connsiteX2" fmla="*/ 3684 w 14103"/>
                  <a:gd name="connsiteY2" fmla="*/ 0 h 5174"/>
                </a:gdLst>
                <a:ahLst/>
                <a:cxnLst>
                  <a:cxn ang="0">
                    <a:pos x="connsiteX0" y="connsiteY0"/>
                  </a:cxn>
                  <a:cxn ang="0">
                    <a:pos x="connsiteX1" y="connsiteY1"/>
                  </a:cxn>
                  <a:cxn ang="0">
                    <a:pos x="connsiteX2" y="connsiteY2"/>
                  </a:cxn>
                </a:cxnLst>
                <a:rect l="l" t="t" r="r" b="b"/>
                <a:pathLst>
                  <a:path w="14103" h="5174">
                    <a:moveTo>
                      <a:pt x="3684" y="0"/>
                    </a:moveTo>
                    <a:cubicBezTo>
                      <a:pt x="-7781" y="1297"/>
                      <a:pt x="10890" y="7412"/>
                      <a:pt x="14028" y="4303"/>
                    </a:cubicBezTo>
                    <a:cubicBezTo>
                      <a:pt x="14994" y="800"/>
                      <a:pt x="6410" y="183"/>
                      <a:pt x="36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3" name="Freeform: Shape 122">
                <a:extLst>
                  <a:ext uri="{FF2B5EF4-FFF2-40B4-BE49-F238E27FC236}">
                    <a16:creationId xmlns:a16="http://schemas.microsoft.com/office/drawing/2014/main" id="{47ED826B-FF20-A863-D649-C068ACF56617}"/>
                  </a:ext>
                </a:extLst>
              </p:cNvPr>
              <p:cNvSpPr/>
              <p:nvPr/>
            </p:nvSpPr>
            <p:spPr>
              <a:xfrm>
                <a:off x="8133627" y="4675698"/>
                <a:ext cx="7070" cy="6107"/>
              </a:xfrm>
              <a:custGeom>
                <a:avLst/>
                <a:gdLst>
                  <a:gd name="connsiteX0" fmla="*/ 2526 w 7070"/>
                  <a:gd name="connsiteY0" fmla="*/ 2504 h 6107"/>
                  <a:gd name="connsiteX1" fmla="*/ 6635 w 7070"/>
                  <a:gd name="connsiteY1" fmla="*/ 1509 h 6107"/>
                  <a:gd name="connsiteX2" fmla="*/ 2526 w 7070"/>
                  <a:gd name="connsiteY2" fmla="*/ 2504 h 6107"/>
                </a:gdLst>
                <a:ahLst/>
                <a:cxnLst>
                  <a:cxn ang="0">
                    <a:pos x="connsiteX0" y="connsiteY0"/>
                  </a:cxn>
                  <a:cxn ang="0">
                    <a:pos x="connsiteX1" y="connsiteY1"/>
                  </a:cxn>
                  <a:cxn ang="0">
                    <a:pos x="connsiteX2" y="connsiteY2"/>
                  </a:cxn>
                </a:cxnLst>
                <a:rect l="l" t="t" r="r" b="b"/>
                <a:pathLst>
                  <a:path w="7070" h="6107">
                    <a:moveTo>
                      <a:pt x="2526" y="2504"/>
                    </a:moveTo>
                    <a:cubicBezTo>
                      <a:pt x="-4343" y="9145"/>
                      <a:pt x="4772" y="5276"/>
                      <a:pt x="6635" y="1509"/>
                    </a:cubicBezTo>
                    <a:cubicBezTo>
                      <a:pt x="8549" y="-1885"/>
                      <a:pt x="3600" y="1344"/>
                      <a:pt x="2526" y="25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4" name="Freeform: Shape 123">
                <a:extLst>
                  <a:ext uri="{FF2B5EF4-FFF2-40B4-BE49-F238E27FC236}">
                    <a16:creationId xmlns:a16="http://schemas.microsoft.com/office/drawing/2014/main" id="{CA6723B3-1BCC-88B2-C8BE-E551731D0531}"/>
                  </a:ext>
                </a:extLst>
              </p:cNvPr>
              <p:cNvSpPr/>
              <p:nvPr/>
            </p:nvSpPr>
            <p:spPr>
              <a:xfrm>
                <a:off x="9569073" y="6774092"/>
                <a:ext cx="11393" cy="3477"/>
              </a:xfrm>
              <a:custGeom>
                <a:avLst/>
                <a:gdLst>
                  <a:gd name="connsiteX0" fmla="*/ 3775 w 11393"/>
                  <a:gd name="connsiteY0" fmla="*/ 0 h 3477"/>
                  <a:gd name="connsiteX1" fmla="*/ 11273 w 11393"/>
                  <a:gd name="connsiteY1" fmla="*/ 1703 h 3477"/>
                  <a:gd name="connsiteX2" fmla="*/ 3775 w 11393"/>
                  <a:gd name="connsiteY2" fmla="*/ 0 h 3477"/>
                </a:gdLst>
                <a:ahLst/>
                <a:cxnLst>
                  <a:cxn ang="0">
                    <a:pos x="connsiteX0" y="connsiteY0"/>
                  </a:cxn>
                  <a:cxn ang="0">
                    <a:pos x="connsiteX1" y="connsiteY1"/>
                  </a:cxn>
                  <a:cxn ang="0">
                    <a:pos x="connsiteX2" y="connsiteY2"/>
                  </a:cxn>
                </a:cxnLst>
                <a:rect l="l" t="t" r="r" b="b"/>
                <a:pathLst>
                  <a:path w="11393" h="3477">
                    <a:moveTo>
                      <a:pt x="3775" y="0"/>
                    </a:moveTo>
                    <a:cubicBezTo>
                      <a:pt x="-8478" y="886"/>
                      <a:pt x="13187" y="6178"/>
                      <a:pt x="11273" y="1703"/>
                    </a:cubicBezTo>
                    <a:cubicBezTo>
                      <a:pt x="10113" y="760"/>
                      <a:pt x="6758" y="0"/>
                      <a:pt x="377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5" name="Freeform: Shape 124">
                <a:extLst>
                  <a:ext uri="{FF2B5EF4-FFF2-40B4-BE49-F238E27FC236}">
                    <a16:creationId xmlns:a16="http://schemas.microsoft.com/office/drawing/2014/main" id="{264D858D-4083-F517-8604-30F24E18987F}"/>
                  </a:ext>
                </a:extLst>
              </p:cNvPr>
              <p:cNvSpPr/>
              <p:nvPr/>
            </p:nvSpPr>
            <p:spPr>
              <a:xfrm>
                <a:off x="9445433" y="6674079"/>
                <a:ext cx="11027" cy="3279"/>
              </a:xfrm>
              <a:custGeom>
                <a:avLst/>
                <a:gdLst>
                  <a:gd name="connsiteX0" fmla="*/ 3702 w 11027"/>
                  <a:gd name="connsiteY0" fmla="*/ 0 h 3279"/>
                  <a:gd name="connsiteX1" fmla="*/ 10925 w 11027"/>
                  <a:gd name="connsiteY1" fmla="*/ 1606 h 3279"/>
                  <a:gd name="connsiteX2" fmla="*/ 3702 w 11027"/>
                  <a:gd name="connsiteY2" fmla="*/ 0 h 3279"/>
                </a:gdLst>
                <a:ahLst/>
                <a:cxnLst>
                  <a:cxn ang="0">
                    <a:pos x="connsiteX0" y="connsiteY0"/>
                  </a:cxn>
                  <a:cxn ang="0">
                    <a:pos x="connsiteX1" y="connsiteY1"/>
                  </a:cxn>
                  <a:cxn ang="0">
                    <a:pos x="connsiteX2" y="connsiteY2"/>
                  </a:cxn>
                </a:cxnLst>
                <a:rect l="l" t="t" r="r" b="b"/>
                <a:pathLst>
                  <a:path w="11027" h="3279">
                    <a:moveTo>
                      <a:pt x="3702" y="0"/>
                    </a:moveTo>
                    <a:cubicBezTo>
                      <a:pt x="-8231" y="829"/>
                      <a:pt x="12657" y="5829"/>
                      <a:pt x="10925" y="1606"/>
                    </a:cubicBezTo>
                    <a:cubicBezTo>
                      <a:pt x="9828" y="714"/>
                      <a:pt x="6599" y="0"/>
                      <a:pt x="37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6" name="Freeform: Shape 125">
                <a:extLst>
                  <a:ext uri="{FF2B5EF4-FFF2-40B4-BE49-F238E27FC236}">
                    <a16:creationId xmlns:a16="http://schemas.microsoft.com/office/drawing/2014/main" id="{D0F7C97A-BDE4-BFBB-D9EC-B77D23D1229D}"/>
                  </a:ext>
                </a:extLst>
              </p:cNvPr>
              <p:cNvSpPr/>
              <p:nvPr/>
            </p:nvSpPr>
            <p:spPr>
              <a:xfrm>
                <a:off x="9700174" y="6880134"/>
                <a:ext cx="11782" cy="3686"/>
              </a:xfrm>
              <a:custGeom>
                <a:avLst/>
                <a:gdLst>
                  <a:gd name="connsiteX0" fmla="*/ 3850 w 11782"/>
                  <a:gd name="connsiteY0" fmla="*/ 0 h 3686"/>
                  <a:gd name="connsiteX1" fmla="*/ 11639 w 11782"/>
                  <a:gd name="connsiteY1" fmla="*/ 1805 h 3686"/>
                  <a:gd name="connsiteX2" fmla="*/ 3850 w 11782"/>
                  <a:gd name="connsiteY2" fmla="*/ 0 h 3686"/>
                </a:gdLst>
                <a:ahLst/>
                <a:cxnLst>
                  <a:cxn ang="0">
                    <a:pos x="connsiteX0" y="connsiteY0"/>
                  </a:cxn>
                  <a:cxn ang="0">
                    <a:pos x="connsiteX1" y="connsiteY1"/>
                  </a:cxn>
                  <a:cxn ang="0">
                    <a:pos x="connsiteX2" y="connsiteY2"/>
                  </a:cxn>
                </a:cxnLst>
                <a:rect l="l" t="t" r="r" b="b"/>
                <a:pathLst>
                  <a:path w="11782" h="3686">
                    <a:moveTo>
                      <a:pt x="3850" y="0"/>
                    </a:moveTo>
                    <a:cubicBezTo>
                      <a:pt x="-8741" y="937"/>
                      <a:pt x="13765" y="6549"/>
                      <a:pt x="11639" y="1805"/>
                    </a:cubicBezTo>
                    <a:cubicBezTo>
                      <a:pt x="10405" y="811"/>
                      <a:pt x="6919" y="0"/>
                      <a:pt x="38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7" name="Freeform: Shape 126">
                <a:extLst>
                  <a:ext uri="{FF2B5EF4-FFF2-40B4-BE49-F238E27FC236}">
                    <a16:creationId xmlns:a16="http://schemas.microsoft.com/office/drawing/2014/main" id="{55B44FD5-746D-058F-90C4-31E15DDB3A49}"/>
                  </a:ext>
                </a:extLst>
              </p:cNvPr>
              <p:cNvSpPr/>
              <p:nvPr/>
            </p:nvSpPr>
            <p:spPr>
              <a:xfrm>
                <a:off x="9328749" y="6579690"/>
                <a:ext cx="10685" cy="3098"/>
              </a:xfrm>
              <a:custGeom>
                <a:avLst/>
                <a:gdLst>
                  <a:gd name="connsiteX0" fmla="*/ 3633 w 10685"/>
                  <a:gd name="connsiteY0" fmla="*/ 0 h 3098"/>
                  <a:gd name="connsiteX1" fmla="*/ 10600 w 10685"/>
                  <a:gd name="connsiteY1" fmla="*/ 1515 h 3098"/>
                  <a:gd name="connsiteX2" fmla="*/ 3633 w 10685"/>
                  <a:gd name="connsiteY2" fmla="*/ 0 h 3098"/>
                </a:gdLst>
                <a:ahLst/>
                <a:cxnLst>
                  <a:cxn ang="0">
                    <a:pos x="connsiteX0" y="connsiteY0"/>
                  </a:cxn>
                  <a:cxn ang="0">
                    <a:pos x="connsiteX1" y="connsiteY1"/>
                  </a:cxn>
                  <a:cxn ang="0">
                    <a:pos x="connsiteX2" y="connsiteY2"/>
                  </a:cxn>
                </a:cxnLst>
                <a:rect l="l" t="t" r="r" b="b"/>
                <a:pathLst>
                  <a:path w="10685" h="3098">
                    <a:moveTo>
                      <a:pt x="3633" y="0"/>
                    </a:moveTo>
                    <a:cubicBezTo>
                      <a:pt x="-7996" y="783"/>
                      <a:pt x="12149" y="5509"/>
                      <a:pt x="10600" y="1515"/>
                    </a:cubicBezTo>
                    <a:cubicBezTo>
                      <a:pt x="9560" y="675"/>
                      <a:pt x="6445" y="0"/>
                      <a:pt x="363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8" name="Freeform: Shape 127">
                <a:extLst>
                  <a:ext uri="{FF2B5EF4-FFF2-40B4-BE49-F238E27FC236}">
                    <a16:creationId xmlns:a16="http://schemas.microsoft.com/office/drawing/2014/main" id="{13A75275-33E3-D4C6-9C9D-4D2AD8A82FF7}"/>
                  </a:ext>
                </a:extLst>
              </p:cNvPr>
              <p:cNvSpPr/>
              <p:nvPr/>
            </p:nvSpPr>
            <p:spPr>
              <a:xfrm>
                <a:off x="9218510" y="6490514"/>
                <a:ext cx="10366" cy="2931"/>
              </a:xfrm>
              <a:custGeom>
                <a:avLst/>
                <a:gdLst>
                  <a:gd name="connsiteX0" fmla="*/ 3568 w 10366"/>
                  <a:gd name="connsiteY0" fmla="*/ 0 h 2931"/>
                  <a:gd name="connsiteX1" fmla="*/ 10295 w 10366"/>
                  <a:gd name="connsiteY1" fmla="*/ 1434 h 2931"/>
                  <a:gd name="connsiteX2" fmla="*/ 3568 w 10366"/>
                  <a:gd name="connsiteY2" fmla="*/ 0 h 2931"/>
                </a:gdLst>
                <a:ahLst/>
                <a:cxnLst>
                  <a:cxn ang="0">
                    <a:pos x="connsiteX0" y="connsiteY0"/>
                  </a:cxn>
                  <a:cxn ang="0">
                    <a:pos x="connsiteX1" y="connsiteY1"/>
                  </a:cxn>
                  <a:cxn ang="0">
                    <a:pos x="connsiteX2" y="connsiteY2"/>
                  </a:cxn>
                </a:cxnLst>
                <a:rect l="l" t="t" r="r" b="b"/>
                <a:pathLst>
                  <a:path w="10366" h="2931">
                    <a:moveTo>
                      <a:pt x="3568" y="0"/>
                    </a:moveTo>
                    <a:cubicBezTo>
                      <a:pt x="-7777" y="737"/>
                      <a:pt x="11683" y="5212"/>
                      <a:pt x="10295" y="1434"/>
                    </a:cubicBezTo>
                    <a:cubicBezTo>
                      <a:pt x="9312" y="640"/>
                      <a:pt x="6306" y="0"/>
                      <a:pt x="356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29" name="Freeform: Shape 128">
                <a:extLst>
                  <a:ext uri="{FF2B5EF4-FFF2-40B4-BE49-F238E27FC236}">
                    <a16:creationId xmlns:a16="http://schemas.microsoft.com/office/drawing/2014/main" id="{337C4FB2-5D0F-E715-B177-2F2896654B68}"/>
                  </a:ext>
                </a:extLst>
              </p:cNvPr>
              <p:cNvSpPr/>
              <p:nvPr/>
            </p:nvSpPr>
            <p:spPr>
              <a:xfrm>
                <a:off x="10316772" y="7378693"/>
                <a:ext cx="13814" cy="4796"/>
              </a:xfrm>
              <a:custGeom>
                <a:avLst/>
                <a:gdLst>
                  <a:gd name="connsiteX0" fmla="*/ 3998 w 13814"/>
                  <a:gd name="connsiteY0" fmla="*/ 46 h 4796"/>
                  <a:gd name="connsiteX1" fmla="*/ 9815 w 13814"/>
                  <a:gd name="connsiteY1" fmla="*/ 4750 h 4796"/>
                  <a:gd name="connsiteX2" fmla="*/ 3998 w 13814"/>
                  <a:gd name="connsiteY2" fmla="*/ 46 h 4796"/>
                </a:gdLst>
                <a:ahLst/>
                <a:cxnLst>
                  <a:cxn ang="0">
                    <a:pos x="connsiteX0" y="connsiteY0"/>
                  </a:cxn>
                  <a:cxn ang="0">
                    <a:pos x="connsiteX1" y="connsiteY1"/>
                  </a:cxn>
                  <a:cxn ang="0">
                    <a:pos x="connsiteX2" y="connsiteY2"/>
                  </a:cxn>
                </a:cxnLst>
                <a:rect l="l" t="t" r="r" b="b"/>
                <a:pathLst>
                  <a:path w="13814" h="4796">
                    <a:moveTo>
                      <a:pt x="3998" y="46"/>
                    </a:moveTo>
                    <a:cubicBezTo>
                      <a:pt x="-5964" y="812"/>
                      <a:pt x="5278" y="5298"/>
                      <a:pt x="9815" y="4750"/>
                    </a:cubicBezTo>
                    <a:cubicBezTo>
                      <a:pt x="19782" y="3984"/>
                      <a:pt x="8529" y="-503"/>
                      <a:pt x="3998"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0" name="Freeform: Shape 129">
                <a:extLst>
                  <a:ext uri="{FF2B5EF4-FFF2-40B4-BE49-F238E27FC236}">
                    <a16:creationId xmlns:a16="http://schemas.microsoft.com/office/drawing/2014/main" id="{3E38443B-4A20-79F0-5A57-4A792D360488}"/>
                  </a:ext>
                </a:extLst>
              </p:cNvPr>
              <p:cNvSpPr/>
              <p:nvPr/>
            </p:nvSpPr>
            <p:spPr>
              <a:xfrm>
                <a:off x="9114211" y="6406143"/>
                <a:ext cx="10063" cy="2775"/>
              </a:xfrm>
              <a:custGeom>
                <a:avLst/>
                <a:gdLst>
                  <a:gd name="connsiteX0" fmla="*/ 3505 w 10063"/>
                  <a:gd name="connsiteY0" fmla="*/ 0 h 2775"/>
                  <a:gd name="connsiteX1" fmla="*/ 10003 w 10063"/>
                  <a:gd name="connsiteY1" fmla="*/ 1354 h 2775"/>
                  <a:gd name="connsiteX2" fmla="*/ 3505 w 10063"/>
                  <a:gd name="connsiteY2" fmla="*/ 0 h 2775"/>
                </a:gdLst>
                <a:ahLst/>
                <a:cxnLst>
                  <a:cxn ang="0">
                    <a:pos x="connsiteX0" y="connsiteY0"/>
                  </a:cxn>
                  <a:cxn ang="0">
                    <a:pos x="connsiteX1" y="connsiteY1"/>
                  </a:cxn>
                  <a:cxn ang="0">
                    <a:pos x="connsiteX2" y="connsiteY2"/>
                  </a:cxn>
                </a:cxnLst>
                <a:rect l="l" t="t" r="r" b="b"/>
                <a:pathLst>
                  <a:path w="10063" h="2775">
                    <a:moveTo>
                      <a:pt x="3505" y="0"/>
                    </a:moveTo>
                    <a:cubicBezTo>
                      <a:pt x="-7571" y="703"/>
                      <a:pt x="11255" y="4937"/>
                      <a:pt x="10003" y="1354"/>
                    </a:cubicBezTo>
                    <a:cubicBezTo>
                      <a:pt x="9071" y="606"/>
                      <a:pt x="6163" y="0"/>
                      <a:pt x="350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1" name="Freeform: Shape 130">
                <a:extLst>
                  <a:ext uri="{FF2B5EF4-FFF2-40B4-BE49-F238E27FC236}">
                    <a16:creationId xmlns:a16="http://schemas.microsoft.com/office/drawing/2014/main" id="{EF298F7E-6A34-6ECC-995B-DA10E9C36CF9}"/>
                  </a:ext>
                </a:extLst>
              </p:cNvPr>
              <p:cNvSpPr/>
              <p:nvPr/>
            </p:nvSpPr>
            <p:spPr>
              <a:xfrm>
                <a:off x="10146806" y="7241222"/>
                <a:ext cx="13263" cy="4474"/>
              </a:xfrm>
              <a:custGeom>
                <a:avLst/>
                <a:gdLst>
                  <a:gd name="connsiteX0" fmla="*/ 3920 w 13263"/>
                  <a:gd name="connsiteY0" fmla="*/ 43 h 4474"/>
                  <a:gd name="connsiteX1" fmla="*/ 9349 w 13263"/>
                  <a:gd name="connsiteY1" fmla="*/ 4432 h 4474"/>
                  <a:gd name="connsiteX2" fmla="*/ 3920 w 13263"/>
                  <a:gd name="connsiteY2" fmla="*/ 43 h 4474"/>
                </a:gdLst>
                <a:ahLst/>
                <a:cxnLst>
                  <a:cxn ang="0">
                    <a:pos x="connsiteX0" y="connsiteY0"/>
                  </a:cxn>
                  <a:cxn ang="0">
                    <a:pos x="connsiteX1" y="connsiteY1"/>
                  </a:cxn>
                  <a:cxn ang="0">
                    <a:pos x="connsiteX2" y="connsiteY2"/>
                  </a:cxn>
                </a:cxnLst>
                <a:rect l="l" t="t" r="r" b="b"/>
                <a:pathLst>
                  <a:path w="13263" h="4474">
                    <a:moveTo>
                      <a:pt x="3920" y="43"/>
                    </a:moveTo>
                    <a:cubicBezTo>
                      <a:pt x="-5722" y="746"/>
                      <a:pt x="4908" y="4941"/>
                      <a:pt x="9349" y="4432"/>
                    </a:cubicBezTo>
                    <a:cubicBezTo>
                      <a:pt x="18984" y="3729"/>
                      <a:pt x="8349" y="-466"/>
                      <a:pt x="3920"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2" name="Freeform: Shape 131">
                <a:extLst>
                  <a:ext uri="{FF2B5EF4-FFF2-40B4-BE49-F238E27FC236}">
                    <a16:creationId xmlns:a16="http://schemas.microsoft.com/office/drawing/2014/main" id="{53DACAC5-070B-A1DA-CE33-EC4745AF7616}"/>
                  </a:ext>
                </a:extLst>
              </p:cNvPr>
              <p:cNvSpPr/>
              <p:nvPr/>
            </p:nvSpPr>
            <p:spPr>
              <a:xfrm>
                <a:off x="9988093" y="7112854"/>
                <a:ext cx="12759" cy="4182"/>
              </a:xfrm>
              <a:custGeom>
                <a:avLst/>
                <a:gdLst>
                  <a:gd name="connsiteX0" fmla="*/ 3841 w 12759"/>
                  <a:gd name="connsiteY0" fmla="*/ 40 h 4182"/>
                  <a:gd name="connsiteX1" fmla="*/ 8916 w 12759"/>
                  <a:gd name="connsiteY1" fmla="*/ 4143 h 4182"/>
                  <a:gd name="connsiteX2" fmla="*/ 3841 w 12759"/>
                  <a:gd name="connsiteY2" fmla="*/ 40 h 4182"/>
                </a:gdLst>
                <a:ahLst/>
                <a:cxnLst>
                  <a:cxn ang="0">
                    <a:pos x="connsiteX0" y="connsiteY0"/>
                  </a:cxn>
                  <a:cxn ang="0">
                    <a:pos x="connsiteX1" y="connsiteY1"/>
                  </a:cxn>
                  <a:cxn ang="0">
                    <a:pos x="connsiteX2" y="connsiteY2"/>
                  </a:cxn>
                </a:cxnLst>
                <a:rect l="l" t="t" r="r" b="b"/>
                <a:pathLst>
                  <a:path w="12759" h="4182">
                    <a:moveTo>
                      <a:pt x="3841" y="40"/>
                    </a:moveTo>
                    <a:cubicBezTo>
                      <a:pt x="-5486" y="686"/>
                      <a:pt x="4555" y="4617"/>
                      <a:pt x="8916" y="4143"/>
                    </a:cubicBezTo>
                    <a:cubicBezTo>
                      <a:pt x="18249" y="3498"/>
                      <a:pt x="8196" y="-435"/>
                      <a:pt x="3841"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3" name="Freeform: Shape 132">
                <a:extLst>
                  <a:ext uri="{FF2B5EF4-FFF2-40B4-BE49-F238E27FC236}">
                    <a16:creationId xmlns:a16="http://schemas.microsoft.com/office/drawing/2014/main" id="{9EC48E2E-BF7F-2C72-C813-382F795B0AB2}"/>
                  </a:ext>
                </a:extLst>
              </p:cNvPr>
              <p:cNvSpPr/>
              <p:nvPr/>
            </p:nvSpPr>
            <p:spPr>
              <a:xfrm>
                <a:off x="9839456" y="6992794"/>
                <a:ext cx="12206" cy="3922"/>
              </a:xfrm>
              <a:custGeom>
                <a:avLst/>
                <a:gdLst>
                  <a:gd name="connsiteX0" fmla="*/ 3923 w 12206"/>
                  <a:gd name="connsiteY0" fmla="*/ 0 h 3922"/>
                  <a:gd name="connsiteX1" fmla="*/ 12038 w 12206"/>
                  <a:gd name="connsiteY1" fmla="*/ 1920 h 3922"/>
                  <a:gd name="connsiteX2" fmla="*/ 3923 w 12206"/>
                  <a:gd name="connsiteY2" fmla="*/ 0 h 3922"/>
                </a:gdLst>
                <a:ahLst/>
                <a:cxnLst>
                  <a:cxn ang="0">
                    <a:pos x="connsiteX0" y="connsiteY0"/>
                  </a:cxn>
                  <a:cxn ang="0">
                    <a:pos x="connsiteX1" y="connsiteY1"/>
                  </a:cxn>
                  <a:cxn ang="0">
                    <a:pos x="connsiteX2" y="connsiteY2"/>
                  </a:cxn>
                </a:cxnLst>
                <a:rect l="l" t="t" r="r" b="b"/>
                <a:pathLst>
                  <a:path w="12206" h="3922">
                    <a:moveTo>
                      <a:pt x="3923" y="0"/>
                    </a:moveTo>
                    <a:cubicBezTo>
                      <a:pt x="-9016" y="1005"/>
                      <a:pt x="14398" y="6967"/>
                      <a:pt x="12038" y="1920"/>
                    </a:cubicBezTo>
                    <a:cubicBezTo>
                      <a:pt x="10718" y="863"/>
                      <a:pt x="7089" y="0"/>
                      <a:pt x="392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4" name="Freeform: Shape 133">
                <a:extLst>
                  <a:ext uri="{FF2B5EF4-FFF2-40B4-BE49-F238E27FC236}">
                    <a16:creationId xmlns:a16="http://schemas.microsoft.com/office/drawing/2014/main" id="{95E0800F-CB25-5CDC-5C10-920C7E8AB1D2}"/>
                  </a:ext>
                </a:extLst>
              </p:cNvPr>
              <p:cNvSpPr/>
              <p:nvPr/>
            </p:nvSpPr>
            <p:spPr>
              <a:xfrm>
                <a:off x="8515018" y="5460564"/>
                <a:ext cx="8473" cy="4551"/>
              </a:xfrm>
              <a:custGeom>
                <a:avLst/>
                <a:gdLst>
                  <a:gd name="connsiteX0" fmla="*/ 3138 w 8473"/>
                  <a:gd name="connsiteY0" fmla="*/ 798 h 4551"/>
                  <a:gd name="connsiteX1" fmla="*/ 8395 w 8473"/>
                  <a:gd name="connsiteY1" fmla="*/ 592 h 4551"/>
                  <a:gd name="connsiteX2" fmla="*/ 3138 w 8473"/>
                  <a:gd name="connsiteY2" fmla="*/ 798 h 4551"/>
                </a:gdLst>
                <a:ahLst/>
                <a:cxnLst>
                  <a:cxn ang="0">
                    <a:pos x="connsiteX0" y="connsiteY0"/>
                  </a:cxn>
                  <a:cxn ang="0">
                    <a:pos x="connsiteX1" y="connsiteY1"/>
                  </a:cxn>
                  <a:cxn ang="0">
                    <a:pos x="connsiteX2" y="connsiteY2"/>
                  </a:cxn>
                </a:cxnLst>
                <a:rect l="l" t="t" r="r" b="b"/>
                <a:pathLst>
                  <a:path w="8473" h="4551">
                    <a:moveTo>
                      <a:pt x="3138" y="798"/>
                    </a:moveTo>
                    <a:cubicBezTo>
                      <a:pt x="-6658" y="6238"/>
                      <a:pt x="9732" y="5410"/>
                      <a:pt x="8395" y="592"/>
                    </a:cubicBezTo>
                    <a:cubicBezTo>
                      <a:pt x="7732" y="-276"/>
                      <a:pt x="5378" y="-174"/>
                      <a:pt x="3138" y="79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5" name="Freeform: Shape 134">
                <a:extLst>
                  <a:ext uri="{FF2B5EF4-FFF2-40B4-BE49-F238E27FC236}">
                    <a16:creationId xmlns:a16="http://schemas.microsoft.com/office/drawing/2014/main" id="{321886E1-8CE6-0DB4-D58D-4D84325E3FE8}"/>
                  </a:ext>
                </a:extLst>
              </p:cNvPr>
              <p:cNvSpPr/>
              <p:nvPr/>
            </p:nvSpPr>
            <p:spPr>
              <a:xfrm>
                <a:off x="8376923" y="5243925"/>
                <a:ext cx="7907" cy="6743"/>
              </a:xfrm>
              <a:custGeom>
                <a:avLst/>
                <a:gdLst>
                  <a:gd name="connsiteX0" fmla="*/ 2861 w 7907"/>
                  <a:gd name="connsiteY0" fmla="*/ 776 h 6743"/>
                  <a:gd name="connsiteX1" fmla="*/ 5050 w 7907"/>
                  <a:gd name="connsiteY1" fmla="*/ 5971 h 6743"/>
                  <a:gd name="connsiteX2" fmla="*/ 2861 w 7907"/>
                  <a:gd name="connsiteY2" fmla="*/ 776 h 6743"/>
                </a:gdLst>
                <a:ahLst/>
                <a:cxnLst>
                  <a:cxn ang="0">
                    <a:pos x="connsiteX0" y="connsiteY0"/>
                  </a:cxn>
                  <a:cxn ang="0">
                    <a:pos x="connsiteX1" y="connsiteY1"/>
                  </a:cxn>
                  <a:cxn ang="0">
                    <a:pos x="connsiteX2" y="connsiteY2"/>
                  </a:cxn>
                </a:cxnLst>
                <a:rect l="l" t="t" r="r" b="b"/>
                <a:pathLst>
                  <a:path w="7907" h="6743">
                    <a:moveTo>
                      <a:pt x="2861" y="776"/>
                    </a:moveTo>
                    <a:cubicBezTo>
                      <a:pt x="-2008" y="3245"/>
                      <a:pt x="-254" y="8771"/>
                      <a:pt x="5050" y="5971"/>
                    </a:cubicBezTo>
                    <a:cubicBezTo>
                      <a:pt x="9919" y="3514"/>
                      <a:pt x="8153" y="-2036"/>
                      <a:pt x="2861" y="7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6" name="Freeform: Shape 135">
                <a:extLst>
                  <a:ext uri="{FF2B5EF4-FFF2-40B4-BE49-F238E27FC236}">
                    <a16:creationId xmlns:a16="http://schemas.microsoft.com/office/drawing/2014/main" id="{1DBD8886-FC8B-B5EA-CB9E-CC67F894CF62}"/>
                  </a:ext>
                </a:extLst>
              </p:cNvPr>
              <p:cNvSpPr/>
              <p:nvPr/>
            </p:nvSpPr>
            <p:spPr>
              <a:xfrm>
                <a:off x="8312113" y="5074539"/>
                <a:ext cx="7798" cy="7644"/>
              </a:xfrm>
              <a:custGeom>
                <a:avLst/>
                <a:gdLst>
                  <a:gd name="connsiteX0" fmla="*/ 2902 w 7798"/>
                  <a:gd name="connsiteY0" fmla="*/ 855 h 7644"/>
                  <a:gd name="connsiteX1" fmla="*/ 142 w 7798"/>
                  <a:gd name="connsiteY1" fmla="*/ 6164 h 7644"/>
                  <a:gd name="connsiteX2" fmla="*/ 2902 w 7798"/>
                  <a:gd name="connsiteY2" fmla="*/ 855 h 7644"/>
                </a:gdLst>
                <a:ahLst/>
                <a:cxnLst>
                  <a:cxn ang="0">
                    <a:pos x="connsiteX0" y="connsiteY0"/>
                  </a:cxn>
                  <a:cxn ang="0">
                    <a:pos x="connsiteX1" y="connsiteY1"/>
                  </a:cxn>
                  <a:cxn ang="0">
                    <a:pos x="connsiteX2" y="connsiteY2"/>
                  </a:cxn>
                </a:cxnLst>
                <a:rect l="l" t="t" r="r" b="b"/>
                <a:pathLst>
                  <a:path w="7798" h="7644">
                    <a:moveTo>
                      <a:pt x="2902" y="855"/>
                    </a:moveTo>
                    <a:cubicBezTo>
                      <a:pt x="799" y="2192"/>
                      <a:pt x="-435" y="4569"/>
                      <a:pt x="142" y="6164"/>
                    </a:cubicBezTo>
                    <a:cubicBezTo>
                      <a:pt x="4617" y="12496"/>
                      <a:pt x="13281" y="-3820"/>
                      <a:pt x="2902" y="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7" name="Freeform: Shape 136">
                <a:extLst>
                  <a:ext uri="{FF2B5EF4-FFF2-40B4-BE49-F238E27FC236}">
                    <a16:creationId xmlns:a16="http://schemas.microsoft.com/office/drawing/2014/main" id="{215B7270-661A-2D05-B017-A3DC8DF1121E}"/>
                  </a:ext>
                </a:extLst>
              </p:cNvPr>
              <p:cNvSpPr/>
              <p:nvPr/>
            </p:nvSpPr>
            <p:spPr>
              <a:xfrm>
                <a:off x="8250160" y="4902735"/>
                <a:ext cx="7547" cy="7696"/>
              </a:xfrm>
              <a:custGeom>
                <a:avLst/>
                <a:gdLst>
                  <a:gd name="connsiteX0" fmla="*/ 2768 w 7547"/>
                  <a:gd name="connsiteY0" fmla="*/ 1168 h 7696"/>
                  <a:gd name="connsiteX1" fmla="*/ 4780 w 7547"/>
                  <a:gd name="connsiteY1" fmla="*/ 6541 h 7696"/>
                  <a:gd name="connsiteX2" fmla="*/ 2768 w 7547"/>
                  <a:gd name="connsiteY2" fmla="*/ 1168 h 7696"/>
                </a:gdLst>
                <a:ahLst/>
                <a:cxnLst>
                  <a:cxn ang="0">
                    <a:pos x="connsiteX0" y="connsiteY0"/>
                  </a:cxn>
                  <a:cxn ang="0">
                    <a:pos x="connsiteX1" y="connsiteY1"/>
                  </a:cxn>
                  <a:cxn ang="0">
                    <a:pos x="connsiteX2" y="connsiteY2"/>
                  </a:cxn>
                </a:cxnLst>
                <a:rect l="l" t="t" r="r" b="b"/>
                <a:pathLst>
                  <a:path w="7547" h="7696">
                    <a:moveTo>
                      <a:pt x="2768" y="1168"/>
                    </a:moveTo>
                    <a:cubicBezTo>
                      <a:pt x="-1558" y="3980"/>
                      <a:pt x="-758" y="10284"/>
                      <a:pt x="4780" y="6541"/>
                    </a:cubicBezTo>
                    <a:cubicBezTo>
                      <a:pt x="9100" y="3740"/>
                      <a:pt x="8311" y="-2609"/>
                      <a:pt x="2768" y="1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8" name="Freeform: Shape 137">
                <a:extLst>
                  <a:ext uri="{FF2B5EF4-FFF2-40B4-BE49-F238E27FC236}">
                    <a16:creationId xmlns:a16="http://schemas.microsoft.com/office/drawing/2014/main" id="{0620F62D-D96C-583B-41FD-0CD311731194}"/>
                  </a:ext>
                </a:extLst>
              </p:cNvPr>
              <p:cNvSpPr/>
              <p:nvPr/>
            </p:nvSpPr>
            <p:spPr>
              <a:xfrm>
                <a:off x="8190554" y="4759488"/>
                <a:ext cx="7471" cy="7251"/>
              </a:xfrm>
              <a:custGeom>
                <a:avLst/>
                <a:gdLst>
                  <a:gd name="connsiteX0" fmla="*/ 2812 w 7471"/>
                  <a:gd name="connsiteY0" fmla="*/ 1696 h 7251"/>
                  <a:gd name="connsiteX1" fmla="*/ 126 w 7471"/>
                  <a:gd name="connsiteY1" fmla="*/ 6656 h 7251"/>
                  <a:gd name="connsiteX2" fmla="*/ 2812 w 7471"/>
                  <a:gd name="connsiteY2" fmla="*/ 1696 h 7251"/>
                </a:gdLst>
                <a:ahLst/>
                <a:cxnLst>
                  <a:cxn ang="0">
                    <a:pos x="connsiteX0" y="connsiteY0"/>
                  </a:cxn>
                  <a:cxn ang="0">
                    <a:pos x="connsiteX1" y="connsiteY1"/>
                  </a:cxn>
                  <a:cxn ang="0">
                    <a:pos x="connsiteX2" y="connsiteY2"/>
                  </a:cxn>
                </a:cxnLst>
                <a:rect l="l" t="t" r="r" b="b"/>
                <a:pathLst>
                  <a:path w="7471" h="7251">
                    <a:moveTo>
                      <a:pt x="2812" y="1696"/>
                    </a:moveTo>
                    <a:cubicBezTo>
                      <a:pt x="794" y="3358"/>
                      <a:pt x="-406" y="5570"/>
                      <a:pt x="126" y="6656"/>
                    </a:cubicBezTo>
                    <a:cubicBezTo>
                      <a:pt x="4206" y="10394"/>
                      <a:pt x="12819" y="-4963"/>
                      <a:pt x="2812" y="16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39" name="Freeform: Shape 138">
                <a:extLst>
                  <a:ext uri="{FF2B5EF4-FFF2-40B4-BE49-F238E27FC236}">
                    <a16:creationId xmlns:a16="http://schemas.microsoft.com/office/drawing/2014/main" id="{96B89094-B8B9-A4F0-0B7A-C9617E2EF21D}"/>
                  </a:ext>
                </a:extLst>
              </p:cNvPr>
              <p:cNvSpPr/>
              <p:nvPr/>
            </p:nvSpPr>
            <p:spPr>
              <a:xfrm>
                <a:off x="8444300" y="5380056"/>
                <a:ext cx="8293" cy="4959"/>
              </a:xfrm>
              <a:custGeom>
                <a:avLst/>
                <a:gdLst>
                  <a:gd name="connsiteX0" fmla="*/ 3104 w 8293"/>
                  <a:gd name="connsiteY0" fmla="*/ 793 h 4959"/>
                  <a:gd name="connsiteX1" fmla="*/ 8219 w 8293"/>
                  <a:gd name="connsiteY1" fmla="*/ 725 h 4959"/>
                  <a:gd name="connsiteX2" fmla="*/ 3104 w 8293"/>
                  <a:gd name="connsiteY2" fmla="*/ 793 h 4959"/>
                </a:gdLst>
                <a:ahLst/>
                <a:cxnLst>
                  <a:cxn ang="0">
                    <a:pos x="connsiteX0" y="connsiteY0"/>
                  </a:cxn>
                  <a:cxn ang="0">
                    <a:pos x="connsiteX1" y="connsiteY1"/>
                  </a:cxn>
                  <a:cxn ang="0">
                    <a:pos x="connsiteX2" y="connsiteY2"/>
                  </a:cxn>
                </a:cxnLst>
                <a:rect l="l" t="t" r="r" b="b"/>
                <a:pathLst>
                  <a:path w="8293" h="4959">
                    <a:moveTo>
                      <a:pt x="3104" y="793"/>
                    </a:moveTo>
                    <a:cubicBezTo>
                      <a:pt x="-6549" y="6663"/>
                      <a:pt x="9516" y="6046"/>
                      <a:pt x="8219" y="725"/>
                    </a:cubicBezTo>
                    <a:cubicBezTo>
                      <a:pt x="7590" y="-264"/>
                      <a:pt x="5298" y="-241"/>
                      <a:pt x="3104"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0" name="Freeform: Shape 139">
                <a:extLst>
                  <a:ext uri="{FF2B5EF4-FFF2-40B4-BE49-F238E27FC236}">
                    <a16:creationId xmlns:a16="http://schemas.microsoft.com/office/drawing/2014/main" id="{4B939EDB-1167-AA09-F32F-25BA7AA7FA9E}"/>
                  </a:ext>
                </a:extLst>
              </p:cNvPr>
              <p:cNvSpPr/>
              <p:nvPr/>
            </p:nvSpPr>
            <p:spPr>
              <a:xfrm>
                <a:off x="9015337" y="6326161"/>
                <a:ext cx="9778" cy="2634"/>
              </a:xfrm>
              <a:custGeom>
                <a:avLst/>
                <a:gdLst>
                  <a:gd name="connsiteX0" fmla="*/ 3441 w 9778"/>
                  <a:gd name="connsiteY0" fmla="*/ 0 h 2634"/>
                  <a:gd name="connsiteX1" fmla="*/ 9728 w 9778"/>
                  <a:gd name="connsiteY1" fmla="*/ 1286 h 2634"/>
                  <a:gd name="connsiteX2" fmla="*/ 3441 w 9778"/>
                  <a:gd name="connsiteY2" fmla="*/ 0 h 2634"/>
                </a:gdLst>
                <a:ahLst/>
                <a:cxnLst>
                  <a:cxn ang="0">
                    <a:pos x="connsiteX0" y="connsiteY0"/>
                  </a:cxn>
                  <a:cxn ang="0">
                    <a:pos x="connsiteX1" y="connsiteY1"/>
                  </a:cxn>
                  <a:cxn ang="0">
                    <a:pos x="connsiteX2" y="connsiteY2"/>
                  </a:cxn>
                </a:cxnLst>
                <a:rect l="l" t="t" r="r" b="b"/>
                <a:pathLst>
                  <a:path w="9778" h="2634">
                    <a:moveTo>
                      <a:pt x="3441" y="0"/>
                    </a:moveTo>
                    <a:cubicBezTo>
                      <a:pt x="-7372" y="663"/>
                      <a:pt x="10854" y="4687"/>
                      <a:pt x="9728" y="1286"/>
                    </a:cubicBezTo>
                    <a:cubicBezTo>
                      <a:pt x="8847" y="578"/>
                      <a:pt x="6036" y="0"/>
                      <a:pt x="344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1" name="Freeform: Shape 140">
                <a:extLst>
                  <a:ext uri="{FF2B5EF4-FFF2-40B4-BE49-F238E27FC236}">
                    <a16:creationId xmlns:a16="http://schemas.microsoft.com/office/drawing/2014/main" id="{26E1746A-FEE1-6A6B-F9C4-967262013A17}"/>
                  </a:ext>
                </a:extLst>
              </p:cNvPr>
              <p:cNvSpPr/>
              <p:nvPr/>
            </p:nvSpPr>
            <p:spPr>
              <a:xfrm>
                <a:off x="8833318" y="6073938"/>
                <a:ext cx="9231" cy="5428"/>
              </a:xfrm>
              <a:custGeom>
                <a:avLst/>
                <a:gdLst>
                  <a:gd name="connsiteX0" fmla="*/ 3186 w 9231"/>
                  <a:gd name="connsiteY0" fmla="*/ 300 h 5428"/>
                  <a:gd name="connsiteX1" fmla="*/ 6043 w 9231"/>
                  <a:gd name="connsiteY1" fmla="*/ 5147 h 5428"/>
                  <a:gd name="connsiteX2" fmla="*/ 3186 w 9231"/>
                  <a:gd name="connsiteY2" fmla="*/ 300 h 5428"/>
                </a:gdLst>
                <a:ahLst/>
                <a:cxnLst>
                  <a:cxn ang="0">
                    <a:pos x="connsiteX0" y="connsiteY0"/>
                  </a:cxn>
                  <a:cxn ang="0">
                    <a:pos x="connsiteX1" y="connsiteY1"/>
                  </a:cxn>
                  <a:cxn ang="0">
                    <a:pos x="connsiteX2" y="connsiteY2"/>
                  </a:cxn>
                </a:cxnLst>
                <a:rect l="l" t="t" r="r" b="b"/>
                <a:pathLst>
                  <a:path w="9231" h="5428">
                    <a:moveTo>
                      <a:pt x="3186" y="300"/>
                    </a:moveTo>
                    <a:cubicBezTo>
                      <a:pt x="-3220" y="2123"/>
                      <a:pt x="1237" y="6587"/>
                      <a:pt x="6043" y="5147"/>
                    </a:cubicBezTo>
                    <a:cubicBezTo>
                      <a:pt x="12444" y="3335"/>
                      <a:pt x="8009" y="-1203"/>
                      <a:pt x="3186" y="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2" name="Freeform: Shape 141">
                <a:extLst>
                  <a:ext uri="{FF2B5EF4-FFF2-40B4-BE49-F238E27FC236}">
                    <a16:creationId xmlns:a16="http://schemas.microsoft.com/office/drawing/2014/main" id="{1259ACF6-C3C2-731B-E068-E941FEA61B34}"/>
                  </a:ext>
                </a:extLst>
              </p:cNvPr>
              <p:cNvSpPr/>
              <p:nvPr/>
            </p:nvSpPr>
            <p:spPr>
              <a:xfrm>
                <a:off x="8921737" y="6233892"/>
                <a:ext cx="9575" cy="4684"/>
              </a:xfrm>
              <a:custGeom>
                <a:avLst/>
                <a:gdLst>
                  <a:gd name="connsiteX0" fmla="*/ 3429 w 9575"/>
                  <a:gd name="connsiteY0" fmla="*/ 12 h 4684"/>
                  <a:gd name="connsiteX1" fmla="*/ 9504 w 9575"/>
                  <a:gd name="connsiteY1" fmla="*/ 2098 h 4684"/>
                  <a:gd name="connsiteX2" fmla="*/ 3429 w 9575"/>
                  <a:gd name="connsiteY2" fmla="*/ 12 h 4684"/>
                </a:gdLst>
                <a:ahLst/>
                <a:cxnLst>
                  <a:cxn ang="0">
                    <a:pos x="connsiteX0" y="connsiteY0"/>
                  </a:cxn>
                  <a:cxn ang="0">
                    <a:pos x="connsiteX1" y="connsiteY1"/>
                  </a:cxn>
                  <a:cxn ang="0">
                    <a:pos x="connsiteX2" y="connsiteY2"/>
                  </a:cxn>
                </a:cxnLst>
                <a:rect l="l" t="t" r="r" b="b"/>
                <a:pathLst>
                  <a:path w="9575" h="4684">
                    <a:moveTo>
                      <a:pt x="3429" y="12"/>
                    </a:moveTo>
                    <a:cubicBezTo>
                      <a:pt x="-7350" y="1926"/>
                      <a:pt x="10847" y="8156"/>
                      <a:pt x="9504" y="2098"/>
                    </a:cubicBezTo>
                    <a:cubicBezTo>
                      <a:pt x="8670" y="824"/>
                      <a:pt x="5955" y="-119"/>
                      <a:pt x="3429" y="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3" name="Freeform: Shape 142">
                <a:extLst>
                  <a:ext uri="{FF2B5EF4-FFF2-40B4-BE49-F238E27FC236}">
                    <a16:creationId xmlns:a16="http://schemas.microsoft.com/office/drawing/2014/main" id="{9CB9D690-8C86-23F5-6545-765A836B7655}"/>
                  </a:ext>
                </a:extLst>
              </p:cNvPr>
              <p:cNvSpPr/>
              <p:nvPr/>
            </p:nvSpPr>
            <p:spPr>
              <a:xfrm>
                <a:off x="8748556" y="5972261"/>
                <a:ext cx="8983" cy="4934"/>
              </a:xfrm>
              <a:custGeom>
                <a:avLst/>
                <a:gdLst>
                  <a:gd name="connsiteX0" fmla="*/ 3115 w 8983"/>
                  <a:gd name="connsiteY0" fmla="*/ 490 h 4934"/>
                  <a:gd name="connsiteX1" fmla="*/ 5869 w 8983"/>
                  <a:gd name="connsiteY1" fmla="*/ 4434 h 4934"/>
                  <a:gd name="connsiteX2" fmla="*/ 3115 w 8983"/>
                  <a:gd name="connsiteY2" fmla="*/ 490 h 4934"/>
                </a:gdLst>
                <a:ahLst/>
                <a:cxnLst>
                  <a:cxn ang="0">
                    <a:pos x="connsiteX0" y="connsiteY0"/>
                  </a:cxn>
                  <a:cxn ang="0">
                    <a:pos x="connsiteX1" y="connsiteY1"/>
                  </a:cxn>
                  <a:cxn ang="0">
                    <a:pos x="connsiteX2" y="connsiteY2"/>
                  </a:cxn>
                </a:cxnLst>
                <a:rect l="l" t="t" r="r" b="b"/>
                <a:pathLst>
                  <a:path w="8983" h="4934">
                    <a:moveTo>
                      <a:pt x="3115" y="490"/>
                    </a:moveTo>
                    <a:cubicBezTo>
                      <a:pt x="-3092" y="2731"/>
                      <a:pt x="1115" y="6245"/>
                      <a:pt x="5869" y="4434"/>
                    </a:cubicBezTo>
                    <a:cubicBezTo>
                      <a:pt x="12087" y="2222"/>
                      <a:pt x="7847" y="-1299"/>
                      <a:pt x="3115" y="4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4" name="Freeform: Shape 143">
                <a:extLst>
                  <a:ext uri="{FF2B5EF4-FFF2-40B4-BE49-F238E27FC236}">
                    <a16:creationId xmlns:a16="http://schemas.microsoft.com/office/drawing/2014/main" id="{D7633967-C0EF-698C-E61F-1539CCD93A4A}"/>
                  </a:ext>
                </a:extLst>
              </p:cNvPr>
              <p:cNvSpPr/>
              <p:nvPr/>
            </p:nvSpPr>
            <p:spPr>
              <a:xfrm>
                <a:off x="8667127" y="5806503"/>
                <a:ext cx="8725" cy="7239"/>
              </a:xfrm>
              <a:custGeom>
                <a:avLst/>
                <a:gdLst>
                  <a:gd name="connsiteX0" fmla="*/ 3048 w 8725"/>
                  <a:gd name="connsiteY0" fmla="*/ 388 h 7239"/>
                  <a:gd name="connsiteX1" fmla="*/ 5676 w 8725"/>
                  <a:gd name="connsiteY1" fmla="*/ 6852 h 7239"/>
                  <a:gd name="connsiteX2" fmla="*/ 3048 w 8725"/>
                  <a:gd name="connsiteY2" fmla="*/ 388 h 7239"/>
                </a:gdLst>
                <a:ahLst/>
                <a:cxnLst>
                  <a:cxn ang="0">
                    <a:pos x="connsiteX0" y="connsiteY0"/>
                  </a:cxn>
                  <a:cxn ang="0">
                    <a:pos x="connsiteX1" y="connsiteY1"/>
                  </a:cxn>
                  <a:cxn ang="0">
                    <a:pos x="connsiteX2" y="connsiteY2"/>
                  </a:cxn>
                </a:cxnLst>
                <a:rect l="l" t="t" r="r" b="b"/>
                <a:pathLst>
                  <a:path w="8725" h="7239">
                    <a:moveTo>
                      <a:pt x="3048" y="388"/>
                    </a:moveTo>
                    <a:cubicBezTo>
                      <a:pt x="-2576" y="2394"/>
                      <a:pt x="339" y="8880"/>
                      <a:pt x="5676" y="6852"/>
                    </a:cubicBezTo>
                    <a:cubicBezTo>
                      <a:pt x="11306" y="4857"/>
                      <a:pt x="8380" y="-1641"/>
                      <a:pt x="3048"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5" name="Freeform: Shape 144">
                <a:extLst>
                  <a:ext uri="{FF2B5EF4-FFF2-40B4-BE49-F238E27FC236}">
                    <a16:creationId xmlns:a16="http://schemas.microsoft.com/office/drawing/2014/main" id="{1EF3DBA2-7238-7B3B-D50B-5C3542EB5E61}"/>
                  </a:ext>
                </a:extLst>
              </p:cNvPr>
              <p:cNvSpPr/>
              <p:nvPr/>
            </p:nvSpPr>
            <p:spPr>
              <a:xfrm>
                <a:off x="8589431" y="5607837"/>
                <a:ext cx="8511" cy="7116"/>
              </a:xfrm>
              <a:custGeom>
                <a:avLst/>
                <a:gdLst>
                  <a:gd name="connsiteX0" fmla="*/ 3002 w 8511"/>
                  <a:gd name="connsiteY0" fmla="*/ 464 h 7116"/>
                  <a:gd name="connsiteX1" fmla="*/ 5511 w 8511"/>
                  <a:gd name="connsiteY1" fmla="*/ 6658 h 7116"/>
                  <a:gd name="connsiteX2" fmla="*/ 3002 w 8511"/>
                  <a:gd name="connsiteY2" fmla="*/ 464 h 7116"/>
                </a:gdLst>
                <a:ahLst/>
                <a:cxnLst>
                  <a:cxn ang="0">
                    <a:pos x="connsiteX0" y="connsiteY0"/>
                  </a:cxn>
                  <a:cxn ang="0">
                    <a:pos x="connsiteX1" y="connsiteY1"/>
                  </a:cxn>
                  <a:cxn ang="0">
                    <a:pos x="connsiteX2" y="connsiteY2"/>
                  </a:cxn>
                </a:cxnLst>
                <a:rect l="l" t="t" r="r" b="b"/>
                <a:pathLst>
                  <a:path w="8511" h="7116">
                    <a:moveTo>
                      <a:pt x="3002" y="464"/>
                    </a:moveTo>
                    <a:cubicBezTo>
                      <a:pt x="-2427" y="2561"/>
                      <a:pt x="173" y="8853"/>
                      <a:pt x="5511" y="6658"/>
                    </a:cubicBezTo>
                    <a:cubicBezTo>
                      <a:pt x="10929" y="4561"/>
                      <a:pt x="8352" y="-1748"/>
                      <a:pt x="3002" y="4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6" name="Freeform: Shape 145">
                <a:extLst>
                  <a:ext uri="{FF2B5EF4-FFF2-40B4-BE49-F238E27FC236}">
                    <a16:creationId xmlns:a16="http://schemas.microsoft.com/office/drawing/2014/main" id="{C0F85423-6CE9-B7F8-EBD8-F342BF499EC2}"/>
                  </a:ext>
                </a:extLst>
              </p:cNvPr>
              <p:cNvSpPr/>
              <p:nvPr/>
            </p:nvSpPr>
            <p:spPr>
              <a:xfrm>
                <a:off x="10499290" y="7526146"/>
                <a:ext cx="13923" cy="5179"/>
              </a:xfrm>
              <a:custGeom>
                <a:avLst/>
                <a:gdLst>
                  <a:gd name="connsiteX0" fmla="*/ 3817 w 13923"/>
                  <a:gd name="connsiteY0" fmla="*/ 0 h 5179"/>
                  <a:gd name="connsiteX1" fmla="*/ 13790 w 13923"/>
                  <a:gd name="connsiteY1" fmla="*/ 4303 h 5179"/>
                  <a:gd name="connsiteX2" fmla="*/ 3817 w 13923"/>
                  <a:gd name="connsiteY2" fmla="*/ 0 h 5179"/>
                </a:gdLst>
                <a:ahLst/>
                <a:cxnLst>
                  <a:cxn ang="0">
                    <a:pos x="connsiteX0" y="connsiteY0"/>
                  </a:cxn>
                  <a:cxn ang="0">
                    <a:pos x="connsiteX1" y="connsiteY1"/>
                  </a:cxn>
                  <a:cxn ang="0">
                    <a:pos x="connsiteX2" y="connsiteY2"/>
                  </a:cxn>
                </a:cxnLst>
                <a:rect l="l" t="t" r="r" b="b"/>
                <a:pathLst>
                  <a:path w="13923" h="5179">
                    <a:moveTo>
                      <a:pt x="3817" y="0"/>
                    </a:moveTo>
                    <a:cubicBezTo>
                      <a:pt x="-7802" y="1280"/>
                      <a:pt x="10503" y="7430"/>
                      <a:pt x="13790" y="4303"/>
                    </a:cubicBezTo>
                    <a:cubicBezTo>
                      <a:pt x="15098" y="840"/>
                      <a:pt x="6451" y="154"/>
                      <a:pt x="381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7" name="Freeform: Shape 146">
                <a:extLst>
                  <a:ext uri="{FF2B5EF4-FFF2-40B4-BE49-F238E27FC236}">
                    <a16:creationId xmlns:a16="http://schemas.microsoft.com/office/drawing/2014/main" id="{915032BB-3D0D-AAA0-D558-25243F698F76}"/>
                  </a:ext>
                </a:extLst>
              </p:cNvPr>
              <p:cNvSpPr/>
              <p:nvPr/>
            </p:nvSpPr>
            <p:spPr>
              <a:xfrm>
                <a:off x="7937751" y="4831816"/>
                <a:ext cx="7096" cy="4627"/>
              </a:xfrm>
              <a:custGeom>
                <a:avLst/>
                <a:gdLst>
                  <a:gd name="connsiteX0" fmla="*/ 2802 w 7096"/>
                  <a:gd name="connsiteY0" fmla="*/ 1548 h 4627"/>
                  <a:gd name="connsiteX1" fmla="*/ 5584 w 7096"/>
                  <a:gd name="connsiteY1" fmla="*/ 10 h 4627"/>
                  <a:gd name="connsiteX2" fmla="*/ 2802 w 7096"/>
                  <a:gd name="connsiteY2" fmla="*/ 1548 h 4627"/>
                </a:gdLst>
                <a:ahLst/>
                <a:cxnLst>
                  <a:cxn ang="0">
                    <a:pos x="connsiteX0" y="connsiteY0"/>
                  </a:cxn>
                  <a:cxn ang="0">
                    <a:pos x="connsiteX1" y="connsiteY1"/>
                  </a:cxn>
                  <a:cxn ang="0">
                    <a:pos x="connsiteX2" y="connsiteY2"/>
                  </a:cxn>
                </a:cxnLst>
                <a:rect l="l" t="t" r="r" b="b"/>
                <a:pathLst>
                  <a:path w="7096" h="4627">
                    <a:moveTo>
                      <a:pt x="2802" y="1548"/>
                    </a:moveTo>
                    <a:cubicBezTo>
                      <a:pt x="-6960" y="9434"/>
                      <a:pt x="12472" y="-361"/>
                      <a:pt x="5584" y="10"/>
                    </a:cubicBezTo>
                    <a:cubicBezTo>
                      <a:pt x="4756" y="348"/>
                      <a:pt x="3739" y="908"/>
                      <a:pt x="2802" y="1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8" name="Freeform: Shape 147">
                <a:extLst>
                  <a:ext uri="{FF2B5EF4-FFF2-40B4-BE49-F238E27FC236}">
                    <a16:creationId xmlns:a16="http://schemas.microsoft.com/office/drawing/2014/main" id="{9F271D2A-C19A-3148-ADF9-85C644205488}"/>
                  </a:ext>
                </a:extLst>
              </p:cNvPr>
              <p:cNvSpPr/>
              <p:nvPr/>
            </p:nvSpPr>
            <p:spPr>
              <a:xfrm>
                <a:off x="9159340" y="6674051"/>
                <a:ext cx="10986" cy="3267"/>
              </a:xfrm>
              <a:custGeom>
                <a:avLst/>
                <a:gdLst>
                  <a:gd name="connsiteX0" fmla="*/ 3645 w 10986"/>
                  <a:gd name="connsiteY0" fmla="*/ 28 h 3267"/>
                  <a:gd name="connsiteX1" fmla="*/ 7342 w 10986"/>
                  <a:gd name="connsiteY1" fmla="*/ 3240 h 3267"/>
                  <a:gd name="connsiteX2" fmla="*/ 3645 w 10986"/>
                  <a:gd name="connsiteY2" fmla="*/ 28 h 3267"/>
                </a:gdLst>
                <a:ahLst/>
                <a:cxnLst>
                  <a:cxn ang="0">
                    <a:pos x="connsiteX0" y="connsiteY0"/>
                  </a:cxn>
                  <a:cxn ang="0">
                    <a:pos x="connsiteX1" y="connsiteY1"/>
                  </a:cxn>
                  <a:cxn ang="0">
                    <a:pos x="connsiteX2" y="connsiteY2"/>
                  </a:cxn>
                </a:cxnLst>
                <a:rect l="l" t="t" r="r" b="b"/>
                <a:pathLst>
                  <a:path w="10986" h="3267">
                    <a:moveTo>
                      <a:pt x="3645" y="28"/>
                    </a:moveTo>
                    <a:cubicBezTo>
                      <a:pt x="-4597" y="474"/>
                      <a:pt x="3130" y="3589"/>
                      <a:pt x="7342" y="3240"/>
                    </a:cubicBezTo>
                    <a:cubicBezTo>
                      <a:pt x="15583" y="2789"/>
                      <a:pt x="7857" y="-326"/>
                      <a:pt x="3645"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49" name="Freeform: Shape 148">
                <a:extLst>
                  <a:ext uri="{FF2B5EF4-FFF2-40B4-BE49-F238E27FC236}">
                    <a16:creationId xmlns:a16="http://schemas.microsoft.com/office/drawing/2014/main" id="{2214387C-5EE4-19E4-6824-063EA6AC6A6E}"/>
                  </a:ext>
                </a:extLst>
              </p:cNvPr>
              <p:cNvSpPr/>
              <p:nvPr/>
            </p:nvSpPr>
            <p:spPr>
              <a:xfrm>
                <a:off x="9050707" y="6579665"/>
                <a:ext cx="10639" cy="3080"/>
              </a:xfrm>
              <a:custGeom>
                <a:avLst/>
                <a:gdLst>
                  <a:gd name="connsiteX0" fmla="*/ 3573 w 10639"/>
                  <a:gd name="connsiteY0" fmla="*/ 26 h 3080"/>
                  <a:gd name="connsiteX1" fmla="*/ 7065 w 10639"/>
                  <a:gd name="connsiteY1" fmla="*/ 3055 h 3080"/>
                  <a:gd name="connsiteX2" fmla="*/ 3573 w 10639"/>
                  <a:gd name="connsiteY2" fmla="*/ 26 h 3080"/>
                </a:gdLst>
                <a:ahLst/>
                <a:cxnLst>
                  <a:cxn ang="0">
                    <a:pos x="connsiteX0" y="connsiteY0"/>
                  </a:cxn>
                  <a:cxn ang="0">
                    <a:pos x="connsiteX1" y="connsiteY1"/>
                  </a:cxn>
                  <a:cxn ang="0">
                    <a:pos x="connsiteX2" y="connsiteY2"/>
                  </a:cxn>
                </a:cxnLst>
                <a:rect l="l" t="t" r="r" b="b"/>
                <a:pathLst>
                  <a:path w="10639" h="3080">
                    <a:moveTo>
                      <a:pt x="3573" y="26"/>
                    </a:moveTo>
                    <a:cubicBezTo>
                      <a:pt x="-4429" y="443"/>
                      <a:pt x="2927" y="3386"/>
                      <a:pt x="7065" y="3055"/>
                    </a:cubicBezTo>
                    <a:cubicBezTo>
                      <a:pt x="15072" y="2643"/>
                      <a:pt x="7710" y="-305"/>
                      <a:pt x="3573"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0" name="Freeform: Shape 149">
                <a:extLst>
                  <a:ext uri="{FF2B5EF4-FFF2-40B4-BE49-F238E27FC236}">
                    <a16:creationId xmlns:a16="http://schemas.microsoft.com/office/drawing/2014/main" id="{E5BE7070-43F4-58D0-3597-258724EA345D}"/>
                  </a:ext>
                </a:extLst>
              </p:cNvPr>
              <p:cNvSpPr/>
              <p:nvPr/>
            </p:nvSpPr>
            <p:spPr>
              <a:xfrm>
                <a:off x="9274448" y="6774062"/>
                <a:ext cx="11356" cy="3460"/>
              </a:xfrm>
              <a:custGeom>
                <a:avLst/>
                <a:gdLst>
                  <a:gd name="connsiteX0" fmla="*/ 3717 w 11356"/>
                  <a:gd name="connsiteY0" fmla="*/ 30 h 3460"/>
                  <a:gd name="connsiteX1" fmla="*/ 7637 w 11356"/>
                  <a:gd name="connsiteY1" fmla="*/ 3430 h 3460"/>
                  <a:gd name="connsiteX2" fmla="*/ 3717 w 11356"/>
                  <a:gd name="connsiteY2" fmla="*/ 30 h 3460"/>
                </a:gdLst>
                <a:ahLst/>
                <a:cxnLst>
                  <a:cxn ang="0">
                    <a:pos x="connsiteX0" y="connsiteY0"/>
                  </a:cxn>
                  <a:cxn ang="0">
                    <a:pos x="connsiteX1" y="connsiteY1"/>
                  </a:cxn>
                  <a:cxn ang="0">
                    <a:pos x="connsiteX2" y="connsiteY2"/>
                  </a:cxn>
                </a:cxnLst>
                <a:rect l="l" t="t" r="r" b="b"/>
                <a:pathLst>
                  <a:path w="11356" h="3460">
                    <a:moveTo>
                      <a:pt x="3717" y="30"/>
                    </a:moveTo>
                    <a:cubicBezTo>
                      <a:pt x="-4770" y="510"/>
                      <a:pt x="3345" y="3808"/>
                      <a:pt x="7637" y="3430"/>
                    </a:cubicBezTo>
                    <a:cubicBezTo>
                      <a:pt x="16130" y="2950"/>
                      <a:pt x="8008" y="-347"/>
                      <a:pt x="3717"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1" name="Freeform: Shape 150">
                <a:extLst>
                  <a:ext uri="{FF2B5EF4-FFF2-40B4-BE49-F238E27FC236}">
                    <a16:creationId xmlns:a16="http://schemas.microsoft.com/office/drawing/2014/main" id="{A52B0535-41A8-E871-2E8E-532AA2622807}"/>
                  </a:ext>
                </a:extLst>
              </p:cNvPr>
              <p:cNvSpPr/>
              <p:nvPr/>
            </p:nvSpPr>
            <p:spPr>
              <a:xfrm>
                <a:off x="8850837" y="6406143"/>
                <a:ext cx="10008" cy="2772"/>
              </a:xfrm>
              <a:custGeom>
                <a:avLst/>
                <a:gdLst>
                  <a:gd name="connsiteX0" fmla="*/ 3584 w 10008"/>
                  <a:gd name="connsiteY0" fmla="*/ 0 h 2772"/>
                  <a:gd name="connsiteX1" fmla="*/ 9967 w 10008"/>
                  <a:gd name="connsiteY1" fmla="*/ 1354 h 2772"/>
                  <a:gd name="connsiteX2" fmla="*/ 3584 w 10008"/>
                  <a:gd name="connsiteY2" fmla="*/ 0 h 2772"/>
                </a:gdLst>
                <a:ahLst/>
                <a:cxnLst>
                  <a:cxn ang="0">
                    <a:pos x="connsiteX0" y="connsiteY0"/>
                  </a:cxn>
                  <a:cxn ang="0">
                    <a:pos x="connsiteX1" y="connsiteY1"/>
                  </a:cxn>
                  <a:cxn ang="0">
                    <a:pos x="connsiteX2" y="connsiteY2"/>
                  </a:cxn>
                </a:cxnLst>
                <a:rect l="l" t="t" r="r" b="b"/>
                <a:pathLst>
                  <a:path w="10008" h="2772">
                    <a:moveTo>
                      <a:pt x="3584" y="0"/>
                    </a:moveTo>
                    <a:cubicBezTo>
                      <a:pt x="-7578" y="714"/>
                      <a:pt x="10991" y="4926"/>
                      <a:pt x="9967" y="1354"/>
                    </a:cubicBezTo>
                    <a:cubicBezTo>
                      <a:pt x="9099" y="606"/>
                      <a:pt x="6241" y="0"/>
                      <a:pt x="3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2" name="Freeform: Shape 151">
                <a:extLst>
                  <a:ext uri="{FF2B5EF4-FFF2-40B4-BE49-F238E27FC236}">
                    <a16:creationId xmlns:a16="http://schemas.microsoft.com/office/drawing/2014/main" id="{3C20E171-B3C3-063B-1B25-E69D7CB0F9AD}"/>
                  </a:ext>
                </a:extLst>
              </p:cNvPr>
              <p:cNvSpPr/>
              <p:nvPr/>
            </p:nvSpPr>
            <p:spPr>
              <a:xfrm>
                <a:off x="8947933" y="6490514"/>
                <a:ext cx="10304" cy="2929"/>
              </a:xfrm>
              <a:custGeom>
                <a:avLst/>
                <a:gdLst>
                  <a:gd name="connsiteX0" fmla="*/ 3653 w 10304"/>
                  <a:gd name="connsiteY0" fmla="*/ 0 h 2929"/>
                  <a:gd name="connsiteX1" fmla="*/ 10254 w 10304"/>
                  <a:gd name="connsiteY1" fmla="*/ 1434 h 2929"/>
                  <a:gd name="connsiteX2" fmla="*/ 3653 w 10304"/>
                  <a:gd name="connsiteY2" fmla="*/ 0 h 2929"/>
                </a:gdLst>
                <a:ahLst/>
                <a:cxnLst>
                  <a:cxn ang="0">
                    <a:pos x="connsiteX0" y="connsiteY0"/>
                  </a:cxn>
                  <a:cxn ang="0">
                    <a:pos x="connsiteX1" y="connsiteY1"/>
                  </a:cxn>
                  <a:cxn ang="0">
                    <a:pos x="connsiteX2" y="connsiteY2"/>
                  </a:cxn>
                </a:cxnLst>
                <a:rect l="l" t="t" r="r" b="b"/>
                <a:pathLst>
                  <a:path w="10304" h="2929">
                    <a:moveTo>
                      <a:pt x="3653" y="0"/>
                    </a:moveTo>
                    <a:cubicBezTo>
                      <a:pt x="-7788" y="754"/>
                      <a:pt x="11403" y="5201"/>
                      <a:pt x="10254" y="1434"/>
                    </a:cubicBezTo>
                    <a:cubicBezTo>
                      <a:pt x="9340" y="640"/>
                      <a:pt x="6385" y="0"/>
                      <a:pt x="36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3" name="Freeform: Shape 152">
                <a:extLst>
                  <a:ext uri="{FF2B5EF4-FFF2-40B4-BE49-F238E27FC236}">
                    <a16:creationId xmlns:a16="http://schemas.microsoft.com/office/drawing/2014/main" id="{444150C4-BD52-1AE5-A59F-D61FEDBD18E4}"/>
                  </a:ext>
                </a:extLst>
              </p:cNvPr>
              <p:cNvSpPr/>
              <p:nvPr/>
            </p:nvSpPr>
            <p:spPr>
              <a:xfrm>
                <a:off x="8758788" y="6326161"/>
                <a:ext cx="9729" cy="2635"/>
              </a:xfrm>
              <a:custGeom>
                <a:avLst/>
                <a:gdLst>
                  <a:gd name="connsiteX0" fmla="*/ 3518 w 9729"/>
                  <a:gd name="connsiteY0" fmla="*/ 0 h 2635"/>
                  <a:gd name="connsiteX1" fmla="*/ 9696 w 9729"/>
                  <a:gd name="connsiteY1" fmla="*/ 1286 h 2635"/>
                  <a:gd name="connsiteX2" fmla="*/ 3518 w 9729"/>
                  <a:gd name="connsiteY2" fmla="*/ 0 h 2635"/>
                </a:gdLst>
                <a:ahLst/>
                <a:cxnLst>
                  <a:cxn ang="0">
                    <a:pos x="connsiteX0" y="connsiteY0"/>
                  </a:cxn>
                  <a:cxn ang="0">
                    <a:pos x="connsiteX1" y="connsiteY1"/>
                  </a:cxn>
                  <a:cxn ang="0">
                    <a:pos x="connsiteX2" y="connsiteY2"/>
                  </a:cxn>
                </a:cxnLst>
                <a:rect l="l" t="t" r="r" b="b"/>
                <a:pathLst>
                  <a:path w="9729" h="2635">
                    <a:moveTo>
                      <a:pt x="3518" y="0"/>
                    </a:moveTo>
                    <a:cubicBezTo>
                      <a:pt x="-7380" y="680"/>
                      <a:pt x="10605" y="4681"/>
                      <a:pt x="9696" y="1286"/>
                    </a:cubicBezTo>
                    <a:cubicBezTo>
                      <a:pt x="8879" y="578"/>
                      <a:pt x="6113" y="0"/>
                      <a:pt x="351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4" name="Freeform: Shape 153">
                <a:extLst>
                  <a:ext uri="{FF2B5EF4-FFF2-40B4-BE49-F238E27FC236}">
                    <a16:creationId xmlns:a16="http://schemas.microsoft.com/office/drawing/2014/main" id="{D4864B54-D34C-75EF-FD6B-F95F47C3BCC7}"/>
                  </a:ext>
                </a:extLst>
              </p:cNvPr>
              <p:cNvSpPr/>
              <p:nvPr/>
            </p:nvSpPr>
            <p:spPr>
              <a:xfrm>
                <a:off x="9396339" y="6880134"/>
                <a:ext cx="11695" cy="3686"/>
              </a:xfrm>
              <a:custGeom>
                <a:avLst/>
                <a:gdLst>
                  <a:gd name="connsiteX0" fmla="*/ 3950 w 11695"/>
                  <a:gd name="connsiteY0" fmla="*/ 0 h 3686"/>
                  <a:gd name="connsiteX1" fmla="*/ 11590 w 11695"/>
                  <a:gd name="connsiteY1" fmla="*/ 1805 h 3686"/>
                  <a:gd name="connsiteX2" fmla="*/ 3950 w 11695"/>
                  <a:gd name="connsiteY2" fmla="*/ 0 h 3686"/>
                </a:gdLst>
                <a:ahLst/>
                <a:cxnLst>
                  <a:cxn ang="0">
                    <a:pos x="connsiteX0" y="connsiteY0"/>
                  </a:cxn>
                  <a:cxn ang="0">
                    <a:pos x="connsiteX1" y="connsiteY1"/>
                  </a:cxn>
                  <a:cxn ang="0">
                    <a:pos x="connsiteX2" y="connsiteY2"/>
                  </a:cxn>
                </a:cxnLst>
                <a:rect l="l" t="t" r="r" b="b"/>
                <a:pathLst>
                  <a:path w="11695" h="3686">
                    <a:moveTo>
                      <a:pt x="3950" y="0"/>
                    </a:moveTo>
                    <a:cubicBezTo>
                      <a:pt x="-8749" y="954"/>
                      <a:pt x="13396" y="6543"/>
                      <a:pt x="11590" y="1805"/>
                    </a:cubicBezTo>
                    <a:cubicBezTo>
                      <a:pt x="10442" y="811"/>
                      <a:pt x="7024" y="0"/>
                      <a:pt x="39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5" name="Freeform: Shape 154">
                <a:extLst>
                  <a:ext uri="{FF2B5EF4-FFF2-40B4-BE49-F238E27FC236}">
                    <a16:creationId xmlns:a16="http://schemas.microsoft.com/office/drawing/2014/main" id="{F0975218-66A0-CEF6-8A8B-7649D4E85AE5}"/>
                  </a:ext>
                </a:extLst>
              </p:cNvPr>
              <p:cNvSpPr/>
              <p:nvPr/>
            </p:nvSpPr>
            <p:spPr>
              <a:xfrm>
                <a:off x="9970388" y="7378696"/>
                <a:ext cx="13655" cy="4790"/>
              </a:xfrm>
              <a:custGeom>
                <a:avLst/>
                <a:gdLst>
                  <a:gd name="connsiteX0" fmla="*/ 4121 w 13655"/>
                  <a:gd name="connsiteY0" fmla="*/ 43 h 4790"/>
                  <a:gd name="connsiteX1" fmla="*/ 9538 w 13655"/>
                  <a:gd name="connsiteY1" fmla="*/ 4747 h 4790"/>
                  <a:gd name="connsiteX2" fmla="*/ 4121 w 13655"/>
                  <a:gd name="connsiteY2" fmla="*/ 43 h 4790"/>
                </a:gdLst>
                <a:ahLst/>
                <a:cxnLst>
                  <a:cxn ang="0">
                    <a:pos x="connsiteX0" y="connsiteY0"/>
                  </a:cxn>
                  <a:cxn ang="0">
                    <a:pos x="connsiteX1" y="connsiteY1"/>
                  </a:cxn>
                  <a:cxn ang="0">
                    <a:pos x="connsiteX2" y="connsiteY2"/>
                  </a:cxn>
                </a:cxnLst>
                <a:rect l="l" t="t" r="r" b="b"/>
                <a:pathLst>
                  <a:path w="13655" h="4790">
                    <a:moveTo>
                      <a:pt x="4121" y="43"/>
                    </a:moveTo>
                    <a:cubicBezTo>
                      <a:pt x="-5846" y="769"/>
                      <a:pt x="4801" y="5278"/>
                      <a:pt x="9538" y="4747"/>
                    </a:cubicBezTo>
                    <a:cubicBezTo>
                      <a:pt x="19500" y="4021"/>
                      <a:pt x="8853" y="-488"/>
                      <a:pt x="4121"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6" name="Freeform: Shape 155">
                <a:extLst>
                  <a:ext uri="{FF2B5EF4-FFF2-40B4-BE49-F238E27FC236}">
                    <a16:creationId xmlns:a16="http://schemas.microsoft.com/office/drawing/2014/main" id="{230FE2B0-C4D2-CDE6-DBD4-F9CD7551C418}"/>
                  </a:ext>
                </a:extLst>
              </p:cNvPr>
              <p:cNvSpPr/>
              <p:nvPr/>
            </p:nvSpPr>
            <p:spPr>
              <a:xfrm>
                <a:off x="9664233" y="7112894"/>
                <a:ext cx="12551" cy="4184"/>
              </a:xfrm>
              <a:custGeom>
                <a:avLst/>
                <a:gdLst>
                  <a:gd name="connsiteX0" fmla="*/ 4111 w 12551"/>
                  <a:gd name="connsiteY0" fmla="*/ 0 h 4184"/>
                  <a:gd name="connsiteX1" fmla="*/ 12399 w 12551"/>
                  <a:gd name="connsiteY1" fmla="*/ 2052 h 4184"/>
                  <a:gd name="connsiteX2" fmla="*/ 4111 w 12551"/>
                  <a:gd name="connsiteY2" fmla="*/ 0 h 4184"/>
                </a:gdLst>
                <a:ahLst/>
                <a:cxnLst>
                  <a:cxn ang="0">
                    <a:pos x="connsiteX0" y="connsiteY0"/>
                  </a:cxn>
                  <a:cxn ang="0">
                    <a:pos x="connsiteX1" y="connsiteY1"/>
                  </a:cxn>
                  <a:cxn ang="0">
                    <a:pos x="connsiteX2" y="connsiteY2"/>
                  </a:cxn>
                </a:cxnLst>
                <a:rect l="l" t="t" r="r" b="b"/>
                <a:pathLst>
                  <a:path w="12551" h="4184">
                    <a:moveTo>
                      <a:pt x="4111" y="0"/>
                    </a:moveTo>
                    <a:cubicBezTo>
                      <a:pt x="-9324" y="1086"/>
                      <a:pt x="14667" y="7424"/>
                      <a:pt x="12399" y="2052"/>
                    </a:cubicBezTo>
                    <a:cubicBezTo>
                      <a:pt x="11095" y="920"/>
                      <a:pt x="7386" y="0"/>
                      <a:pt x="41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7" name="Freeform: Shape 156">
                <a:extLst>
                  <a:ext uri="{FF2B5EF4-FFF2-40B4-BE49-F238E27FC236}">
                    <a16:creationId xmlns:a16="http://schemas.microsoft.com/office/drawing/2014/main" id="{4F3ABD97-2808-0C50-CF86-78B5EDF94AA1}"/>
                  </a:ext>
                </a:extLst>
              </p:cNvPr>
              <p:cNvSpPr/>
              <p:nvPr/>
            </p:nvSpPr>
            <p:spPr>
              <a:xfrm>
                <a:off x="9526163" y="6992759"/>
                <a:ext cx="12169" cy="3909"/>
              </a:xfrm>
              <a:custGeom>
                <a:avLst/>
                <a:gdLst>
                  <a:gd name="connsiteX0" fmla="*/ 3873 w 12169"/>
                  <a:gd name="connsiteY0" fmla="*/ 34 h 3909"/>
                  <a:gd name="connsiteX1" fmla="*/ 8296 w 12169"/>
                  <a:gd name="connsiteY1" fmla="*/ 3875 h 3909"/>
                  <a:gd name="connsiteX2" fmla="*/ 3873 w 12169"/>
                  <a:gd name="connsiteY2" fmla="*/ 34 h 3909"/>
                </a:gdLst>
                <a:ahLst/>
                <a:cxnLst>
                  <a:cxn ang="0">
                    <a:pos x="connsiteX0" y="connsiteY0"/>
                  </a:cxn>
                  <a:cxn ang="0">
                    <a:pos x="connsiteX1" y="connsiteY1"/>
                  </a:cxn>
                  <a:cxn ang="0">
                    <a:pos x="connsiteX2" y="connsiteY2"/>
                  </a:cxn>
                </a:cxnLst>
                <a:rect l="l" t="t" r="r" b="b"/>
                <a:pathLst>
                  <a:path w="12169" h="3909">
                    <a:moveTo>
                      <a:pt x="3873" y="34"/>
                    </a:moveTo>
                    <a:cubicBezTo>
                      <a:pt x="-5157" y="600"/>
                      <a:pt x="3839" y="4303"/>
                      <a:pt x="8296" y="3875"/>
                    </a:cubicBezTo>
                    <a:cubicBezTo>
                      <a:pt x="17327" y="3315"/>
                      <a:pt x="8331" y="-395"/>
                      <a:pt x="3873"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8" name="Freeform: Shape 157">
                <a:extLst>
                  <a:ext uri="{FF2B5EF4-FFF2-40B4-BE49-F238E27FC236}">
                    <a16:creationId xmlns:a16="http://schemas.microsoft.com/office/drawing/2014/main" id="{209B2CC8-ECE5-A171-9B8E-210C693E38F1}"/>
                  </a:ext>
                </a:extLst>
              </p:cNvPr>
              <p:cNvSpPr/>
              <p:nvPr/>
            </p:nvSpPr>
            <p:spPr>
              <a:xfrm>
                <a:off x="9812154" y="7241225"/>
                <a:ext cx="13122" cy="4469"/>
              </a:xfrm>
              <a:custGeom>
                <a:avLst/>
                <a:gdLst>
                  <a:gd name="connsiteX0" fmla="*/ 4033 w 13122"/>
                  <a:gd name="connsiteY0" fmla="*/ 40 h 4469"/>
                  <a:gd name="connsiteX1" fmla="*/ 9090 w 13122"/>
                  <a:gd name="connsiteY1" fmla="*/ 4429 h 4469"/>
                  <a:gd name="connsiteX2" fmla="*/ 4033 w 13122"/>
                  <a:gd name="connsiteY2" fmla="*/ 40 h 4469"/>
                </a:gdLst>
                <a:ahLst/>
                <a:cxnLst>
                  <a:cxn ang="0">
                    <a:pos x="connsiteX0" y="connsiteY0"/>
                  </a:cxn>
                  <a:cxn ang="0">
                    <a:pos x="connsiteX1" y="connsiteY1"/>
                  </a:cxn>
                  <a:cxn ang="0">
                    <a:pos x="connsiteX2" y="connsiteY2"/>
                  </a:cxn>
                </a:cxnLst>
                <a:rect l="l" t="t" r="r" b="b"/>
                <a:pathLst>
                  <a:path w="13122" h="4469">
                    <a:moveTo>
                      <a:pt x="4033" y="40"/>
                    </a:moveTo>
                    <a:cubicBezTo>
                      <a:pt x="-5597" y="702"/>
                      <a:pt x="4444" y="4926"/>
                      <a:pt x="9090" y="4429"/>
                    </a:cubicBezTo>
                    <a:cubicBezTo>
                      <a:pt x="18721" y="3766"/>
                      <a:pt x="8673" y="-451"/>
                      <a:pt x="4033"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59" name="Freeform: Shape 158">
                <a:extLst>
                  <a:ext uri="{FF2B5EF4-FFF2-40B4-BE49-F238E27FC236}">
                    <a16:creationId xmlns:a16="http://schemas.microsoft.com/office/drawing/2014/main" id="{0C215056-CDBD-20CE-F8C8-0C0C76555D57}"/>
                  </a:ext>
                </a:extLst>
              </p:cNvPr>
              <p:cNvSpPr/>
              <p:nvPr/>
            </p:nvSpPr>
            <p:spPr>
              <a:xfrm>
                <a:off x="8227357" y="5471169"/>
                <a:ext cx="8086" cy="4405"/>
              </a:xfrm>
              <a:custGeom>
                <a:avLst/>
                <a:gdLst>
                  <a:gd name="connsiteX0" fmla="*/ 2980 w 8086"/>
                  <a:gd name="connsiteY0" fmla="*/ 560 h 4405"/>
                  <a:gd name="connsiteX1" fmla="*/ 5106 w 8086"/>
                  <a:gd name="connsiteY1" fmla="*/ 3846 h 4405"/>
                  <a:gd name="connsiteX2" fmla="*/ 2980 w 8086"/>
                  <a:gd name="connsiteY2" fmla="*/ 560 h 4405"/>
                </a:gdLst>
                <a:ahLst/>
                <a:cxnLst>
                  <a:cxn ang="0">
                    <a:pos x="connsiteX0" y="connsiteY0"/>
                  </a:cxn>
                  <a:cxn ang="0">
                    <a:pos x="connsiteX1" y="connsiteY1"/>
                  </a:cxn>
                  <a:cxn ang="0">
                    <a:pos x="connsiteX2" y="connsiteY2"/>
                  </a:cxn>
                </a:cxnLst>
                <a:rect l="l" t="t" r="r" b="b"/>
                <a:pathLst>
                  <a:path w="8086" h="4405">
                    <a:moveTo>
                      <a:pt x="2980" y="560"/>
                    </a:moveTo>
                    <a:cubicBezTo>
                      <a:pt x="-2587" y="2669"/>
                      <a:pt x="534" y="5658"/>
                      <a:pt x="5106" y="3846"/>
                    </a:cubicBezTo>
                    <a:cubicBezTo>
                      <a:pt x="10678" y="1749"/>
                      <a:pt x="7546" y="-1257"/>
                      <a:pt x="2980" y="5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0" name="Freeform: Shape 159">
                <a:extLst>
                  <a:ext uri="{FF2B5EF4-FFF2-40B4-BE49-F238E27FC236}">
                    <a16:creationId xmlns:a16="http://schemas.microsoft.com/office/drawing/2014/main" id="{DC3C9F54-1A56-9576-0D68-3980EAE943A8}"/>
                  </a:ext>
                </a:extLst>
              </p:cNvPr>
              <p:cNvSpPr/>
              <p:nvPr/>
            </p:nvSpPr>
            <p:spPr>
              <a:xfrm>
                <a:off x="8164459" y="5346935"/>
                <a:ext cx="7875" cy="5782"/>
              </a:xfrm>
              <a:custGeom>
                <a:avLst/>
                <a:gdLst>
                  <a:gd name="connsiteX0" fmla="*/ 2921 w 7875"/>
                  <a:gd name="connsiteY0" fmla="*/ 533 h 5782"/>
                  <a:gd name="connsiteX1" fmla="*/ 4956 w 7875"/>
                  <a:gd name="connsiteY1" fmla="*/ 5253 h 5782"/>
                  <a:gd name="connsiteX2" fmla="*/ 2921 w 7875"/>
                  <a:gd name="connsiteY2" fmla="*/ 533 h 5782"/>
                </a:gdLst>
                <a:ahLst/>
                <a:cxnLst>
                  <a:cxn ang="0">
                    <a:pos x="connsiteX0" y="connsiteY0"/>
                  </a:cxn>
                  <a:cxn ang="0">
                    <a:pos x="connsiteX1" y="connsiteY1"/>
                  </a:cxn>
                  <a:cxn ang="0">
                    <a:pos x="connsiteX2" y="connsiteY2"/>
                  </a:cxn>
                </a:cxnLst>
                <a:rect l="l" t="t" r="r" b="b"/>
                <a:pathLst>
                  <a:path w="7875" h="5782">
                    <a:moveTo>
                      <a:pt x="2921" y="533"/>
                    </a:moveTo>
                    <a:cubicBezTo>
                      <a:pt x="-2176" y="2601"/>
                      <a:pt x="-28" y="7368"/>
                      <a:pt x="4956" y="5253"/>
                    </a:cubicBezTo>
                    <a:cubicBezTo>
                      <a:pt x="10054" y="3196"/>
                      <a:pt x="7899" y="-1594"/>
                      <a:pt x="2921" y="5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1" name="Freeform: Shape 160">
                <a:extLst>
                  <a:ext uri="{FF2B5EF4-FFF2-40B4-BE49-F238E27FC236}">
                    <a16:creationId xmlns:a16="http://schemas.microsoft.com/office/drawing/2014/main" id="{F1FA8AF1-0FD5-48F6-06A4-DCAF1374DD6A}"/>
                  </a:ext>
                </a:extLst>
              </p:cNvPr>
              <p:cNvSpPr/>
              <p:nvPr/>
            </p:nvSpPr>
            <p:spPr>
              <a:xfrm>
                <a:off x="7991037" y="4908259"/>
                <a:ext cx="7357" cy="5903"/>
              </a:xfrm>
              <a:custGeom>
                <a:avLst/>
                <a:gdLst>
                  <a:gd name="connsiteX0" fmla="*/ 2779 w 7357"/>
                  <a:gd name="connsiteY0" fmla="*/ 1177 h 5903"/>
                  <a:gd name="connsiteX1" fmla="*/ 4573 w 7357"/>
                  <a:gd name="connsiteY1" fmla="*/ 4748 h 5903"/>
                  <a:gd name="connsiteX2" fmla="*/ 2779 w 7357"/>
                  <a:gd name="connsiteY2" fmla="*/ 1177 h 5903"/>
                </a:gdLst>
                <a:ahLst/>
                <a:cxnLst>
                  <a:cxn ang="0">
                    <a:pos x="connsiteX0" y="connsiteY0"/>
                  </a:cxn>
                  <a:cxn ang="0">
                    <a:pos x="connsiteX1" y="connsiteY1"/>
                  </a:cxn>
                  <a:cxn ang="0">
                    <a:pos x="connsiteX2" y="connsiteY2"/>
                  </a:cxn>
                </a:cxnLst>
                <a:rect l="l" t="t" r="r" b="b"/>
                <a:pathLst>
                  <a:path w="7357" h="5903">
                    <a:moveTo>
                      <a:pt x="2779" y="1177"/>
                    </a:moveTo>
                    <a:cubicBezTo>
                      <a:pt x="-1810" y="3982"/>
                      <a:pt x="-370" y="7869"/>
                      <a:pt x="4573" y="4748"/>
                    </a:cubicBezTo>
                    <a:cubicBezTo>
                      <a:pt x="9163" y="1931"/>
                      <a:pt x="7740" y="-1990"/>
                      <a:pt x="2779" y="1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2" name="Freeform: Shape 161">
                <a:extLst>
                  <a:ext uri="{FF2B5EF4-FFF2-40B4-BE49-F238E27FC236}">
                    <a16:creationId xmlns:a16="http://schemas.microsoft.com/office/drawing/2014/main" id="{F80492A9-02E8-B0C8-9511-22A5D387F442}"/>
                  </a:ext>
                </a:extLst>
              </p:cNvPr>
              <p:cNvSpPr/>
              <p:nvPr/>
            </p:nvSpPr>
            <p:spPr>
              <a:xfrm>
                <a:off x="8672023" y="6245293"/>
                <a:ext cx="9456" cy="3572"/>
              </a:xfrm>
              <a:custGeom>
                <a:avLst/>
                <a:gdLst>
                  <a:gd name="connsiteX0" fmla="*/ 3335 w 9456"/>
                  <a:gd name="connsiteY0" fmla="*/ 47 h 3572"/>
                  <a:gd name="connsiteX1" fmla="*/ 6119 w 9456"/>
                  <a:gd name="connsiteY1" fmla="*/ 3527 h 3572"/>
                  <a:gd name="connsiteX2" fmla="*/ 3335 w 9456"/>
                  <a:gd name="connsiteY2" fmla="*/ 47 h 3572"/>
                </a:gdLst>
                <a:ahLst/>
                <a:cxnLst>
                  <a:cxn ang="0">
                    <a:pos x="connsiteX0" y="connsiteY0"/>
                  </a:cxn>
                  <a:cxn ang="0">
                    <a:pos x="connsiteX1" y="connsiteY1"/>
                  </a:cxn>
                  <a:cxn ang="0">
                    <a:pos x="connsiteX2" y="connsiteY2"/>
                  </a:cxn>
                </a:cxnLst>
                <a:rect l="l" t="t" r="r" b="b"/>
                <a:pathLst>
                  <a:path w="9456" h="3572">
                    <a:moveTo>
                      <a:pt x="3335" y="47"/>
                    </a:moveTo>
                    <a:cubicBezTo>
                      <a:pt x="-3705" y="698"/>
                      <a:pt x="1953" y="3996"/>
                      <a:pt x="6119" y="3527"/>
                    </a:cubicBezTo>
                    <a:cubicBezTo>
                      <a:pt x="13171" y="2922"/>
                      <a:pt x="7491" y="-433"/>
                      <a:pt x="3335"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3" name="Freeform: Shape 162">
                <a:extLst>
                  <a:ext uri="{FF2B5EF4-FFF2-40B4-BE49-F238E27FC236}">
                    <a16:creationId xmlns:a16="http://schemas.microsoft.com/office/drawing/2014/main" id="{A6080FD2-5B14-0E84-C11E-3A555FBBDC89}"/>
                  </a:ext>
                </a:extLst>
              </p:cNvPr>
              <p:cNvSpPr/>
              <p:nvPr/>
            </p:nvSpPr>
            <p:spPr>
              <a:xfrm>
                <a:off x="8104207" y="5193366"/>
                <a:ext cx="7687" cy="6490"/>
              </a:xfrm>
              <a:custGeom>
                <a:avLst/>
                <a:gdLst>
                  <a:gd name="connsiteX0" fmla="*/ 2869 w 7687"/>
                  <a:gd name="connsiteY0" fmla="*/ 626 h 6490"/>
                  <a:gd name="connsiteX1" fmla="*/ 4818 w 7687"/>
                  <a:gd name="connsiteY1" fmla="*/ 5872 h 6490"/>
                  <a:gd name="connsiteX2" fmla="*/ 2869 w 7687"/>
                  <a:gd name="connsiteY2" fmla="*/ 626 h 6490"/>
                </a:gdLst>
                <a:ahLst/>
                <a:cxnLst>
                  <a:cxn ang="0">
                    <a:pos x="connsiteX0" y="connsiteY0"/>
                  </a:cxn>
                  <a:cxn ang="0">
                    <a:pos x="connsiteX1" y="connsiteY1"/>
                  </a:cxn>
                  <a:cxn ang="0">
                    <a:pos x="connsiteX2" y="connsiteY2"/>
                  </a:cxn>
                </a:cxnLst>
                <a:rect l="l" t="t" r="r" b="b"/>
                <a:pathLst>
                  <a:path w="7687" h="6490">
                    <a:moveTo>
                      <a:pt x="2869" y="626"/>
                    </a:moveTo>
                    <a:cubicBezTo>
                      <a:pt x="-1892" y="2786"/>
                      <a:pt x="-372" y="8335"/>
                      <a:pt x="4818" y="5872"/>
                    </a:cubicBezTo>
                    <a:cubicBezTo>
                      <a:pt x="9578" y="3717"/>
                      <a:pt x="8064" y="-1860"/>
                      <a:pt x="2869" y="6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4" name="Freeform: Shape 163">
                <a:extLst>
                  <a:ext uri="{FF2B5EF4-FFF2-40B4-BE49-F238E27FC236}">
                    <a16:creationId xmlns:a16="http://schemas.microsoft.com/office/drawing/2014/main" id="{30771547-7BB5-5BF0-D676-F567A08C97FA}"/>
                  </a:ext>
                </a:extLst>
              </p:cNvPr>
              <p:cNvSpPr/>
              <p:nvPr/>
            </p:nvSpPr>
            <p:spPr>
              <a:xfrm>
                <a:off x="8511002" y="6041104"/>
                <a:ext cx="9070" cy="4296"/>
              </a:xfrm>
              <a:custGeom>
                <a:avLst/>
                <a:gdLst>
                  <a:gd name="connsiteX0" fmla="*/ 3370 w 9070"/>
                  <a:gd name="connsiteY0" fmla="*/ 279 h 4296"/>
                  <a:gd name="connsiteX1" fmla="*/ 9011 w 9070"/>
                  <a:gd name="connsiteY1" fmla="*/ 1131 h 4296"/>
                  <a:gd name="connsiteX2" fmla="*/ 3370 w 9070"/>
                  <a:gd name="connsiteY2" fmla="*/ 279 h 4296"/>
                </a:gdLst>
                <a:ahLst/>
                <a:cxnLst>
                  <a:cxn ang="0">
                    <a:pos x="connsiteX0" y="connsiteY0"/>
                  </a:cxn>
                  <a:cxn ang="0">
                    <a:pos x="connsiteX1" y="connsiteY1"/>
                  </a:cxn>
                  <a:cxn ang="0">
                    <a:pos x="connsiteX2" y="connsiteY2"/>
                  </a:cxn>
                </a:cxnLst>
                <a:rect l="l" t="t" r="r" b="b"/>
                <a:pathLst>
                  <a:path w="9070" h="4296">
                    <a:moveTo>
                      <a:pt x="3370" y="279"/>
                    </a:moveTo>
                    <a:cubicBezTo>
                      <a:pt x="-7077" y="4154"/>
                      <a:pt x="10210" y="6560"/>
                      <a:pt x="9011" y="1131"/>
                    </a:cubicBezTo>
                    <a:cubicBezTo>
                      <a:pt x="8302" y="73"/>
                      <a:pt x="5776" y="-315"/>
                      <a:pt x="3370" y="2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5" name="Freeform: Shape 164">
                <a:extLst>
                  <a:ext uri="{FF2B5EF4-FFF2-40B4-BE49-F238E27FC236}">
                    <a16:creationId xmlns:a16="http://schemas.microsoft.com/office/drawing/2014/main" id="{05DB5E8E-AD1E-94C1-8C25-9238118FF8D8}"/>
                  </a:ext>
                </a:extLst>
              </p:cNvPr>
              <p:cNvSpPr/>
              <p:nvPr/>
            </p:nvSpPr>
            <p:spPr>
              <a:xfrm>
                <a:off x="8293074" y="5547013"/>
                <a:ext cx="8424" cy="3954"/>
              </a:xfrm>
              <a:custGeom>
                <a:avLst/>
                <a:gdLst>
                  <a:gd name="connsiteX0" fmla="*/ 3191 w 8424"/>
                  <a:gd name="connsiteY0" fmla="*/ 526 h 3954"/>
                  <a:gd name="connsiteX1" fmla="*/ 8375 w 8424"/>
                  <a:gd name="connsiteY1" fmla="*/ 675 h 3954"/>
                  <a:gd name="connsiteX2" fmla="*/ 3191 w 8424"/>
                  <a:gd name="connsiteY2" fmla="*/ 526 h 3954"/>
                </a:gdLst>
                <a:ahLst/>
                <a:cxnLst>
                  <a:cxn ang="0">
                    <a:pos x="connsiteX0" y="connsiteY0"/>
                  </a:cxn>
                  <a:cxn ang="0">
                    <a:pos x="connsiteX1" y="connsiteY1"/>
                  </a:cxn>
                  <a:cxn ang="0">
                    <a:pos x="connsiteX2" y="connsiteY2"/>
                  </a:cxn>
                </a:cxnLst>
                <a:rect l="l" t="t" r="r" b="b"/>
                <a:pathLst>
                  <a:path w="8424" h="3954">
                    <a:moveTo>
                      <a:pt x="3191" y="526"/>
                    </a:moveTo>
                    <a:cubicBezTo>
                      <a:pt x="-6622" y="4898"/>
                      <a:pt x="9427" y="5241"/>
                      <a:pt x="8375" y="675"/>
                    </a:cubicBezTo>
                    <a:cubicBezTo>
                      <a:pt x="7758" y="-171"/>
                      <a:pt x="5438" y="-223"/>
                      <a:pt x="3191" y="5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6" name="Freeform: Shape 165">
                <a:extLst>
                  <a:ext uri="{FF2B5EF4-FFF2-40B4-BE49-F238E27FC236}">
                    <a16:creationId xmlns:a16="http://schemas.microsoft.com/office/drawing/2014/main" id="{5224DDBA-1B38-2235-4547-EEE020E07B58}"/>
                  </a:ext>
                </a:extLst>
              </p:cNvPr>
              <p:cNvSpPr/>
              <p:nvPr/>
            </p:nvSpPr>
            <p:spPr>
              <a:xfrm>
                <a:off x="8589772" y="6127601"/>
                <a:ext cx="9277" cy="3908"/>
              </a:xfrm>
              <a:custGeom>
                <a:avLst/>
                <a:gdLst>
                  <a:gd name="connsiteX0" fmla="*/ 3438 w 9277"/>
                  <a:gd name="connsiteY0" fmla="*/ 193 h 3908"/>
                  <a:gd name="connsiteX1" fmla="*/ 9222 w 9277"/>
                  <a:gd name="connsiteY1" fmla="*/ 1131 h 3908"/>
                  <a:gd name="connsiteX2" fmla="*/ 3438 w 9277"/>
                  <a:gd name="connsiteY2" fmla="*/ 193 h 3908"/>
                </a:gdLst>
                <a:ahLst/>
                <a:cxnLst>
                  <a:cxn ang="0">
                    <a:pos x="connsiteX0" y="connsiteY0"/>
                  </a:cxn>
                  <a:cxn ang="0">
                    <a:pos x="connsiteX1" y="connsiteY1"/>
                  </a:cxn>
                  <a:cxn ang="0">
                    <a:pos x="connsiteX2" y="connsiteY2"/>
                  </a:cxn>
                </a:cxnLst>
                <a:rect l="l" t="t" r="r" b="b"/>
                <a:pathLst>
                  <a:path w="9277" h="3908">
                    <a:moveTo>
                      <a:pt x="3438" y="193"/>
                    </a:moveTo>
                    <a:cubicBezTo>
                      <a:pt x="-7208" y="3371"/>
                      <a:pt x="10376" y="6205"/>
                      <a:pt x="9222" y="1131"/>
                    </a:cubicBezTo>
                    <a:cubicBezTo>
                      <a:pt x="8490" y="136"/>
                      <a:pt x="5902" y="-276"/>
                      <a:pt x="3438" y="1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7" name="Freeform: Shape 166">
                <a:extLst>
                  <a:ext uri="{FF2B5EF4-FFF2-40B4-BE49-F238E27FC236}">
                    <a16:creationId xmlns:a16="http://schemas.microsoft.com/office/drawing/2014/main" id="{C515DC3F-EC51-C486-E86E-5D5D35FEFAC4}"/>
                  </a:ext>
                </a:extLst>
              </p:cNvPr>
              <p:cNvSpPr/>
              <p:nvPr/>
            </p:nvSpPr>
            <p:spPr>
              <a:xfrm>
                <a:off x="8046364" y="5038020"/>
                <a:ext cx="7597" cy="6567"/>
              </a:xfrm>
              <a:custGeom>
                <a:avLst/>
                <a:gdLst>
                  <a:gd name="connsiteX0" fmla="*/ 2910 w 7597"/>
                  <a:gd name="connsiteY0" fmla="*/ 793 h 6567"/>
                  <a:gd name="connsiteX1" fmla="*/ 115 w 7597"/>
                  <a:gd name="connsiteY1" fmla="*/ 5342 h 6567"/>
                  <a:gd name="connsiteX2" fmla="*/ 2910 w 7597"/>
                  <a:gd name="connsiteY2" fmla="*/ 793 h 6567"/>
                </a:gdLst>
                <a:ahLst/>
                <a:cxnLst>
                  <a:cxn ang="0">
                    <a:pos x="connsiteX0" y="connsiteY0"/>
                  </a:cxn>
                  <a:cxn ang="0">
                    <a:pos x="connsiteX1" y="connsiteY1"/>
                  </a:cxn>
                  <a:cxn ang="0">
                    <a:pos x="connsiteX2" y="connsiteY2"/>
                  </a:cxn>
                </a:cxnLst>
                <a:rect l="l" t="t" r="r" b="b"/>
                <a:pathLst>
                  <a:path w="7597" h="6567">
                    <a:moveTo>
                      <a:pt x="2910" y="793"/>
                    </a:moveTo>
                    <a:cubicBezTo>
                      <a:pt x="853" y="1970"/>
                      <a:pt x="-399" y="3999"/>
                      <a:pt x="115" y="5342"/>
                    </a:cubicBezTo>
                    <a:cubicBezTo>
                      <a:pt x="4156" y="10679"/>
                      <a:pt x="13066" y="-3402"/>
                      <a:pt x="2910" y="7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8" name="Freeform: Shape 167">
                <a:extLst>
                  <a:ext uri="{FF2B5EF4-FFF2-40B4-BE49-F238E27FC236}">
                    <a16:creationId xmlns:a16="http://schemas.microsoft.com/office/drawing/2014/main" id="{618A7EBE-83A5-CA44-13C6-620974A7AE4C}"/>
                  </a:ext>
                </a:extLst>
              </p:cNvPr>
              <p:cNvSpPr/>
              <p:nvPr/>
            </p:nvSpPr>
            <p:spPr>
              <a:xfrm>
                <a:off x="8362584" y="5689223"/>
                <a:ext cx="8478" cy="6599"/>
              </a:xfrm>
              <a:custGeom>
                <a:avLst/>
                <a:gdLst>
                  <a:gd name="connsiteX0" fmla="*/ 3066 w 8478"/>
                  <a:gd name="connsiteY0" fmla="*/ 316 h 6599"/>
                  <a:gd name="connsiteX1" fmla="*/ 5410 w 8478"/>
                  <a:gd name="connsiteY1" fmla="*/ 6288 h 6599"/>
                  <a:gd name="connsiteX2" fmla="*/ 3066 w 8478"/>
                  <a:gd name="connsiteY2" fmla="*/ 316 h 6599"/>
                </a:gdLst>
                <a:ahLst/>
                <a:cxnLst>
                  <a:cxn ang="0">
                    <a:pos x="connsiteX0" y="connsiteY0"/>
                  </a:cxn>
                  <a:cxn ang="0">
                    <a:pos x="connsiteX1" y="connsiteY1"/>
                  </a:cxn>
                  <a:cxn ang="0">
                    <a:pos x="connsiteX2" y="connsiteY2"/>
                  </a:cxn>
                </a:cxnLst>
                <a:rect l="l" t="t" r="r" b="b"/>
                <a:pathLst>
                  <a:path w="8478" h="6599">
                    <a:moveTo>
                      <a:pt x="3066" y="316"/>
                    </a:moveTo>
                    <a:cubicBezTo>
                      <a:pt x="-2517" y="2070"/>
                      <a:pt x="284" y="8014"/>
                      <a:pt x="5410" y="6288"/>
                    </a:cubicBezTo>
                    <a:cubicBezTo>
                      <a:pt x="10987" y="4534"/>
                      <a:pt x="8210" y="-1427"/>
                      <a:pt x="3066" y="3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69" name="Freeform: Shape 168">
                <a:extLst>
                  <a:ext uri="{FF2B5EF4-FFF2-40B4-BE49-F238E27FC236}">
                    <a16:creationId xmlns:a16="http://schemas.microsoft.com/office/drawing/2014/main" id="{27A0C98C-0738-3E74-D263-1487B43A8633}"/>
                  </a:ext>
                </a:extLst>
              </p:cNvPr>
              <p:cNvSpPr/>
              <p:nvPr/>
            </p:nvSpPr>
            <p:spPr>
              <a:xfrm>
                <a:off x="8435143" y="5880772"/>
                <a:ext cx="8705" cy="6763"/>
              </a:xfrm>
              <a:custGeom>
                <a:avLst/>
                <a:gdLst>
                  <a:gd name="connsiteX0" fmla="*/ 3123 w 8705"/>
                  <a:gd name="connsiteY0" fmla="*/ 265 h 6763"/>
                  <a:gd name="connsiteX1" fmla="*/ 5580 w 8705"/>
                  <a:gd name="connsiteY1" fmla="*/ 6501 h 6763"/>
                  <a:gd name="connsiteX2" fmla="*/ 3123 w 8705"/>
                  <a:gd name="connsiteY2" fmla="*/ 265 h 6763"/>
                </a:gdLst>
                <a:ahLst/>
                <a:cxnLst>
                  <a:cxn ang="0">
                    <a:pos x="connsiteX0" y="connsiteY0"/>
                  </a:cxn>
                  <a:cxn ang="0">
                    <a:pos x="connsiteX1" y="connsiteY1"/>
                  </a:cxn>
                  <a:cxn ang="0">
                    <a:pos x="connsiteX2" y="connsiteY2"/>
                  </a:cxn>
                </a:cxnLst>
                <a:rect l="l" t="t" r="r" b="b"/>
                <a:pathLst>
                  <a:path w="8705" h="6763">
                    <a:moveTo>
                      <a:pt x="3123" y="265"/>
                    </a:moveTo>
                    <a:cubicBezTo>
                      <a:pt x="-2661" y="1934"/>
                      <a:pt x="431" y="8101"/>
                      <a:pt x="5580" y="6501"/>
                    </a:cubicBezTo>
                    <a:cubicBezTo>
                      <a:pt x="11370" y="4838"/>
                      <a:pt x="8272" y="-1346"/>
                      <a:pt x="31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0" name="Freeform: Shape 169">
                <a:extLst>
                  <a:ext uri="{FF2B5EF4-FFF2-40B4-BE49-F238E27FC236}">
                    <a16:creationId xmlns:a16="http://schemas.microsoft.com/office/drawing/2014/main" id="{EA16E512-4AA4-E77E-BC49-728FDB747642}"/>
                  </a:ext>
                </a:extLst>
              </p:cNvPr>
              <p:cNvSpPr/>
              <p:nvPr/>
            </p:nvSpPr>
            <p:spPr>
              <a:xfrm>
                <a:off x="10140316" y="7526146"/>
                <a:ext cx="13757" cy="5183"/>
              </a:xfrm>
              <a:custGeom>
                <a:avLst/>
                <a:gdLst>
                  <a:gd name="connsiteX0" fmla="*/ 3951 w 13757"/>
                  <a:gd name="connsiteY0" fmla="*/ 0 h 5183"/>
                  <a:gd name="connsiteX1" fmla="*/ 13553 w 13757"/>
                  <a:gd name="connsiteY1" fmla="*/ 4303 h 5183"/>
                  <a:gd name="connsiteX2" fmla="*/ 3951 w 13757"/>
                  <a:gd name="connsiteY2" fmla="*/ 0 h 5183"/>
                </a:gdLst>
                <a:ahLst/>
                <a:cxnLst>
                  <a:cxn ang="0">
                    <a:pos x="connsiteX0" y="connsiteY0"/>
                  </a:cxn>
                  <a:cxn ang="0">
                    <a:pos x="connsiteX1" y="connsiteY1"/>
                  </a:cxn>
                  <a:cxn ang="0">
                    <a:pos x="connsiteX2" y="connsiteY2"/>
                  </a:cxn>
                </a:cxnLst>
                <a:rect l="l" t="t" r="r" b="b"/>
                <a:pathLst>
                  <a:path w="13757" h="5183">
                    <a:moveTo>
                      <a:pt x="3951" y="0"/>
                    </a:moveTo>
                    <a:cubicBezTo>
                      <a:pt x="-7816" y="1257"/>
                      <a:pt x="10117" y="7447"/>
                      <a:pt x="13553" y="4303"/>
                    </a:cubicBezTo>
                    <a:cubicBezTo>
                      <a:pt x="15193" y="880"/>
                      <a:pt x="6506" y="120"/>
                      <a:pt x="395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1" name="Freeform: Shape 170">
                <a:extLst>
                  <a:ext uri="{FF2B5EF4-FFF2-40B4-BE49-F238E27FC236}">
                    <a16:creationId xmlns:a16="http://schemas.microsoft.com/office/drawing/2014/main" id="{4B3F4234-344B-4420-885F-60B981947FC3}"/>
                  </a:ext>
                </a:extLst>
              </p:cNvPr>
              <p:cNvSpPr/>
              <p:nvPr/>
            </p:nvSpPr>
            <p:spPr>
              <a:xfrm>
                <a:off x="7742338" y="4935899"/>
                <a:ext cx="6974" cy="2772"/>
              </a:xfrm>
              <a:custGeom>
                <a:avLst/>
                <a:gdLst>
                  <a:gd name="connsiteX0" fmla="*/ 2607 w 6974"/>
                  <a:gd name="connsiteY0" fmla="*/ 769 h 2772"/>
                  <a:gd name="connsiteX1" fmla="*/ 6505 w 6974"/>
                  <a:gd name="connsiteY1" fmla="*/ 1067 h 2772"/>
                  <a:gd name="connsiteX2" fmla="*/ 2607 w 6974"/>
                  <a:gd name="connsiteY2" fmla="*/ 769 h 2772"/>
                </a:gdLst>
                <a:ahLst/>
                <a:cxnLst>
                  <a:cxn ang="0">
                    <a:pos x="connsiteX0" y="connsiteY0"/>
                  </a:cxn>
                  <a:cxn ang="0">
                    <a:pos x="connsiteX1" y="connsiteY1"/>
                  </a:cxn>
                  <a:cxn ang="0">
                    <a:pos x="connsiteX2" y="connsiteY2"/>
                  </a:cxn>
                </a:cxnLst>
                <a:rect l="l" t="t" r="r" b="b"/>
                <a:pathLst>
                  <a:path w="6974" h="2772">
                    <a:moveTo>
                      <a:pt x="2607" y="769"/>
                    </a:moveTo>
                    <a:cubicBezTo>
                      <a:pt x="-4268" y="3621"/>
                      <a:pt x="4390" y="3158"/>
                      <a:pt x="6505" y="1067"/>
                    </a:cubicBezTo>
                    <a:cubicBezTo>
                      <a:pt x="8482" y="-860"/>
                      <a:pt x="3647" y="324"/>
                      <a:pt x="2607" y="7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2" name="Freeform: Shape 171">
                <a:extLst>
                  <a:ext uri="{FF2B5EF4-FFF2-40B4-BE49-F238E27FC236}">
                    <a16:creationId xmlns:a16="http://schemas.microsoft.com/office/drawing/2014/main" id="{EA7737A7-855C-8C5D-3A71-3C654970A830}"/>
                  </a:ext>
                </a:extLst>
              </p:cNvPr>
              <p:cNvSpPr/>
              <p:nvPr/>
            </p:nvSpPr>
            <p:spPr>
              <a:xfrm>
                <a:off x="8873100" y="6674053"/>
                <a:ext cx="10890" cy="3263"/>
              </a:xfrm>
              <a:custGeom>
                <a:avLst/>
                <a:gdLst>
                  <a:gd name="connsiteX0" fmla="*/ 3729 w 10890"/>
                  <a:gd name="connsiteY0" fmla="*/ 26 h 3263"/>
                  <a:gd name="connsiteX1" fmla="*/ 7153 w 10890"/>
                  <a:gd name="connsiteY1" fmla="*/ 3238 h 3263"/>
                  <a:gd name="connsiteX2" fmla="*/ 3729 w 10890"/>
                  <a:gd name="connsiteY2" fmla="*/ 26 h 3263"/>
                </a:gdLst>
                <a:ahLst/>
                <a:cxnLst>
                  <a:cxn ang="0">
                    <a:pos x="connsiteX0" y="connsiteY0"/>
                  </a:cxn>
                  <a:cxn ang="0">
                    <a:pos x="connsiteX1" y="connsiteY1"/>
                  </a:cxn>
                  <a:cxn ang="0">
                    <a:pos x="connsiteX2" y="connsiteY2"/>
                  </a:cxn>
                </a:cxnLst>
                <a:rect l="l" t="t" r="r" b="b"/>
                <a:pathLst>
                  <a:path w="10890" h="3263">
                    <a:moveTo>
                      <a:pt x="3729" y="26"/>
                    </a:moveTo>
                    <a:cubicBezTo>
                      <a:pt x="-4472" y="443"/>
                      <a:pt x="2781" y="3575"/>
                      <a:pt x="7153" y="3238"/>
                    </a:cubicBezTo>
                    <a:cubicBezTo>
                      <a:pt x="15371" y="2815"/>
                      <a:pt x="8107" y="-316"/>
                      <a:pt x="3729"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3" name="Freeform: Shape 172">
                <a:extLst>
                  <a:ext uri="{FF2B5EF4-FFF2-40B4-BE49-F238E27FC236}">
                    <a16:creationId xmlns:a16="http://schemas.microsoft.com/office/drawing/2014/main" id="{08292D78-57F6-3AE8-AB49-89671FB8C187}"/>
                  </a:ext>
                </a:extLst>
              </p:cNvPr>
              <p:cNvSpPr/>
              <p:nvPr/>
            </p:nvSpPr>
            <p:spPr>
              <a:xfrm>
                <a:off x="8587459" y="6406143"/>
                <a:ext cx="9955" cy="2773"/>
              </a:xfrm>
              <a:custGeom>
                <a:avLst/>
                <a:gdLst>
                  <a:gd name="connsiteX0" fmla="*/ 3665 w 9955"/>
                  <a:gd name="connsiteY0" fmla="*/ 0 h 2773"/>
                  <a:gd name="connsiteX1" fmla="*/ 9930 w 9955"/>
                  <a:gd name="connsiteY1" fmla="*/ 1354 h 2773"/>
                  <a:gd name="connsiteX2" fmla="*/ 3665 w 9955"/>
                  <a:gd name="connsiteY2" fmla="*/ 0 h 2773"/>
                </a:gdLst>
                <a:ahLst/>
                <a:cxnLst>
                  <a:cxn ang="0">
                    <a:pos x="connsiteX0" y="connsiteY0"/>
                  </a:cxn>
                  <a:cxn ang="0">
                    <a:pos x="connsiteX1" y="connsiteY1"/>
                  </a:cxn>
                  <a:cxn ang="0">
                    <a:pos x="connsiteX2" y="connsiteY2"/>
                  </a:cxn>
                </a:cxnLst>
                <a:rect l="l" t="t" r="r" b="b"/>
                <a:pathLst>
                  <a:path w="9955" h="2773">
                    <a:moveTo>
                      <a:pt x="3665" y="0"/>
                    </a:moveTo>
                    <a:cubicBezTo>
                      <a:pt x="-7587" y="731"/>
                      <a:pt x="10735" y="4920"/>
                      <a:pt x="9930" y="1354"/>
                    </a:cubicBezTo>
                    <a:cubicBezTo>
                      <a:pt x="9129" y="606"/>
                      <a:pt x="6323" y="0"/>
                      <a:pt x="366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4" name="Freeform: Shape 173">
                <a:extLst>
                  <a:ext uri="{FF2B5EF4-FFF2-40B4-BE49-F238E27FC236}">
                    <a16:creationId xmlns:a16="http://schemas.microsoft.com/office/drawing/2014/main" id="{B7CD56E4-9202-393D-C92D-DEDA1C9A1836}"/>
                  </a:ext>
                </a:extLst>
              </p:cNvPr>
              <p:cNvSpPr/>
              <p:nvPr/>
            </p:nvSpPr>
            <p:spPr>
              <a:xfrm>
                <a:off x="8979674" y="6774064"/>
                <a:ext cx="11251" cy="3456"/>
              </a:xfrm>
              <a:custGeom>
                <a:avLst/>
                <a:gdLst>
                  <a:gd name="connsiteX0" fmla="*/ 3809 w 11251"/>
                  <a:gd name="connsiteY0" fmla="*/ 28 h 3456"/>
                  <a:gd name="connsiteX1" fmla="*/ 7438 w 11251"/>
                  <a:gd name="connsiteY1" fmla="*/ 3428 h 3456"/>
                  <a:gd name="connsiteX2" fmla="*/ 3809 w 11251"/>
                  <a:gd name="connsiteY2" fmla="*/ 28 h 3456"/>
                </a:gdLst>
                <a:ahLst/>
                <a:cxnLst>
                  <a:cxn ang="0">
                    <a:pos x="connsiteX0" y="connsiteY0"/>
                  </a:cxn>
                  <a:cxn ang="0">
                    <a:pos x="connsiteX1" y="connsiteY1"/>
                  </a:cxn>
                  <a:cxn ang="0">
                    <a:pos x="connsiteX2" y="connsiteY2"/>
                  </a:cxn>
                </a:cxnLst>
                <a:rect l="l" t="t" r="r" b="b"/>
                <a:pathLst>
                  <a:path w="11251" h="3456">
                    <a:moveTo>
                      <a:pt x="3809" y="28"/>
                    </a:moveTo>
                    <a:cubicBezTo>
                      <a:pt x="-4644" y="479"/>
                      <a:pt x="2975" y="3795"/>
                      <a:pt x="7438" y="3428"/>
                    </a:cubicBezTo>
                    <a:cubicBezTo>
                      <a:pt x="15902" y="2977"/>
                      <a:pt x="8272" y="-337"/>
                      <a:pt x="3809"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5" name="Freeform: Shape 174">
                <a:extLst>
                  <a:ext uri="{FF2B5EF4-FFF2-40B4-BE49-F238E27FC236}">
                    <a16:creationId xmlns:a16="http://schemas.microsoft.com/office/drawing/2014/main" id="{434C2E6E-9F16-5FD7-DFD9-7C94D9708D41}"/>
                  </a:ext>
                </a:extLst>
              </p:cNvPr>
              <p:cNvSpPr/>
              <p:nvPr/>
            </p:nvSpPr>
            <p:spPr>
              <a:xfrm>
                <a:off x="8677356" y="6490514"/>
                <a:ext cx="10247" cy="2930"/>
              </a:xfrm>
              <a:custGeom>
                <a:avLst/>
                <a:gdLst>
                  <a:gd name="connsiteX0" fmla="*/ 3735 w 10247"/>
                  <a:gd name="connsiteY0" fmla="*/ 0 h 2930"/>
                  <a:gd name="connsiteX1" fmla="*/ 10215 w 10247"/>
                  <a:gd name="connsiteY1" fmla="*/ 1434 h 2930"/>
                  <a:gd name="connsiteX2" fmla="*/ 3735 w 10247"/>
                  <a:gd name="connsiteY2" fmla="*/ 0 h 2930"/>
                </a:gdLst>
                <a:ahLst/>
                <a:cxnLst>
                  <a:cxn ang="0">
                    <a:pos x="connsiteX0" y="connsiteY0"/>
                  </a:cxn>
                  <a:cxn ang="0">
                    <a:pos x="connsiteX1" y="connsiteY1"/>
                  </a:cxn>
                  <a:cxn ang="0">
                    <a:pos x="connsiteX2" y="connsiteY2"/>
                  </a:cxn>
                </a:cxnLst>
                <a:rect l="l" t="t" r="r" b="b"/>
                <a:pathLst>
                  <a:path w="10247" h="2930">
                    <a:moveTo>
                      <a:pt x="3735" y="0"/>
                    </a:moveTo>
                    <a:cubicBezTo>
                      <a:pt x="-7793" y="772"/>
                      <a:pt x="11130" y="5195"/>
                      <a:pt x="10215" y="1434"/>
                    </a:cubicBezTo>
                    <a:cubicBezTo>
                      <a:pt x="9370" y="640"/>
                      <a:pt x="6472" y="0"/>
                      <a:pt x="37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6" name="Freeform: Shape 175">
                <a:extLst>
                  <a:ext uri="{FF2B5EF4-FFF2-40B4-BE49-F238E27FC236}">
                    <a16:creationId xmlns:a16="http://schemas.microsoft.com/office/drawing/2014/main" id="{8F6F9B41-DE4F-1B10-1C5C-DCCF5A02DAEC}"/>
                  </a:ext>
                </a:extLst>
              </p:cNvPr>
              <p:cNvSpPr/>
              <p:nvPr/>
            </p:nvSpPr>
            <p:spPr>
              <a:xfrm>
                <a:off x="9092506" y="6880134"/>
                <a:ext cx="11613" cy="3686"/>
              </a:xfrm>
              <a:custGeom>
                <a:avLst/>
                <a:gdLst>
                  <a:gd name="connsiteX0" fmla="*/ 4053 w 11613"/>
                  <a:gd name="connsiteY0" fmla="*/ 0 h 3686"/>
                  <a:gd name="connsiteX1" fmla="*/ 11539 w 11613"/>
                  <a:gd name="connsiteY1" fmla="*/ 1805 h 3686"/>
                  <a:gd name="connsiteX2" fmla="*/ 4053 w 11613"/>
                  <a:gd name="connsiteY2" fmla="*/ 0 h 3686"/>
                </a:gdLst>
                <a:ahLst/>
                <a:cxnLst>
                  <a:cxn ang="0">
                    <a:pos x="connsiteX0" y="connsiteY0"/>
                  </a:cxn>
                  <a:cxn ang="0">
                    <a:pos x="connsiteX1" y="connsiteY1"/>
                  </a:cxn>
                  <a:cxn ang="0">
                    <a:pos x="connsiteX2" y="connsiteY2"/>
                  </a:cxn>
                </a:cxnLst>
                <a:rect l="l" t="t" r="r" b="b"/>
                <a:pathLst>
                  <a:path w="11613" h="3686">
                    <a:moveTo>
                      <a:pt x="4053" y="0"/>
                    </a:moveTo>
                    <a:cubicBezTo>
                      <a:pt x="-8760" y="966"/>
                      <a:pt x="13037" y="6538"/>
                      <a:pt x="11539" y="1805"/>
                    </a:cubicBezTo>
                    <a:cubicBezTo>
                      <a:pt x="10471" y="811"/>
                      <a:pt x="7128" y="0"/>
                      <a:pt x="40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7" name="Freeform: Shape 176">
                <a:extLst>
                  <a:ext uri="{FF2B5EF4-FFF2-40B4-BE49-F238E27FC236}">
                    <a16:creationId xmlns:a16="http://schemas.microsoft.com/office/drawing/2014/main" id="{5045AFE0-4138-7240-874D-0159E1562ADA}"/>
                  </a:ext>
                </a:extLst>
              </p:cNvPr>
              <p:cNvSpPr/>
              <p:nvPr/>
            </p:nvSpPr>
            <p:spPr>
              <a:xfrm>
                <a:off x="8772526" y="6579666"/>
                <a:ext cx="10549" cy="3077"/>
              </a:xfrm>
              <a:custGeom>
                <a:avLst/>
                <a:gdLst>
                  <a:gd name="connsiteX0" fmla="*/ 3656 w 10549"/>
                  <a:gd name="connsiteY0" fmla="*/ 24 h 3077"/>
                  <a:gd name="connsiteX1" fmla="*/ 6891 w 10549"/>
                  <a:gd name="connsiteY1" fmla="*/ 3053 h 3077"/>
                  <a:gd name="connsiteX2" fmla="*/ 3656 w 10549"/>
                  <a:gd name="connsiteY2" fmla="*/ 24 h 3077"/>
                </a:gdLst>
                <a:ahLst/>
                <a:cxnLst>
                  <a:cxn ang="0">
                    <a:pos x="connsiteX0" y="connsiteY0"/>
                  </a:cxn>
                  <a:cxn ang="0">
                    <a:pos x="connsiteX1" y="connsiteY1"/>
                  </a:cxn>
                  <a:cxn ang="0">
                    <a:pos x="connsiteX2" y="connsiteY2"/>
                  </a:cxn>
                </a:cxnLst>
                <a:rect l="l" t="t" r="r" b="b"/>
                <a:pathLst>
                  <a:path w="10549" h="3077">
                    <a:moveTo>
                      <a:pt x="3656" y="24"/>
                    </a:moveTo>
                    <a:cubicBezTo>
                      <a:pt x="-4311" y="413"/>
                      <a:pt x="2599" y="3373"/>
                      <a:pt x="6891" y="3053"/>
                    </a:cubicBezTo>
                    <a:cubicBezTo>
                      <a:pt x="14863" y="2665"/>
                      <a:pt x="7948" y="-296"/>
                      <a:pt x="36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8" name="Freeform: Shape 177">
                <a:extLst>
                  <a:ext uri="{FF2B5EF4-FFF2-40B4-BE49-F238E27FC236}">
                    <a16:creationId xmlns:a16="http://schemas.microsoft.com/office/drawing/2014/main" id="{DC2369EC-561E-1F6A-ADCD-67B7F6936BB9}"/>
                  </a:ext>
                </a:extLst>
              </p:cNvPr>
              <p:cNvSpPr/>
              <p:nvPr/>
            </p:nvSpPr>
            <p:spPr>
              <a:xfrm>
                <a:off x="9212720" y="6992762"/>
                <a:ext cx="12050" cy="3904"/>
              </a:xfrm>
              <a:custGeom>
                <a:avLst/>
                <a:gdLst>
                  <a:gd name="connsiteX0" fmla="*/ 3975 w 12050"/>
                  <a:gd name="connsiteY0" fmla="*/ 32 h 3904"/>
                  <a:gd name="connsiteX1" fmla="*/ 8072 w 12050"/>
                  <a:gd name="connsiteY1" fmla="*/ 3872 h 3904"/>
                  <a:gd name="connsiteX2" fmla="*/ 3975 w 12050"/>
                  <a:gd name="connsiteY2" fmla="*/ 32 h 3904"/>
                </a:gdLst>
                <a:ahLst/>
                <a:cxnLst>
                  <a:cxn ang="0">
                    <a:pos x="connsiteX0" y="connsiteY0"/>
                  </a:cxn>
                  <a:cxn ang="0">
                    <a:pos x="connsiteX1" y="connsiteY1"/>
                  </a:cxn>
                  <a:cxn ang="0">
                    <a:pos x="connsiteX2" y="connsiteY2"/>
                  </a:cxn>
                </a:cxnLst>
                <a:rect l="l" t="t" r="r" b="b"/>
                <a:pathLst>
                  <a:path w="12050" h="3904">
                    <a:moveTo>
                      <a:pt x="3975" y="32"/>
                    </a:moveTo>
                    <a:cubicBezTo>
                      <a:pt x="-5021" y="557"/>
                      <a:pt x="3420" y="4289"/>
                      <a:pt x="8072" y="3872"/>
                    </a:cubicBezTo>
                    <a:cubicBezTo>
                      <a:pt x="17074" y="3352"/>
                      <a:pt x="8632" y="-380"/>
                      <a:pt x="3975"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79" name="Freeform: Shape 178">
                <a:extLst>
                  <a:ext uri="{FF2B5EF4-FFF2-40B4-BE49-F238E27FC236}">
                    <a16:creationId xmlns:a16="http://schemas.microsoft.com/office/drawing/2014/main" id="{B0C69299-A6FA-0828-EDF5-78A96259F31D}"/>
                  </a:ext>
                </a:extLst>
              </p:cNvPr>
              <p:cNvSpPr/>
              <p:nvPr/>
            </p:nvSpPr>
            <p:spPr>
              <a:xfrm>
                <a:off x="9477500" y="7241227"/>
                <a:ext cx="12980" cy="4464"/>
              </a:xfrm>
              <a:custGeom>
                <a:avLst/>
                <a:gdLst>
                  <a:gd name="connsiteX0" fmla="*/ 4148 w 12980"/>
                  <a:gd name="connsiteY0" fmla="*/ 38 h 4464"/>
                  <a:gd name="connsiteX1" fmla="*/ 8828 w 12980"/>
                  <a:gd name="connsiteY1" fmla="*/ 4427 h 4464"/>
                  <a:gd name="connsiteX2" fmla="*/ 4148 w 12980"/>
                  <a:gd name="connsiteY2" fmla="*/ 38 h 4464"/>
                </a:gdLst>
                <a:ahLst/>
                <a:cxnLst>
                  <a:cxn ang="0">
                    <a:pos x="connsiteX0" y="connsiteY0"/>
                  </a:cxn>
                  <a:cxn ang="0">
                    <a:pos x="connsiteX1" y="connsiteY1"/>
                  </a:cxn>
                  <a:cxn ang="0">
                    <a:pos x="connsiteX2" y="connsiteY2"/>
                  </a:cxn>
                </a:cxnLst>
                <a:rect l="l" t="t" r="r" b="b"/>
                <a:pathLst>
                  <a:path w="12980" h="4464">
                    <a:moveTo>
                      <a:pt x="4148" y="38"/>
                    </a:moveTo>
                    <a:cubicBezTo>
                      <a:pt x="-5459" y="661"/>
                      <a:pt x="3982" y="4907"/>
                      <a:pt x="8828" y="4427"/>
                    </a:cubicBezTo>
                    <a:cubicBezTo>
                      <a:pt x="18446" y="3804"/>
                      <a:pt x="8994" y="-442"/>
                      <a:pt x="414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0" name="Freeform: Shape 179">
                <a:extLst>
                  <a:ext uri="{FF2B5EF4-FFF2-40B4-BE49-F238E27FC236}">
                    <a16:creationId xmlns:a16="http://schemas.microsoft.com/office/drawing/2014/main" id="{64962172-C593-0587-C2A7-6049BE0577A1}"/>
                  </a:ext>
                </a:extLst>
              </p:cNvPr>
              <p:cNvSpPr/>
              <p:nvPr/>
            </p:nvSpPr>
            <p:spPr>
              <a:xfrm>
                <a:off x="9624002" y="7378698"/>
                <a:ext cx="13499" cy="4785"/>
              </a:xfrm>
              <a:custGeom>
                <a:avLst/>
                <a:gdLst>
                  <a:gd name="connsiteX0" fmla="*/ 4241 w 13499"/>
                  <a:gd name="connsiteY0" fmla="*/ 41 h 4785"/>
                  <a:gd name="connsiteX1" fmla="*/ 9253 w 13499"/>
                  <a:gd name="connsiteY1" fmla="*/ 4745 h 4785"/>
                  <a:gd name="connsiteX2" fmla="*/ 4241 w 13499"/>
                  <a:gd name="connsiteY2" fmla="*/ 41 h 4785"/>
                </a:gdLst>
                <a:ahLst/>
                <a:cxnLst>
                  <a:cxn ang="0">
                    <a:pos x="connsiteX0" y="connsiteY0"/>
                  </a:cxn>
                  <a:cxn ang="0">
                    <a:pos x="connsiteX1" y="connsiteY1"/>
                  </a:cxn>
                  <a:cxn ang="0">
                    <a:pos x="connsiteX2" y="connsiteY2"/>
                  </a:cxn>
                </a:cxnLst>
                <a:rect l="l" t="t" r="r" b="b"/>
                <a:pathLst>
                  <a:path w="13499" h="4785">
                    <a:moveTo>
                      <a:pt x="4241" y="41"/>
                    </a:moveTo>
                    <a:cubicBezTo>
                      <a:pt x="-5703" y="722"/>
                      <a:pt x="4304" y="5259"/>
                      <a:pt x="9253" y="4745"/>
                    </a:cubicBezTo>
                    <a:cubicBezTo>
                      <a:pt x="19209" y="4065"/>
                      <a:pt x="9190" y="-479"/>
                      <a:pt x="4241"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1" name="Freeform: Shape 180">
                <a:extLst>
                  <a:ext uri="{FF2B5EF4-FFF2-40B4-BE49-F238E27FC236}">
                    <a16:creationId xmlns:a16="http://schemas.microsoft.com/office/drawing/2014/main" id="{64EC0C6F-2205-35FC-42F8-5F7138971DAA}"/>
                  </a:ext>
                </a:extLst>
              </p:cNvPr>
              <p:cNvSpPr/>
              <p:nvPr/>
            </p:nvSpPr>
            <p:spPr>
              <a:xfrm>
                <a:off x="9340702" y="7112859"/>
                <a:ext cx="12499" cy="4173"/>
              </a:xfrm>
              <a:custGeom>
                <a:avLst/>
                <a:gdLst>
                  <a:gd name="connsiteX0" fmla="*/ 4059 w 12499"/>
                  <a:gd name="connsiteY0" fmla="*/ 35 h 4173"/>
                  <a:gd name="connsiteX1" fmla="*/ 8437 w 12499"/>
                  <a:gd name="connsiteY1" fmla="*/ 4138 h 4173"/>
                  <a:gd name="connsiteX2" fmla="*/ 4059 w 12499"/>
                  <a:gd name="connsiteY2" fmla="*/ 35 h 4173"/>
                </a:gdLst>
                <a:ahLst/>
                <a:cxnLst>
                  <a:cxn ang="0">
                    <a:pos x="connsiteX0" y="connsiteY0"/>
                  </a:cxn>
                  <a:cxn ang="0">
                    <a:pos x="connsiteX1" y="connsiteY1"/>
                  </a:cxn>
                  <a:cxn ang="0">
                    <a:pos x="connsiteX2" y="connsiteY2"/>
                  </a:cxn>
                </a:cxnLst>
                <a:rect l="l" t="t" r="r" b="b"/>
                <a:pathLst>
                  <a:path w="12499" h="4173">
                    <a:moveTo>
                      <a:pt x="4059" y="35"/>
                    </a:moveTo>
                    <a:cubicBezTo>
                      <a:pt x="-5233" y="607"/>
                      <a:pt x="3688" y="4584"/>
                      <a:pt x="8437" y="4138"/>
                    </a:cubicBezTo>
                    <a:cubicBezTo>
                      <a:pt x="17736" y="3567"/>
                      <a:pt x="8809" y="-411"/>
                      <a:pt x="4059"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2" name="Freeform: Shape 181">
                <a:extLst>
                  <a:ext uri="{FF2B5EF4-FFF2-40B4-BE49-F238E27FC236}">
                    <a16:creationId xmlns:a16="http://schemas.microsoft.com/office/drawing/2014/main" id="{15C2BAFB-009C-3CD3-4CEF-F722E98A3C20}"/>
                  </a:ext>
                </a:extLst>
              </p:cNvPr>
              <p:cNvSpPr/>
              <p:nvPr/>
            </p:nvSpPr>
            <p:spPr>
              <a:xfrm>
                <a:off x="8135079" y="5743868"/>
                <a:ext cx="8634" cy="5919"/>
              </a:xfrm>
              <a:custGeom>
                <a:avLst/>
                <a:gdLst>
                  <a:gd name="connsiteX0" fmla="*/ 3355 w 8634"/>
                  <a:gd name="connsiteY0" fmla="*/ 78 h 5919"/>
                  <a:gd name="connsiteX1" fmla="*/ 8601 w 8634"/>
                  <a:gd name="connsiteY1" fmla="*/ 2301 h 5919"/>
                  <a:gd name="connsiteX2" fmla="*/ 3355 w 8634"/>
                  <a:gd name="connsiteY2" fmla="*/ 78 h 5919"/>
                </a:gdLst>
                <a:ahLst/>
                <a:cxnLst>
                  <a:cxn ang="0">
                    <a:pos x="connsiteX0" y="connsiteY0"/>
                  </a:cxn>
                  <a:cxn ang="0">
                    <a:pos x="connsiteX1" y="connsiteY1"/>
                  </a:cxn>
                  <a:cxn ang="0">
                    <a:pos x="connsiteX2" y="connsiteY2"/>
                  </a:cxn>
                </a:cxnLst>
                <a:rect l="l" t="t" r="r" b="b"/>
                <a:pathLst>
                  <a:path w="8634" h="5919">
                    <a:moveTo>
                      <a:pt x="3355" y="78"/>
                    </a:moveTo>
                    <a:cubicBezTo>
                      <a:pt x="-6818" y="3336"/>
                      <a:pt x="9470" y="10108"/>
                      <a:pt x="8601" y="2301"/>
                    </a:cubicBezTo>
                    <a:cubicBezTo>
                      <a:pt x="8001" y="695"/>
                      <a:pt x="5652" y="-293"/>
                      <a:pt x="3355" y="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3" name="Freeform: Shape 182">
                <a:extLst>
                  <a:ext uri="{FF2B5EF4-FFF2-40B4-BE49-F238E27FC236}">
                    <a16:creationId xmlns:a16="http://schemas.microsoft.com/office/drawing/2014/main" id="{7299F703-EB45-B320-6452-537728DEC471}"/>
                  </a:ext>
                </a:extLst>
              </p:cNvPr>
              <p:cNvSpPr/>
              <p:nvPr/>
            </p:nvSpPr>
            <p:spPr>
              <a:xfrm>
                <a:off x="8502239" y="6326161"/>
                <a:ext cx="9684" cy="2632"/>
              </a:xfrm>
              <a:custGeom>
                <a:avLst/>
                <a:gdLst>
                  <a:gd name="connsiteX0" fmla="*/ 3595 w 9684"/>
                  <a:gd name="connsiteY0" fmla="*/ 0 h 2632"/>
                  <a:gd name="connsiteX1" fmla="*/ 9665 w 9684"/>
                  <a:gd name="connsiteY1" fmla="*/ 1286 h 2632"/>
                  <a:gd name="connsiteX2" fmla="*/ 3595 w 9684"/>
                  <a:gd name="connsiteY2" fmla="*/ 0 h 2632"/>
                </a:gdLst>
                <a:ahLst/>
                <a:cxnLst>
                  <a:cxn ang="0">
                    <a:pos x="connsiteX0" y="connsiteY0"/>
                  </a:cxn>
                  <a:cxn ang="0">
                    <a:pos x="connsiteX1" y="connsiteY1"/>
                  </a:cxn>
                  <a:cxn ang="0">
                    <a:pos x="connsiteX2" y="connsiteY2"/>
                  </a:cxn>
                </a:cxnLst>
                <a:rect l="l" t="t" r="r" b="b"/>
                <a:pathLst>
                  <a:path w="9684" h="2632">
                    <a:moveTo>
                      <a:pt x="3595" y="0"/>
                    </a:moveTo>
                    <a:cubicBezTo>
                      <a:pt x="-7389" y="692"/>
                      <a:pt x="10367" y="4669"/>
                      <a:pt x="9665" y="1286"/>
                    </a:cubicBezTo>
                    <a:cubicBezTo>
                      <a:pt x="8904" y="578"/>
                      <a:pt x="6190" y="0"/>
                      <a:pt x="35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4" name="Freeform: Shape 183">
                <a:extLst>
                  <a:ext uri="{FF2B5EF4-FFF2-40B4-BE49-F238E27FC236}">
                    <a16:creationId xmlns:a16="http://schemas.microsoft.com/office/drawing/2014/main" id="{96C07F45-6802-D6FA-01C5-A639F5DF0D94}"/>
                  </a:ext>
                </a:extLst>
              </p:cNvPr>
              <p:cNvSpPr/>
              <p:nvPr/>
            </p:nvSpPr>
            <p:spPr>
              <a:xfrm>
                <a:off x="7951810" y="5414147"/>
                <a:ext cx="8018" cy="4578"/>
              </a:xfrm>
              <a:custGeom>
                <a:avLst/>
                <a:gdLst>
                  <a:gd name="connsiteX0" fmla="*/ 3166 w 8018"/>
                  <a:gd name="connsiteY0" fmla="*/ 141 h 4578"/>
                  <a:gd name="connsiteX1" fmla="*/ 7996 w 8018"/>
                  <a:gd name="connsiteY1" fmla="*/ 1535 h 4578"/>
                  <a:gd name="connsiteX2" fmla="*/ 3166 w 8018"/>
                  <a:gd name="connsiteY2" fmla="*/ 141 h 4578"/>
                </a:gdLst>
                <a:ahLst/>
                <a:cxnLst>
                  <a:cxn ang="0">
                    <a:pos x="connsiteX0" y="connsiteY0"/>
                  </a:cxn>
                  <a:cxn ang="0">
                    <a:pos x="connsiteX1" y="connsiteY1"/>
                  </a:cxn>
                  <a:cxn ang="0">
                    <a:pos x="connsiteX2" y="connsiteY2"/>
                  </a:cxn>
                </a:cxnLst>
                <a:rect l="l" t="t" r="r" b="b"/>
                <a:pathLst>
                  <a:path w="8018" h="4578">
                    <a:moveTo>
                      <a:pt x="3166" y="141"/>
                    </a:moveTo>
                    <a:cubicBezTo>
                      <a:pt x="-6349" y="3381"/>
                      <a:pt x="8682" y="7519"/>
                      <a:pt x="7996" y="1535"/>
                    </a:cubicBezTo>
                    <a:cubicBezTo>
                      <a:pt x="7475" y="324"/>
                      <a:pt x="5309" y="-299"/>
                      <a:pt x="3166" y="1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5" name="Freeform: Shape 184">
                <a:extLst>
                  <a:ext uri="{FF2B5EF4-FFF2-40B4-BE49-F238E27FC236}">
                    <a16:creationId xmlns:a16="http://schemas.microsoft.com/office/drawing/2014/main" id="{E9948AFD-0A25-3C72-B2C9-12706FCA9AFC}"/>
                  </a:ext>
                </a:extLst>
              </p:cNvPr>
              <p:cNvSpPr/>
              <p:nvPr/>
            </p:nvSpPr>
            <p:spPr>
              <a:xfrm>
                <a:off x="8071040" y="5604990"/>
                <a:ext cx="8368" cy="3283"/>
              </a:xfrm>
              <a:custGeom>
                <a:avLst/>
                <a:gdLst>
                  <a:gd name="connsiteX0" fmla="*/ 3249 w 8368"/>
                  <a:gd name="connsiteY0" fmla="*/ 162 h 3283"/>
                  <a:gd name="connsiteX1" fmla="*/ 8346 w 8368"/>
                  <a:gd name="connsiteY1" fmla="*/ 939 h 3283"/>
                  <a:gd name="connsiteX2" fmla="*/ 3249 w 8368"/>
                  <a:gd name="connsiteY2" fmla="*/ 162 h 3283"/>
                </a:gdLst>
                <a:ahLst/>
                <a:cxnLst>
                  <a:cxn ang="0">
                    <a:pos x="connsiteX0" y="connsiteY0"/>
                  </a:cxn>
                  <a:cxn ang="0">
                    <a:pos x="connsiteX1" y="connsiteY1"/>
                  </a:cxn>
                  <a:cxn ang="0">
                    <a:pos x="connsiteX2" y="connsiteY2"/>
                  </a:cxn>
                </a:cxnLst>
                <a:rect l="l" t="t" r="r" b="b"/>
                <a:pathLst>
                  <a:path w="8368" h="3283">
                    <a:moveTo>
                      <a:pt x="3249" y="162"/>
                    </a:moveTo>
                    <a:cubicBezTo>
                      <a:pt x="-6559" y="2831"/>
                      <a:pt x="9032" y="5220"/>
                      <a:pt x="8346" y="939"/>
                    </a:cubicBezTo>
                    <a:cubicBezTo>
                      <a:pt x="7775" y="105"/>
                      <a:pt x="5494" y="-227"/>
                      <a:pt x="3249" y="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6" name="Freeform: Shape 185">
                <a:extLst>
                  <a:ext uri="{FF2B5EF4-FFF2-40B4-BE49-F238E27FC236}">
                    <a16:creationId xmlns:a16="http://schemas.microsoft.com/office/drawing/2014/main" id="{3DD1D18A-5B95-D6FE-5DEE-009BBA77CA49}"/>
                  </a:ext>
                </a:extLst>
              </p:cNvPr>
              <p:cNvSpPr/>
              <p:nvPr/>
            </p:nvSpPr>
            <p:spPr>
              <a:xfrm>
                <a:off x="8010067" y="5530492"/>
                <a:ext cx="8175" cy="3376"/>
              </a:xfrm>
              <a:custGeom>
                <a:avLst/>
                <a:gdLst>
                  <a:gd name="connsiteX0" fmla="*/ 3203 w 8175"/>
                  <a:gd name="connsiteY0" fmla="*/ 147 h 3376"/>
                  <a:gd name="connsiteX1" fmla="*/ 8158 w 8175"/>
                  <a:gd name="connsiteY1" fmla="*/ 1022 h 3376"/>
                  <a:gd name="connsiteX2" fmla="*/ 3203 w 8175"/>
                  <a:gd name="connsiteY2" fmla="*/ 147 h 3376"/>
                </a:gdLst>
                <a:ahLst/>
                <a:cxnLst>
                  <a:cxn ang="0">
                    <a:pos x="connsiteX0" y="connsiteY0"/>
                  </a:cxn>
                  <a:cxn ang="0">
                    <a:pos x="connsiteX1" y="connsiteY1"/>
                  </a:cxn>
                  <a:cxn ang="0">
                    <a:pos x="connsiteX2" y="connsiteY2"/>
                  </a:cxn>
                </a:cxnLst>
                <a:rect l="l" t="t" r="r" b="b"/>
                <a:pathLst>
                  <a:path w="8175" h="3376">
                    <a:moveTo>
                      <a:pt x="3203" y="147"/>
                    </a:moveTo>
                    <a:cubicBezTo>
                      <a:pt x="-6421" y="2839"/>
                      <a:pt x="8770" y="5388"/>
                      <a:pt x="8158" y="1022"/>
                    </a:cubicBezTo>
                    <a:cubicBezTo>
                      <a:pt x="7615" y="153"/>
                      <a:pt x="5397" y="-236"/>
                      <a:pt x="3203" y="1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7" name="Freeform: Shape 186">
                <a:extLst>
                  <a:ext uri="{FF2B5EF4-FFF2-40B4-BE49-F238E27FC236}">
                    <a16:creationId xmlns:a16="http://schemas.microsoft.com/office/drawing/2014/main" id="{2E5B36ED-EF71-E874-4D77-C6327773AF36}"/>
                  </a:ext>
                </a:extLst>
              </p:cNvPr>
              <p:cNvSpPr/>
              <p:nvPr/>
            </p:nvSpPr>
            <p:spPr>
              <a:xfrm>
                <a:off x="7842739" y="5129501"/>
                <a:ext cx="7496" cy="5108"/>
              </a:xfrm>
              <a:custGeom>
                <a:avLst/>
                <a:gdLst>
                  <a:gd name="connsiteX0" fmla="*/ 2881 w 7496"/>
                  <a:gd name="connsiteY0" fmla="*/ 317 h 5108"/>
                  <a:gd name="connsiteX1" fmla="*/ 4612 w 7496"/>
                  <a:gd name="connsiteY1" fmla="*/ 4803 h 5108"/>
                  <a:gd name="connsiteX2" fmla="*/ 2881 w 7496"/>
                  <a:gd name="connsiteY2" fmla="*/ 317 h 5108"/>
                </a:gdLst>
                <a:ahLst/>
                <a:cxnLst>
                  <a:cxn ang="0">
                    <a:pos x="connsiteX0" y="connsiteY0"/>
                  </a:cxn>
                  <a:cxn ang="0">
                    <a:pos x="connsiteX1" y="connsiteY1"/>
                  </a:cxn>
                  <a:cxn ang="0">
                    <a:pos x="connsiteX2" y="connsiteY2"/>
                  </a:cxn>
                </a:cxnLst>
                <a:rect l="l" t="t" r="r" b="b"/>
                <a:pathLst>
                  <a:path w="7496" h="5108">
                    <a:moveTo>
                      <a:pt x="2881" y="317"/>
                    </a:moveTo>
                    <a:cubicBezTo>
                      <a:pt x="-2120" y="1854"/>
                      <a:pt x="-5" y="6306"/>
                      <a:pt x="4612" y="4803"/>
                    </a:cubicBezTo>
                    <a:cubicBezTo>
                      <a:pt x="9602" y="3254"/>
                      <a:pt x="7527" y="-1221"/>
                      <a:pt x="2881"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8" name="Freeform: Shape 187">
                <a:extLst>
                  <a:ext uri="{FF2B5EF4-FFF2-40B4-BE49-F238E27FC236}">
                    <a16:creationId xmlns:a16="http://schemas.microsoft.com/office/drawing/2014/main" id="{095955DD-98A7-E521-C5D4-F4BD0A6BDDA3}"/>
                  </a:ext>
                </a:extLst>
              </p:cNvPr>
              <p:cNvSpPr/>
              <p:nvPr/>
            </p:nvSpPr>
            <p:spPr>
              <a:xfrm>
                <a:off x="7791268" y="5009375"/>
                <a:ext cx="7512" cy="4033"/>
              </a:xfrm>
              <a:custGeom>
                <a:avLst/>
                <a:gdLst>
                  <a:gd name="connsiteX0" fmla="*/ 3003 w 7512"/>
                  <a:gd name="connsiteY0" fmla="*/ 428 h 4033"/>
                  <a:gd name="connsiteX1" fmla="*/ 7489 w 7512"/>
                  <a:gd name="connsiteY1" fmla="*/ 822 h 4033"/>
                  <a:gd name="connsiteX2" fmla="*/ 3003 w 7512"/>
                  <a:gd name="connsiteY2" fmla="*/ 428 h 4033"/>
                </a:gdLst>
                <a:ahLst/>
                <a:cxnLst>
                  <a:cxn ang="0">
                    <a:pos x="connsiteX0" y="connsiteY0"/>
                  </a:cxn>
                  <a:cxn ang="0">
                    <a:pos x="connsiteX1" y="connsiteY1"/>
                  </a:cxn>
                  <a:cxn ang="0">
                    <a:pos x="connsiteX2" y="connsiteY2"/>
                  </a:cxn>
                </a:cxnLst>
                <a:rect l="l" t="t" r="r" b="b"/>
                <a:pathLst>
                  <a:path w="7512" h="4033">
                    <a:moveTo>
                      <a:pt x="3003" y="428"/>
                    </a:moveTo>
                    <a:cubicBezTo>
                      <a:pt x="-5992" y="4645"/>
                      <a:pt x="8152" y="5640"/>
                      <a:pt x="7489" y="822"/>
                    </a:cubicBezTo>
                    <a:cubicBezTo>
                      <a:pt x="7027" y="-98"/>
                      <a:pt x="5020" y="-269"/>
                      <a:pt x="3003" y="4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89" name="Freeform: Shape 188">
                <a:extLst>
                  <a:ext uri="{FF2B5EF4-FFF2-40B4-BE49-F238E27FC236}">
                    <a16:creationId xmlns:a16="http://schemas.microsoft.com/office/drawing/2014/main" id="{A3D6D7E1-CCBE-BDED-FDB1-2A229AFD18CC}"/>
                  </a:ext>
                </a:extLst>
              </p:cNvPr>
              <p:cNvSpPr/>
              <p:nvPr/>
            </p:nvSpPr>
            <p:spPr>
              <a:xfrm>
                <a:off x="7896209" y="5272434"/>
                <a:ext cx="7672" cy="5280"/>
              </a:xfrm>
              <a:custGeom>
                <a:avLst/>
                <a:gdLst>
                  <a:gd name="connsiteX0" fmla="*/ 2932 w 7672"/>
                  <a:gd name="connsiteY0" fmla="*/ 230 h 5280"/>
                  <a:gd name="connsiteX1" fmla="*/ 4738 w 7672"/>
                  <a:gd name="connsiteY1" fmla="*/ 5059 h 5280"/>
                  <a:gd name="connsiteX2" fmla="*/ 2932 w 7672"/>
                  <a:gd name="connsiteY2" fmla="*/ 230 h 5280"/>
                </a:gdLst>
                <a:ahLst/>
                <a:cxnLst>
                  <a:cxn ang="0">
                    <a:pos x="connsiteX0" y="connsiteY0"/>
                  </a:cxn>
                  <a:cxn ang="0">
                    <a:pos x="connsiteX1" y="connsiteY1"/>
                  </a:cxn>
                  <a:cxn ang="0">
                    <a:pos x="connsiteX2" y="connsiteY2"/>
                  </a:cxn>
                </a:cxnLst>
                <a:rect l="l" t="t" r="r" b="b"/>
                <a:pathLst>
                  <a:path w="7672" h="5280">
                    <a:moveTo>
                      <a:pt x="2932" y="230"/>
                    </a:moveTo>
                    <a:cubicBezTo>
                      <a:pt x="-2252" y="1590"/>
                      <a:pt x="126" y="6356"/>
                      <a:pt x="4738" y="5059"/>
                    </a:cubicBezTo>
                    <a:cubicBezTo>
                      <a:pt x="9916" y="3687"/>
                      <a:pt x="7561" y="-1096"/>
                      <a:pt x="2932"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0" name="Freeform: Shape 189">
                <a:extLst>
                  <a:ext uri="{FF2B5EF4-FFF2-40B4-BE49-F238E27FC236}">
                    <a16:creationId xmlns:a16="http://schemas.microsoft.com/office/drawing/2014/main" id="{28EC8B42-2BA3-52B2-0CC8-B6E577F4CE16}"/>
                  </a:ext>
                </a:extLst>
              </p:cNvPr>
              <p:cNvSpPr/>
              <p:nvPr/>
            </p:nvSpPr>
            <p:spPr>
              <a:xfrm>
                <a:off x="8345495" y="6164964"/>
                <a:ext cx="9234" cy="2842"/>
              </a:xfrm>
              <a:custGeom>
                <a:avLst/>
                <a:gdLst>
                  <a:gd name="connsiteX0" fmla="*/ 3502 w 9234"/>
                  <a:gd name="connsiteY0" fmla="*/ 87 h 2842"/>
                  <a:gd name="connsiteX1" fmla="*/ 9212 w 9234"/>
                  <a:gd name="connsiteY1" fmla="*/ 938 h 2842"/>
                  <a:gd name="connsiteX2" fmla="*/ 3502 w 9234"/>
                  <a:gd name="connsiteY2" fmla="*/ 87 h 2842"/>
                </a:gdLst>
                <a:ahLst/>
                <a:cxnLst>
                  <a:cxn ang="0">
                    <a:pos x="connsiteX0" y="connsiteY0"/>
                  </a:cxn>
                  <a:cxn ang="0">
                    <a:pos x="connsiteX1" y="connsiteY1"/>
                  </a:cxn>
                  <a:cxn ang="0">
                    <a:pos x="connsiteX2" y="connsiteY2"/>
                  </a:cxn>
                </a:cxnLst>
                <a:rect l="l" t="t" r="r" b="b"/>
                <a:pathLst>
                  <a:path w="9234" h="2842">
                    <a:moveTo>
                      <a:pt x="3502" y="87"/>
                    </a:moveTo>
                    <a:cubicBezTo>
                      <a:pt x="-7139" y="2052"/>
                      <a:pt x="9932" y="4704"/>
                      <a:pt x="9212" y="938"/>
                    </a:cubicBezTo>
                    <a:cubicBezTo>
                      <a:pt x="8532" y="195"/>
                      <a:pt x="5977" y="-182"/>
                      <a:pt x="3502" y="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1" name="Freeform: Shape 190">
                <a:extLst>
                  <a:ext uri="{FF2B5EF4-FFF2-40B4-BE49-F238E27FC236}">
                    <a16:creationId xmlns:a16="http://schemas.microsoft.com/office/drawing/2014/main" id="{6B04AAE8-5446-2E19-4752-4A6CDE92C7A8}"/>
                  </a:ext>
                </a:extLst>
              </p:cNvPr>
              <p:cNvSpPr/>
              <p:nvPr/>
            </p:nvSpPr>
            <p:spPr>
              <a:xfrm>
                <a:off x="8421689" y="6251226"/>
                <a:ext cx="9438" cy="2759"/>
              </a:xfrm>
              <a:custGeom>
                <a:avLst/>
                <a:gdLst>
                  <a:gd name="connsiteX0" fmla="*/ 3546 w 9438"/>
                  <a:gd name="connsiteY0" fmla="*/ 1 h 2759"/>
                  <a:gd name="connsiteX1" fmla="*/ 9421 w 9438"/>
                  <a:gd name="connsiteY1" fmla="*/ 1321 h 2759"/>
                  <a:gd name="connsiteX2" fmla="*/ 3546 w 9438"/>
                  <a:gd name="connsiteY2" fmla="*/ 1 h 2759"/>
                </a:gdLst>
                <a:ahLst/>
                <a:cxnLst>
                  <a:cxn ang="0">
                    <a:pos x="connsiteX0" y="connsiteY0"/>
                  </a:cxn>
                  <a:cxn ang="0">
                    <a:pos x="connsiteX1" y="connsiteY1"/>
                  </a:cxn>
                  <a:cxn ang="0">
                    <a:pos x="connsiteX2" y="connsiteY2"/>
                  </a:cxn>
                </a:cxnLst>
                <a:rect l="l" t="t" r="r" b="b"/>
                <a:pathLst>
                  <a:path w="9438" h="2759">
                    <a:moveTo>
                      <a:pt x="3546" y="1"/>
                    </a:moveTo>
                    <a:cubicBezTo>
                      <a:pt x="-7232" y="841"/>
                      <a:pt x="10056" y="4870"/>
                      <a:pt x="9421" y="1321"/>
                    </a:cubicBezTo>
                    <a:cubicBezTo>
                      <a:pt x="8701" y="566"/>
                      <a:pt x="6078" y="-22"/>
                      <a:pt x="354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2" name="Freeform: Shape 191">
                <a:extLst>
                  <a:ext uri="{FF2B5EF4-FFF2-40B4-BE49-F238E27FC236}">
                    <a16:creationId xmlns:a16="http://schemas.microsoft.com/office/drawing/2014/main" id="{490B7D32-D822-E79E-1270-79359756F6F1}"/>
                  </a:ext>
                </a:extLst>
              </p:cNvPr>
              <p:cNvSpPr/>
              <p:nvPr/>
            </p:nvSpPr>
            <p:spPr>
              <a:xfrm>
                <a:off x="8272654" y="6086511"/>
                <a:ext cx="8949" cy="4039"/>
              </a:xfrm>
              <a:custGeom>
                <a:avLst/>
                <a:gdLst>
                  <a:gd name="connsiteX0" fmla="*/ 3283 w 8949"/>
                  <a:gd name="connsiteY0" fmla="*/ 130 h 4039"/>
                  <a:gd name="connsiteX1" fmla="*/ 5666 w 8949"/>
                  <a:gd name="connsiteY1" fmla="*/ 3907 h 4039"/>
                  <a:gd name="connsiteX2" fmla="*/ 3283 w 8949"/>
                  <a:gd name="connsiteY2" fmla="*/ 130 h 4039"/>
                </a:gdLst>
                <a:ahLst/>
                <a:cxnLst>
                  <a:cxn ang="0">
                    <a:pos x="connsiteX0" y="connsiteY0"/>
                  </a:cxn>
                  <a:cxn ang="0">
                    <a:pos x="connsiteX1" y="connsiteY1"/>
                  </a:cxn>
                  <a:cxn ang="0">
                    <a:pos x="connsiteX2" y="connsiteY2"/>
                  </a:cxn>
                </a:cxnLst>
                <a:rect l="l" t="t" r="r" b="b"/>
                <a:pathLst>
                  <a:path w="8949" h="4039">
                    <a:moveTo>
                      <a:pt x="3283" y="130"/>
                    </a:moveTo>
                    <a:cubicBezTo>
                      <a:pt x="-3215" y="1244"/>
                      <a:pt x="1197" y="4764"/>
                      <a:pt x="5666" y="3907"/>
                    </a:cubicBezTo>
                    <a:cubicBezTo>
                      <a:pt x="12175" y="2810"/>
                      <a:pt x="7735" y="-716"/>
                      <a:pt x="3283"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3" name="Freeform: Shape 192">
                <a:extLst>
                  <a:ext uri="{FF2B5EF4-FFF2-40B4-BE49-F238E27FC236}">
                    <a16:creationId xmlns:a16="http://schemas.microsoft.com/office/drawing/2014/main" id="{F8E98BBC-1586-04AE-7C26-90E32332D021}"/>
                  </a:ext>
                </a:extLst>
              </p:cNvPr>
              <p:cNvSpPr/>
              <p:nvPr/>
            </p:nvSpPr>
            <p:spPr>
              <a:xfrm>
                <a:off x="8202146" y="5930024"/>
                <a:ext cx="8864" cy="6152"/>
              </a:xfrm>
              <a:custGeom>
                <a:avLst/>
                <a:gdLst>
                  <a:gd name="connsiteX0" fmla="*/ 3422 w 8864"/>
                  <a:gd name="connsiteY0" fmla="*/ 59 h 6152"/>
                  <a:gd name="connsiteX1" fmla="*/ 8829 w 8864"/>
                  <a:gd name="connsiteY1" fmla="*/ 2494 h 6152"/>
                  <a:gd name="connsiteX2" fmla="*/ 3422 w 8864"/>
                  <a:gd name="connsiteY2" fmla="*/ 59 h 6152"/>
                </a:gdLst>
                <a:ahLst/>
                <a:cxnLst>
                  <a:cxn ang="0">
                    <a:pos x="connsiteX0" y="connsiteY0"/>
                  </a:cxn>
                  <a:cxn ang="0">
                    <a:pos x="connsiteX1" y="connsiteY1"/>
                  </a:cxn>
                  <a:cxn ang="0">
                    <a:pos x="connsiteX2" y="connsiteY2"/>
                  </a:cxn>
                </a:cxnLst>
                <a:rect l="l" t="t" r="r" b="b"/>
                <a:pathLst>
                  <a:path w="8864" h="6152">
                    <a:moveTo>
                      <a:pt x="3422" y="59"/>
                    </a:moveTo>
                    <a:cubicBezTo>
                      <a:pt x="-6979" y="3191"/>
                      <a:pt x="9732" y="10580"/>
                      <a:pt x="8829" y="2494"/>
                    </a:cubicBezTo>
                    <a:cubicBezTo>
                      <a:pt x="8200" y="819"/>
                      <a:pt x="5777" y="-272"/>
                      <a:pt x="3422" y="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4" name="Freeform: Shape 193">
                <a:extLst>
                  <a:ext uri="{FF2B5EF4-FFF2-40B4-BE49-F238E27FC236}">
                    <a16:creationId xmlns:a16="http://schemas.microsoft.com/office/drawing/2014/main" id="{0C276C8A-541A-BC09-4691-F1B25B0D738A}"/>
                  </a:ext>
                </a:extLst>
              </p:cNvPr>
              <p:cNvSpPr/>
              <p:nvPr/>
            </p:nvSpPr>
            <p:spPr>
              <a:xfrm>
                <a:off x="9781341" y="7526146"/>
                <a:ext cx="13607" cy="5189"/>
              </a:xfrm>
              <a:custGeom>
                <a:avLst/>
                <a:gdLst>
                  <a:gd name="connsiteX0" fmla="*/ 4087 w 13607"/>
                  <a:gd name="connsiteY0" fmla="*/ 0 h 5189"/>
                  <a:gd name="connsiteX1" fmla="*/ 13328 w 13607"/>
                  <a:gd name="connsiteY1" fmla="*/ 4303 h 5189"/>
                  <a:gd name="connsiteX2" fmla="*/ 4087 w 13607"/>
                  <a:gd name="connsiteY2" fmla="*/ 0 h 5189"/>
                </a:gdLst>
                <a:ahLst/>
                <a:cxnLst>
                  <a:cxn ang="0">
                    <a:pos x="connsiteX0" y="connsiteY0"/>
                  </a:cxn>
                  <a:cxn ang="0">
                    <a:pos x="connsiteX1" y="connsiteY1"/>
                  </a:cxn>
                  <a:cxn ang="0">
                    <a:pos x="connsiteX2" y="connsiteY2"/>
                  </a:cxn>
                </a:cxnLst>
                <a:rect l="l" t="t" r="r" b="b"/>
                <a:pathLst>
                  <a:path w="13607" h="5189">
                    <a:moveTo>
                      <a:pt x="4087" y="0"/>
                    </a:moveTo>
                    <a:cubicBezTo>
                      <a:pt x="-7823" y="1234"/>
                      <a:pt x="9728" y="7470"/>
                      <a:pt x="13328" y="4303"/>
                    </a:cubicBezTo>
                    <a:cubicBezTo>
                      <a:pt x="15266" y="920"/>
                      <a:pt x="6591" y="91"/>
                      <a:pt x="408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5" name="Freeform: Shape 194">
                <a:extLst>
                  <a:ext uri="{FF2B5EF4-FFF2-40B4-BE49-F238E27FC236}">
                    <a16:creationId xmlns:a16="http://schemas.microsoft.com/office/drawing/2014/main" id="{A22538BB-06CD-1546-C422-6BA611C3062C}"/>
                  </a:ext>
                </a:extLst>
              </p:cNvPr>
              <p:cNvSpPr/>
              <p:nvPr/>
            </p:nvSpPr>
            <p:spPr>
              <a:xfrm>
                <a:off x="7546629" y="4965580"/>
                <a:ext cx="7011" cy="1918"/>
              </a:xfrm>
              <a:custGeom>
                <a:avLst/>
                <a:gdLst>
                  <a:gd name="connsiteX0" fmla="*/ 2703 w 7011"/>
                  <a:gd name="connsiteY0" fmla="*/ 0 h 1918"/>
                  <a:gd name="connsiteX1" fmla="*/ 7012 w 7011"/>
                  <a:gd name="connsiteY1" fmla="*/ 874 h 1918"/>
                  <a:gd name="connsiteX2" fmla="*/ 2703 w 7011"/>
                  <a:gd name="connsiteY2" fmla="*/ 0 h 1918"/>
                </a:gdLst>
                <a:ahLst/>
                <a:cxnLst>
                  <a:cxn ang="0">
                    <a:pos x="connsiteX0" y="connsiteY0"/>
                  </a:cxn>
                  <a:cxn ang="0">
                    <a:pos x="connsiteX1" y="connsiteY1"/>
                  </a:cxn>
                  <a:cxn ang="0">
                    <a:pos x="connsiteX2" y="connsiteY2"/>
                  </a:cxn>
                </a:cxnLst>
                <a:rect l="l" t="t" r="r" b="b"/>
                <a:pathLst>
                  <a:path w="7011" h="1918">
                    <a:moveTo>
                      <a:pt x="2703" y="0"/>
                    </a:moveTo>
                    <a:cubicBezTo>
                      <a:pt x="-5007" y="383"/>
                      <a:pt x="6137" y="3504"/>
                      <a:pt x="7012" y="874"/>
                    </a:cubicBezTo>
                    <a:cubicBezTo>
                      <a:pt x="6155" y="132"/>
                      <a:pt x="4051" y="23"/>
                      <a:pt x="270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6" name="Freeform: Shape 195">
                <a:extLst>
                  <a:ext uri="{FF2B5EF4-FFF2-40B4-BE49-F238E27FC236}">
                    <a16:creationId xmlns:a16="http://schemas.microsoft.com/office/drawing/2014/main" id="{DC4C04D2-B91B-E76E-7AF5-8D9CAA76260B}"/>
                  </a:ext>
                </a:extLst>
              </p:cNvPr>
              <p:cNvSpPr/>
              <p:nvPr/>
            </p:nvSpPr>
            <p:spPr>
              <a:xfrm>
                <a:off x="8685196" y="6770800"/>
                <a:ext cx="11035" cy="3640"/>
              </a:xfrm>
              <a:custGeom>
                <a:avLst/>
                <a:gdLst>
                  <a:gd name="connsiteX0" fmla="*/ 4004 w 11035"/>
                  <a:gd name="connsiteY0" fmla="*/ 17 h 3640"/>
                  <a:gd name="connsiteX1" fmla="*/ 11005 w 11035"/>
                  <a:gd name="connsiteY1" fmla="*/ 2240 h 3640"/>
                  <a:gd name="connsiteX2" fmla="*/ 4004 w 11035"/>
                  <a:gd name="connsiteY2" fmla="*/ 17 h 3640"/>
                </a:gdLst>
                <a:ahLst/>
                <a:cxnLst>
                  <a:cxn ang="0">
                    <a:pos x="connsiteX0" y="connsiteY0"/>
                  </a:cxn>
                  <a:cxn ang="0">
                    <a:pos x="connsiteX1" y="connsiteY1"/>
                  </a:cxn>
                  <a:cxn ang="0">
                    <a:pos x="connsiteX2" y="connsiteY2"/>
                  </a:cxn>
                </a:cxnLst>
                <a:rect l="l" t="t" r="r" b="b"/>
                <a:pathLst>
                  <a:path w="11035" h="3640">
                    <a:moveTo>
                      <a:pt x="4004" y="17"/>
                    </a:moveTo>
                    <a:cubicBezTo>
                      <a:pt x="-8358" y="-383"/>
                      <a:pt x="11937" y="6509"/>
                      <a:pt x="11005" y="2240"/>
                    </a:cubicBezTo>
                    <a:cubicBezTo>
                      <a:pt x="10079" y="1286"/>
                      <a:pt x="6942" y="303"/>
                      <a:pt x="400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7" name="Freeform: Shape 196">
                <a:extLst>
                  <a:ext uri="{FF2B5EF4-FFF2-40B4-BE49-F238E27FC236}">
                    <a16:creationId xmlns:a16="http://schemas.microsoft.com/office/drawing/2014/main" id="{9D9737E1-0D02-F049-FD98-4A82E05D09AC}"/>
                  </a:ext>
                </a:extLst>
              </p:cNvPr>
              <p:cNvSpPr/>
              <p:nvPr/>
            </p:nvSpPr>
            <p:spPr>
              <a:xfrm>
                <a:off x="8789187" y="6876336"/>
                <a:ext cx="11397" cy="3780"/>
              </a:xfrm>
              <a:custGeom>
                <a:avLst/>
                <a:gdLst>
                  <a:gd name="connsiteX0" fmla="*/ 4088 w 11397"/>
                  <a:gd name="connsiteY0" fmla="*/ 20 h 3780"/>
                  <a:gd name="connsiteX1" fmla="*/ 11358 w 11397"/>
                  <a:gd name="connsiteY1" fmla="*/ 2340 h 3780"/>
                  <a:gd name="connsiteX2" fmla="*/ 4088 w 11397"/>
                  <a:gd name="connsiteY2" fmla="*/ 20 h 3780"/>
                </a:gdLst>
                <a:ahLst/>
                <a:cxnLst>
                  <a:cxn ang="0">
                    <a:pos x="connsiteX0" y="connsiteY0"/>
                  </a:cxn>
                  <a:cxn ang="0">
                    <a:pos x="connsiteX1" y="connsiteY1"/>
                  </a:cxn>
                  <a:cxn ang="0">
                    <a:pos x="connsiteX2" y="connsiteY2"/>
                  </a:cxn>
                </a:cxnLst>
                <a:rect l="l" t="t" r="r" b="b"/>
                <a:pathLst>
                  <a:path w="11397" h="3780">
                    <a:moveTo>
                      <a:pt x="4088" y="20"/>
                    </a:moveTo>
                    <a:cubicBezTo>
                      <a:pt x="-8611" y="-426"/>
                      <a:pt x="12427" y="6752"/>
                      <a:pt x="11358" y="2340"/>
                    </a:cubicBezTo>
                    <a:cubicBezTo>
                      <a:pt x="10375" y="1346"/>
                      <a:pt x="7117" y="317"/>
                      <a:pt x="408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8" name="Freeform: Shape 197">
                <a:extLst>
                  <a:ext uri="{FF2B5EF4-FFF2-40B4-BE49-F238E27FC236}">
                    <a16:creationId xmlns:a16="http://schemas.microsoft.com/office/drawing/2014/main" id="{4B5C925D-EB66-E3E9-AAEF-D0864B14F90C}"/>
                  </a:ext>
                </a:extLst>
              </p:cNvPr>
              <p:cNvSpPr/>
              <p:nvPr/>
            </p:nvSpPr>
            <p:spPr>
              <a:xfrm>
                <a:off x="8587234" y="6670269"/>
                <a:ext cx="10692" cy="3384"/>
              </a:xfrm>
              <a:custGeom>
                <a:avLst/>
                <a:gdLst>
                  <a:gd name="connsiteX0" fmla="*/ 3914 w 10692"/>
                  <a:gd name="connsiteY0" fmla="*/ 27 h 3384"/>
                  <a:gd name="connsiteX1" fmla="*/ 10669 w 10692"/>
                  <a:gd name="connsiteY1" fmla="*/ 2131 h 3384"/>
                  <a:gd name="connsiteX2" fmla="*/ 3914 w 10692"/>
                  <a:gd name="connsiteY2" fmla="*/ 27 h 3384"/>
                </a:gdLst>
                <a:ahLst/>
                <a:cxnLst>
                  <a:cxn ang="0">
                    <a:pos x="connsiteX0" y="connsiteY0"/>
                  </a:cxn>
                  <a:cxn ang="0">
                    <a:pos x="connsiteX1" y="connsiteY1"/>
                  </a:cxn>
                  <a:cxn ang="0">
                    <a:pos x="connsiteX2" y="connsiteY2"/>
                  </a:cxn>
                </a:cxnLst>
                <a:rect l="l" t="t" r="r" b="b"/>
                <a:pathLst>
                  <a:path w="10692" h="3384">
                    <a:moveTo>
                      <a:pt x="3914" y="27"/>
                    </a:moveTo>
                    <a:cubicBezTo>
                      <a:pt x="-8105" y="-470"/>
                      <a:pt x="11469" y="6034"/>
                      <a:pt x="10669" y="2131"/>
                    </a:cubicBezTo>
                    <a:cubicBezTo>
                      <a:pt x="9795" y="1250"/>
                      <a:pt x="6771" y="319"/>
                      <a:pt x="3914"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199" name="Freeform: Shape 198">
                <a:extLst>
                  <a:ext uri="{FF2B5EF4-FFF2-40B4-BE49-F238E27FC236}">
                    <a16:creationId xmlns:a16="http://schemas.microsoft.com/office/drawing/2014/main" id="{D2CE9405-9BC7-B5C0-1CEA-3925B56C00A5}"/>
                  </a:ext>
                </a:extLst>
              </p:cNvPr>
              <p:cNvSpPr/>
              <p:nvPr/>
            </p:nvSpPr>
            <p:spPr>
              <a:xfrm>
                <a:off x="8406860" y="6489999"/>
                <a:ext cx="10162" cy="2881"/>
              </a:xfrm>
              <a:custGeom>
                <a:avLst/>
                <a:gdLst>
                  <a:gd name="connsiteX0" fmla="*/ 3802 w 10162"/>
                  <a:gd name="connsiteY0" fmla="*/ 0 h 2881"/>
                  <a:gd name="connsiteX1" fmla="*/ 10146 w 10162"/>
                  <a:gd name="connsiteY1" fmla="*/ 1543 h 2881"/>
                  <a:gd name="connsiteX2" fmla="*/ 3802 w 10162"/>
                  <a:gd name="connsiteY2" fmla="*/ 0 h 2881"/>
                </a:gdLst>
                <a:ahLst/>
                <a:cxnLst>
                  <a:cxn ang="0">
                    <a:pos x="connsiteX0" y="connsiteY0"/>
                  </a:cxn>
                  <a:cxn ang="0">
                    <a:pos x="connsiteX1" y="connsiteY1"/>
                  </a:cxn>
                  <a:cxn ang="0">
                    <a:pos x="connsiteX2" y="connsiteY2"/>
                  </a:cxn>
                </a:cxnLst>
                <a:rect l="l" t="t" r="r" b="b"/>
                <a:pathLst>
                  <a:path w="10162" h="2881">
                    <a:moveTo>
                      <a:pt x="3802" y="0"/>
                    </a:moveTo>
                    <a:cubicBezTo>
                      <a:pt x="-7759" y="366"/>
                      <a:pt x="10797" y="5149"/>
                      <a:pt x="10146" y="1543"/>
                    </a:cubicBezTo>
                    <a:cubicBezTo>
                      <a:pt x="9363" y="765"/>
                      <a:pt x="6522" y="80"/>
                      <a:pt x="38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0" name="Freeform: Shape 199">
                <a:extLst>
                  <a:ext uri="{FF2B5EF4-FFF2-40B4-BE49-F238E27FC236}">
                    <a16:creationId xmlns:a16="http://schemas.microsoft.com/office/drawing/2014/main" id="{848316B0-D5D3-27A1-DD55-6D5300416E72}"/>
                  </a:ext>
                </a:extLst>
              </p:cNvPr>
              <p:cNvSpPr/>
              <p:nvPr/>
            </p:nvSpPr>
            <p:spPr>
              <a:xfrm>
                <a:off x="8494544" y="6577201"/>
                <a:ext cx="10406" cy="3096"/>
              </a:xfrm>
              <a:custGeom>
                <a:avLst/>
                <a:gdLst>
                  <a:gd name="connsiteX0" fmla="*/ 3849 w 10406"/>
                  <a:gd name="connsiteY0" fmla="*/ 3 h 3096"/>
                  <a:gd name="connsiteX1" fmla="*/ 10386 w 10406"/>
                  <a:gd name="connsiteY1" fmla="*/ 1843 h 3096"/>
                  <a:gd name="connsiteX2" fmla="*/ 3849 w 10406"/>
                  <a:gd name="connsiteY2" fmla="*/ 3 h 3096"/>
                </a:gdLst>
                <a:ahLst/>
                <a:cxnLst>
                  <a:cxn ang="0">
                    <a:pos x="connsiteX0" y="connsiteY0"/>
                  </a:cxn>
                  <a:cxn ang="0">
                    <a:pos x="connsiteX1" y="connsiteY1"/>
                  </a:cxn>
                  <a:cxn ang="0">
                    <a:pos x="connsiteX2" y="connsiteY2"/>
                  </a:cxn>
                </a:cxnLst>
                <a:rect l="l" t="t" r="r" b="b"/>
                <a:pathLst>
                  <a:path w="10406" h="3096">
                    <a:moveTo>
                      <a:pt x="3849" y="3"/>
                    </a:moveTo>
                    <a:cubicBezTo>
                      <a:pt x="-7912" y="-151"/>
                      <a:pt x="11101" y="5547"/>
                      <a:pt x="10386" y="1843"/>
                    </a:cubicBezTo>
                    <a:cubicBezTo>
                      <a:pt x="9558" y="1021"/>
                      <a:pt x="6632" y="203"/>
                      <a:pt x="384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1" name="Freeform: Shape 200">
                <a:extLst>
                  <a:ext uri="{FF2B5EF4-FFF2-40B4-BE49-F238E27FC236}">
                    <a16:creationId xmlns:a16="http://schemas.microsoft.com/office/drawing/2014/main" id="{96C42E7A-D3D9-FD7B-18D6-06D678EAB285}"/>
                  </a:ext>
                </a:extLst>
              </p:cNvPr>
              <p:cNvSpPr/>
              <p:nvPr/>
            </p:nvSpPr>
            <p:spPr>
              <a:xfrm>
                <a:off x="8323944" y="6407143"/>
                <a:ext cx="9928" cy="2740"/>
              </a:xfrm>
              <a:custGeom>
                <a:avLst/>
                <a:gdLst>
                  <a:gd name="connsiteX0" fmla="*/ 3753 w 9928"/>
                  <a:gd name="connsiteY0" fmla="*/ 0 h 2740"/>
                  <a:gd name="connsiteX1" fmla="*/ 9914 w 9928"/>
                  <a:gd name="connsiteY1" fmla="*/ 1309 h 2740"/>
                  <a:gd name="connsiteX2" fmla="*/ 3753 w 9928"/>
                  <a:gd name="connsiteY2" fmla="*/ 0 h 2740"/>
                </a:gdLst>
                <a:ahLst/>
                <a:cxnLst>
                  <a:cxn ang="0">
                    <a:pos x="connsiteX0" y="connsiteY0"/>
                  </a:cxn>
                  <a:cxn ang="0">
                    <a:pos x="connsiteX1" y="connsiteY1"/>
                  </a:cxn>
                  <a:cxn ang="0">
                    <a:pos x="connsiteX2" y="connsiteY2"/>
                  </a:cxn>
                </a:cxnLst>
                <a:rect l="l" t="t" r="r" b="b"/>
                <a:pathLst>
                  <a:path w="9928" h="2740">
                    <a:moveTo>
                      <a:pt x="3753" y="0"/>
                    </a:moveTo>
                    <a:cubicBezTo>
                      <a:pt x="-7608" y="801"/>
                      <a:pt x="10503" y="4852"/>
                      <a:pt x="9914" y="1309"/>
                    </a:cubicBezTo>
                    <a:cubicBezTo>
                      <a:pt x="9171" y="561"/>
                      <a:pt x="6417" y="-16"/>
                      <a:pt x="375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2" name="Freeform: Shape 201">
                <a:extLst>
                  <a:ext uri="{FF2B5EF4-FFF2-40B4-BE49-F238E27FC236}">
                    <a16:creationId xmlns:a16="http://schemas.microsoft.com/office/drawing/2014/main" id="{C04ACD5B-1812-5A5E-6D50-A7ACA56B3A89}"/>
                  </a:ext>
                </a:extLst>
              </p:cNvPr>
              <p:cNvSpPr/>
              <p:nvPr/>
            </p:nvSpPr>
            <p:spPr>
              <a:xfrm>
                <a:off x="8899721" y="6989399"/>
                <a:ext cx="11828" cy="3900"/>
              </a:xfrm>
              <a:custGeom>
                <a:avLst/>
                <a:gdLst>
                  <a:gd name="connsiteX0" fmla="*/ 4031 w 11828"/>
                  <a:gd name="connsiteY0" fmla="*/ 11 h 3900"/>
                  <a:gd name="connsiteX1" fmla="*/ 7792 w 11828"/>
                  <a:gd name="connsiteY1" fmla="*/ 3892 h 3900"/>
                  <a:gd name="connsiteX2" fmla="*/ 4031 w 11828"/>
                  <a:gd name="connsiteY2" fmla="*/ 11 h 3900"/>
                </a:gdLst>
                <a:ahLst/>
                <a:cxnLst>
                  <a:cxn ang="0">
                    <a:pos x="connsiteX0" y="connsiteY0"/>
                  </a:cxn>
                  <a:cxn ang="0">
                    <a:pos x="connsiteX1" y="connsiteY1"/>
                  </a:cxn>
                  <a:cxn ang="0">
                    <a:pos x="connsiteX2" y="connsiteY2"/>
                  </a:cxn>
                </a:cxnLst>
                <a:rect l="l" t="t" r="r" b="b"/>
                <a:pathLst>
                  <a:path w="11828" h="3900">
                    <a:moveTo>
                      <a:pt x="4031" y="11"/>
                    </a:moveTo>
                    <a:cubicBezTo>
                      <a:pt x="-4941" y="-246"/>
                      <a:pt x="3215" y="3909"/>
                      <a:pt x="7792" y="3892"/>
                    </a:cubicBezTo>
                    <a:cubicBezTo>
                      <a:pt x="16770" y="4109"/>
                      <a:pt x="8621" y="-12"/>
                      <a:pt x="403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3" name="Freeform: Shape 202">
                <a:extLst>
                  <a:ext uri="{FF2B5EF4-FFF2-40B4-BE49-F238E27FC236}">
                    <a16:creationId xmlns:a16="http://schemas.microsoft.com/office/drawing/2014/main" id="{B94BD788-6018-E30D-84E1-C325801DC254}"/>
                  </a:ext>
                </a:extLst>
              </p:cNvPr>
              <p:cNvSpPr/>
              <p:nvPr/>
            </p:nvSpPr>
            <p:spPr>
              <a:xfrm>
                <a:off x="9142836" y="7241488"/>
                <a:ext cx="12831" cy="4496"/>
              </a:xfrm>
              <a:custGeom>
                <a:avLst/>
                <a:gdLst>
                  <a:gd name="connsiteX0" fmla="*/ 4267 w 12831"/>
                  <a:gd name="connsiteY0" fmla="*/ 28 h 4496"/>
                  <a:gd name="connsiteX1" fmla="*/ 8564 w 12831"/>
                  <a:gd name="connsiteY1" fmla="*/ 4469 h 4496"/>
                  <a:gd name="connsiteX2" fmla="*/ 4267 w 12831"/>
                  <a:gd name="connsiteY2" fmla="*/ 28 h 4496"/>
                </a:gdLst>
                <a:ahLst/>
                <a:cxnLst>
                  <a:cxn ang="0">
                    <a:pos x="connsiteX0" y="connsiteY0"/>
                  </a:cxn>
                  <a:cxn ang="0">
                    <a:pos x="connsiteX1" y="connsiteY1"/>
                  </a:cxn>
                  <a:cxn ang="0">
                    <a:pos x="connsiteX2" y="connsiteY2"/>
                  </a:cxn>
                </a:cxnLst>
                <a:rect l="l" t="t" r="r" b="b"/>
                <a:pathLst>
                  <a:path w="12831" h="4496">
                    <a:moveTo>
                      <a:pt x="4267" y="28"/>
                    </a:moveTo>
                    <a:cubicBezTo>
                      <a:pt x="-5312" y="514"/>
                      <a:pt x="3524" y="4886"/>
                      <a:pt x="8564" y="4469"/>
                    </a:cubicBezTo>
                    <a:cubicBezTo>
                      <a:pt x="18148" y="3954"/>
                      <a:pt x="9301" y="-389"/>
                      <a:pt x="4267"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4" name="Freeform: Shape 203">
                <a:extLst>
                  <a:ext uri="{FF2B5EF4-FFF2-40B4-BE49-F238E27FC236}">
                    <a16:creationId xmlns:a16="http://schemas.microsoft.com/office/drawing/2014/main" id="{244256E5-D103-8FB3-4AB1-10C09929C541}"/>
                  </a:ext>
                </a:extLst>
              </p:cNvPr>
              <p:cNvSpPr/>
              <p:nvPr/>
            </p:nvSpPr>
            <p:spPr>
              <a:xfrm>
                <a:off x="9277470" y="7379921"/>
                <a:ext cx="13374" cy="4798"/>
              </a:xfrm>
              <a:custGeom>
                <a:avLst/>
                <a:gdLst>
                  <a:gd name="connsiteX0" fmla="*/ 4381 w 13374"/>
                  <a:gd name="connsiteY0" fmla="*/ 47 h 4798"/>
                  <a:gd name="connsiteX1" fmla="*/ 8993 w 13374"/>
                  <a:gd name="connsiteY1" fmla="*/ 4751 h 4798"/>
                  <a:gd name="connsiteX2" fmla="*/ 4381 w 13374"/>
                  <a:gd name="connsiteY2" fmla="*/ 47 h 4798"/>
                </a:gdLst>
                <a:ahLst/>
                <a:cxnLst>
                  <a:cxn ang="0">
                    <a:pos x="connsiteX0" y="connsiteY0"/>
                  </a:cxn>
                  <a:cxn ang="0">
                    <a:pos x="connsiteX1" y="connsiteY1"/>
                  </a:cxn>
                  <a:cxn ang="0">
                    <a:pos x="connsiteX2" y="connsiteY2"/>
                  </a:cxn>
                </a:cxnLst>
                <a:rect l="l" t="t" r="r" b="b"/>
                <a:pathLst>
                  <a:path w="13374" h="4798">
                    <a:moveTo>
                      <a:pt x="4381" y="47"/>
                    </a:moveTo>
                    <a:cubicBezTo>
                      <a:pt x="-5541" y="784"/>
                      <a:pt x="3769" y="5311"/>
                      <a:pt x="8993" y="4751"/>
                    </a:cubicBezTo>
                    <a:cubicBezTo>
                      <a:pt x="18920" y="4008"/>
                      <a:pt x="9599" y="-508"/>
                      <a:pt x="4381"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5" name="Freeform: Shape 204">
                <a:extLst>
                  <a:ext uri="{FF2B5EF4-FFF2-40B4-BE49-F238E27FC236}">
                    <a16:creationId xmlns:a16="http://schemas.microsoft.com/office/drawing/2014/main" id="{E925F8D1-DD05-9860-7F35-6829632C68DE}"/>
                  </a:ext>
                </a:extLst>
              </p:cNvPr>
              <p:cNvSpPr/>
              <p:nvPr/>
            </p:nvSpPr>
            <p:spPr>
              <a:xfrm>
                <a:off x="9017231" y="7111224"/>
                <a:ext cx="12314" cy="4180"/>
              </a:xfrm>
              <a:custGeom>
                <a:avLst/>
                <a:gdLst>
                  <a:gd name="connsiteX0" fmla="*/ 4147 w 12314"/>
                  <a:gd name="connsiteY0" fmla="*/ 8 h 4180"/>
                  <a:gd name="connsiteX1" fmla="*/ 8165 w 12314"/>
                  <a:gd name="connsiteY1" fmla="*/ 4173 h 4180"/>
                  <a:gd name="connsiteX2" fmla="*/ 4147 w 12314"/>
                  <a:gd name="connsiteY2" fmla="*/ 8 h 4180"/>
                </a:gdLst>
                <a:ahLst/>
                <a:cxnLst>
                  <a:cxn ang="0">
                    <a:pos x="connsiteX0" y="connsiteY0"/>
                  </a:cxn>
                  <a:cxn ang="0">
                    <a:pos x="connsiteX1" y="connsiteY1"/>
                  </a:cxn>
                  <a:cxn ang="0">
                    <a:pos x="connsiteX2" y="connsiteY2"/>
                  </a:cxn>
                </a:cxnLst>
                <a:rect l="l" t="t" r="r" b="b"/>
                <a:pathLst>
                  <a:path w="12314" h="4180">
                    <a:moveTo>
                      <a:pt x="4147" y="8"/>
                    </a:moveTo>
                    <a:cubicBezTo>
                      <a:pt x="-5116" y="110"/>
                      <a:pt x="3353" y="4385"/>
                      <a:pt x="8165" y="4173"/>
                    </a:cubicBezTo>
                    <a:cubicBezTo>
                      <a:pt x="17434" y="4037"/>
                      <a:pt x="8960" y="-204"/>
                      <a:pt x="4147"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6" name="Freeform: Shape 205">
                <a:extLst>
                  <a:ext uri="{FF2B5EF4-FFF2-40B4-BE49-F238E27FC236}">
                    <a16:creationId xmlns:a16="http://schemas.microsoft.com/office/drawing/2014/main" id="{325D244C-5346-6465-D3E4-E1DA62EE51E3}"/>
                  </a:ext>
                </a:extLst>
              </p:cNvPr>
              <p:cNvSpPr/>
              <p:nvPr/>
            </p:nvSpPr>
            <p:spPr>
              <a:xfrm>
                <a:off x="7591373" y="5043613"/>
                <a:ext cx="7503" cy="3335"/>
              </a:xfrm>
              <a:custGeom>
                <a:avLst/>
                <a:gdLst>
                  <a:gd name="connsiteX0" fmla="*/ 3067 w 7503"/>
                  <a:gd name="connsiteY0" fmla="*/ 11 h 3335"/>
                  <a:gd name="connsiteX1" fmla="*/ 7502 w 7503"/>
                  <a:gd name="connsiteY1" fmla="*/ 1457 h 3335"/>
                  <a:gd name="connsiteX2" fmla="*/ 3067 w 7503"/>
                  <a:gd name="connsiteY2" fmla="*/ 11 h 3335"/>
                </a:gdLst>
                <a:ahLst/>
                <a:cxnLst>
                  <a:cxn ang="0">
                    <a:pos x="connsiteX0" y="connsiteY0"/>
                  </a:cxn>
                  <a:cxn ang="0">
                    <a:pos x="connsiteX1" y="connsiteY1"/>
                  </a:cxn>
                  <a:cxn ang="0">
                    <a:pos x="connsiteX2" y="connsiteY2"/>
                  </a:cxn>
                </a:cxnLst>
                <a:rect l="l" t="t" r="r" b="b"/>
                <a:pathLst>
                  <a:path w="7503" h="3335">
                    <a:moveTo>
                      <a:pt x="3067" y="11"/>
                    </a:moveTo>
                    <a:cubicBezTo>
                      <a:pt x="-5906" y="1423"/>
                      <a:pt x="7684" y="5812"/>
                      <a:pt x="7502" y="1457"/>
                    </a:cubicBezTo>
                    <a:cubicBezTo>
                      <a:pt x="7078" y="543"/>
                      <a:pt x="5090" y="-92"/>
                      <a:pt x="3067"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7" name="Freeform: Shape 206">
                <a:extLst>
                  <a:ext uri="{FF2B5EF4-FFF2-40B4-BE49-F238E27FC236}">
                    <a16:creationId xmlns:a16="http://schemas.microsoft.com/office/drawing/2014/main" id="{283AEF6B-DBD7-8FB1-01C2-882F5F98E31B}"/>
                  </a:ext>
                </a:extLst>
              </p:cNvPr>
              <p:cNvSpPr/>
              <p:nvPr/>
            </p:nvSpPr>
            <p:spPr>
              <a:xfrm>
                <a:off x="7740366" y="5421082"/>
                <a:ext cx="7675" cy="4712"/>
              </a:xfrm>
              <a:custGeom>
                <a:avLst/>
                <a:gdLst>
                  <a:gd name="connsiteX0" fmla="*/ 2962 w 7675"/>
                  <a:gd name="connsiteY0" fmla="*/ 304 h 4712"/>
                  <a:gd name="connsiteX1" fmla="*/ 4705 w 7675"/>
                  <a:gd name="connsiteY1" fmla="*/ 4430 h 4712"/>
                  <a:gd name="connsiteX2" fmla="*/ 2962 w 7675"/>
                  <a:gd name="connsiteY2" fmla="*/ 304 h 4712"/>
                </a:gdLst>
                <a:ahLst/>
                <a:cxnLst>
                  <a:cxn ang="0">
                    <a:pos x="connsiteX0" y="connsiteY0"/>
                  </a:cxn>
                  <a:cxn ang="0">
                    <a:pos x="connsiteX1" y="connsiteY1"/>
                  </a:cxn>
                  <a:cxn ang="0">
                    <a:pos x="connsiteX2" y="connsiteY2"/>
                  </a:cxn>
                </a:cxnLst>
                <a:rect l="l" t="t" r="r" b="b"/>
                <a:pathLst>
                  <a:path w="7675" h="4712">
                    <a:moveTo>
                      <a:pt x="2962" y="304"/>
                    </a:moveTo>
                    <a:cubicBezTo>
                      <a:pt x="-3090" y="-1263"/>
                      <a:pt x="1493" y="3704"/>
                      <a:pt x="4705" y="4430"/>
                    </a:cubicBezTo>
                    <a:cubicBezTo>
                      <a:pt x="10751" y="5933"/>
                      <a:pt x="6219" y="995"/>
                      <a:pt x="2962"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8" name="Freeform: Shape 207">
                <a:extLst>
                  <a:ext uri="{FF2B5EF4-FFF2-40B4-BE49-F238E27FC236}">
                    <a16:creationId xmlns:a16="http://schemas.microsoft.com/office/drawing/2014/main" id="{4C98958D-AE08-2F43-47E8-BDD4080B2E8E}"/>
                  </a:ext>
                </a:extLst>
              </p:cNvPr>
              <p:cNvSpPr/>
              <p:nvPr/>
            </p:nvSpPr>
            <p:spPr>
              <a:xfrm>
                <a:off x="7638800" y="5157781"/>
                <a:ext cx="7614" cy="4245"/>
              </a:xfrm>
              <a:custGeom>
                <a:avLst/>
                <a:gdLst>
                  <a:gd name="connsiteX0" fmla="*/ 3092 w 7614"/>
                  <a:gd name="connsiteY0" fmla="*/ 0 h 4245"/>
                  <a:gd name="connsiteX1" fmla="*/ 7613 w 7614"/>
                  <a:gd name="connsiteY1" fmla="*/ 2217 h 4245"/>
                  <a:gd name="connsiteX2" fmla="*/ 3092 w 7614"/>
                  <a:gd name="connsiteY2" fmla="*/ 0 h 4245"/>
                </a:gdLst>
                <a:ahLst/>
                <a:cxnLst>
                  <a:cxn ang="0">
                    <a:pos x="connsiteX0" y="connsiteY0"/>
                  </a:cxn>
                  <a:cxn ang="0">
                    <a:pos x="connsiteX1" y="connsiteY1"/>
                  </a:cxn>
                  <a:cxn ang="0">
                    <a:pos x="connsiteX2" y="connsiteY2"/>
                  </a:cxn>
                </a:cxnLst>
                <a:rect l="l" t="t" r="r" b="b"/>
                <a:pathLst>
                  <a:path w="7614" h="4245">
                    <a:moveTo>
                      <a:pt x="3092" y="0"/>
                    </a:moveTo>
                    <a:cubicBezTo>
                      <a:pt x="-5972" y="754"/>
                      <a:pt x="7795" y="7555"/>
                      <a:pt x="7613" y="2217"/>
                    </a:cubicBezTo>
                    <a:cubicBezTo>
                      <a:pt x="7172" y="1063"/>
                      <a:pt x="5144" y="80"/>
                      <a:pt x="3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09" name="Freeform: Shape 208">
                <a:extLst>
                  <a:ext uri="{FF2B5EF4-FFF2-40B4-BE49-F238E27FC236}">
                    <a16:creationId xmlns:a16="http://schemas.microsoft.com/office/drawing/2014/main" id="{E84842ED-22FD-4E45-19A8-194BD0A303F6}"/>
                  </a:ext>
                </a:extLst>
              </p:cNvPr>
              <p:cNvSpPr/>
              <p:nvPr/>
            </p:nvSpPr>
            <p:spPr>
              <a:xfrm>
                <a:off x="8245552" y="6327092"/>
                <a:ext cx="9662" cy="2668"/>
              </a:xfrm>
              <a:custGeom>
                <a:avLst/>
                <a:gdLst>
                  <a:gd name="connsiteX0" fmla="*/ 3690 w 9662"/>
                  <a:gd name="connsiteY0" fmla="*/ 2 h 2668"/>
                  <a:gd name="connsiteX1" fmla="*/ 9651 w 9662"/>
                  <a:gd name="connsiteY1" fmla="*/ 1241 h 2668"/>
                  <a:gd name="connsiteX2" fmla="*/ 3690 w 9662"/>
                  <a:gd name="connsiteY2" fmla="*/ 2 h 2668"/>
                </a:gdLst>
                <a:ahLst/>
                <a:cxnLst>
                  <a:cxn ang="0">
                    <a:pos x="connsiteX0" y="connsiteY0"/>
                  </a:cxn>
                  <a:cxn ang="0">
                    <a:pos x="connsiteX1" y="connsiteY1"/>
                  </a:cxn>
                  <a:cxn ang="0">
                    <a:pos x="connsiteX2" y="connsiteY2"/>
                  </a:cxn>
                </a:cxnLst>
                <a:rect l="l" t="t" r="r" b="b"/>
                <a:pathLst>
                  <a:path w="9662" h="2668">
                    <a:moveTo>
                      <a:pt x="3690" y="2"/>
                    </a:moveTo>
                    <a:cubicBezTo>
                      <a:pt x="-7426" y="887"/>
                      <a:pt x="10165" y="4705"/>
                      <a:pt x="9651" y="1241"/>
                    </a:cubicBezTo>
                    <a:cubicBezTo>
                      <a:pt x="8959" y="521"/>
                      <a:pt x="6285" y="-33"/>
                      <a:pt x="3690"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0" name="Freeform: Shape 209">
                <a:extLst>
                  <a:ext uri="{FF2B5EF4-FFF2-40B4-BE49-F238E27FC236}">
                    <a16:creationId xmlns:a16="http://schemas.microsoft.com/office/drawing/2014/main" id="{B4A758D9-1345-D5AD-7A6D-394F0E6883AB}"/>
                  </a:ext>
                </a:extLst>
              </p:cNvPr>
              <p:cNvSpPr/>
              <p:nvPr/>
            </p:nvSpPr>
            <p:spPr>
              <a:xfrm>
                <a:off x="7688612" y="5289714"/>
                <a:ext cx="7587" cy="4589"/>
              </a:xfrm>
              <a:custGeom>
                <a:avLst/>
                <a:gdLst>
                  <a:gd name="connsiteX0" fmla="*/ 2954 w 7587"/>
                  <a:gd name="connsiteY0" fmla="*/ 72 h 4589"/>
                  <a:gd name="connsiteX1" fmla="*/ 4629 w 7587"/>
                  <a:gd name="connsiteY1" fmla="*/ 4524 h 4589"/>
                  <a:gd name="connsiteX2" fmla="*/ 2954 w 7587"/>
                  <a:gd name="connsiteY2" fmla="*/ 72 h 4589"/>
                </a:gdLst>
                <a:ahLst/>
                <a:cxnLst>
                  <a:cxn ang="0">
                    <a:pos x="connsiteX0" y="connsiteY0"/>
                  </a:cxn>
                  <a:cxn ang="0">
                    <a:pos x="connsiteX1" y="connsiteY1"/>
                  </a:cxn>
                  <a:cxn ang="0">
                    <a:pos x="connsiteX2" y="connsiteY2"/>
                  </a:cxn>
                </a:cxnLst>
                <a:rect l="l" t="t" r="r" b="b"/>
                <a:pathLst>
                  <a:path w="7587" h="4589">
                    <a:moveTo>
                      <a:pt x="2954" y="72"/>
                    </a:moveTo>
                    <a:cubicBezTo>
                      <a:pt x="-2886" y="-642"/>
                      <a:pt x="1154" y="4187"/>
                      <a:pt x="4629" y="4524"/>
                    </a:cubicBezTo>
                    <a:cubicBezTo>
                      <a:pt x="10452" y="5204"/>
                      <a:pt x="6475" y="364"/>
                      <a:pt x="2954"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1" name="Freeform: Shape 210">
                <a:extLst>
                  <a:ext uri="{FF2B5EF4-FFF2-40B4-BE49-F238E27FC236}">
                    <a16:creationId xmlns:a16="http://schemas.microsoft.com/office/drawing/2014/main" id="{FEA3253A-7C4E-A9C0-0513-EE3C5E52FB26}"/>
                  </a:ext>
                </a:extLst>
              </p:cNvPr>
              <p:cNvSpPr/>
              <p:nvPr/>
            </p:nvSpPr>
            <p:spPr>
              <a:xfrm>
                <a:off x="7849840" y="5613971"/>
                <a:ext cx="8015" cy="3884"/>
              </a:xfrm>
              <a:custGeom>
                <a:avLst/>
                <a:gdLst>
                  <a:gd name="connsiteX0" fmla="*/ 3055 w 8015"/>
                  <a:gd name="connsiteY0" fmla="*/ 450 h 3884"/>
                  <a:gd name="connsiteX1" fmla="*/ 4952 w 8015"/>
                  <a:gd name="connsiteY1" fmla="*/ 3502 h 3884"/>
                  <a:gd name="connsiteX2" fmla="*/ 3055 w 8015"/>
                  <a:gd name="connsiteY2" fmla="*/ 450 h 3884"/>
                </a:gdLst>
                <a:ahLst/>
                <a:cxnLst>
                  <a:cxn ang="0">
                    <a:pos x="connsiteX0" y="connsiteY0"/>
                  </a:cxn>
                  <a:cxn ang="0">
                    <a:pos x="connsiteX1" y="connsiteY1"/>
                  </a:cxn>
                  <a:cxn ang="0">
                    <a:pos x="connsiteX2" y="connsiteY2"/>
                  </a:cxn>
                </a:cxnLst>
                <a:rect l="l" t="t" r="r" b="b"/>
                <a:pathLst>
                  <a:path w="8015" h="3884">
                    <a:moveTo>
                      <a:pt x="3055" y="450"/>
                    </a:moveTo>
                    <a:cubicBezTo>
                      <a:pt x="-3260" y="-1327"/>
                      <a:pt x="1654" y="2679"/>
                      <a:pt x="4952" y="3502"/>
                    </a:cubicBezTo>
                    <a:cubicBezTo>
                      <a:pt x="11250" y="5102"/>
                      <a:pt x="6421" y="1221"/>
                      <a:pt x="3055" y="4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2" name="Freeform: Shape 211">
                <a:extLst>
                  <a:ext uri="{FF2B5EF4-FFF2-40B4-BE49-F238E27FC236}">
                    <a16:creationId xmlns:a16="http://schemas.microsoft.com/office/drawing/2014/main" id="{B52CFB42-CA55-E907-723A-6F019AA10632}"/>
                  </a:ext>
                </a:extLst>
              </p:cNvPr>
              <p:cNvSpPr/>
              <p:nvPr/>
            </p:nvSpPr>
            <p:spPr>
              <a:xfrm>
                <a:off x="7794066" y="5533769"/>
                <a:ext cx="7800" cy="4256"/>
              </a:xfrm>
              <a:custGeom>
                <a:avLst/>
                <a:gdLst>
                  <a:gd name="connsiteX0" fmla="*/ 2994 w 7800"/>
                  <a:gd name="connsiteY0" fmla="*/ 550 h 4256"/>
                  <a:gd name="connsiteX1" fmla="*/ 4800 w 7800"/>
                  <a:gd name="connsiteY1" fmla="*/ 3751 h 4256"/>
                  <a:gd name="connsiteX2" fmla="*/ 2994 w 7800"/>
                  <a:gd name="connsiteY2" fmla="*/ 550 h 4256"/>
                </a:gdLst>
                <a:ahLst/>
                <a:cxnLst>
                  <a:cxn ang="0">
                    <a:pos x="connsiteX0" y="connsiteY0"/>
                  </a:cxn>
                  <a:cxn ang="0">
                    <a:pos x="connsiteX1" y="connsiteY1"/>
                  </a:cxn>
                  <a:cxn ang="0">
                    <a:pos x="connsiteX2" y="connsiteY2"/>
                  </a:cxn>
                </a:cxnLst>
                <a:rect l="l" t="t" r="r" b="b"/>
                <a:pathLst>
                  <a:path w="7800" h="4256">
                    <a:moveTo>
                      <a:pt x="2994" y="550"/>
                    </a:moveTo>
                    <a:cubicBezTo>
                      <a:pt x="-3184" y="-1507"/>
                      <a:pt x="1611" y="2796"/>
                      <a:pt x="4800" y="3751"/>
                    </a:cubicBezTo>
                    <a:cubicBezTo>
                      <a:pt x="10972" y="5694"/>
                      <a:pt x="6223" y="1476"/>
                      <a:pt x="2994"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3" name="Freeform: Shape 212">
                <a:extLst>
                  <a:ext uri="{FF2B5EF4-FFF2-40B4-BE49-F238E27FC236}">
                    <a16:creationId xmlns:a16="http://schemas.microsoft.com/office/drawing/2014/main" id="{4914418D-2088-A04C-D191-2E837D89B2CA}"/>
                  </a:ext>
                </a:extLst>
              </p:cNvPr>
              <p:cNvSpPr/>
              <p:nvPr/>
            </p:nvSpPr>
            <p:spPr>
              <a:xfrm>
                <a:off x="7908077" y="5752273"/>
                <a:ext cx="8308" cy="6113"/>
              </a:xfrm>
              <a:custGeom>
                <a:avLst/>
                <a:gdLst>
                  <a:gd name="connsiteX0" fmla="*/ 3169 w 8308"/>
                  <a:gd name="connsiteY0" fmla="*/ 200 h 6113"/>
                  <a:gd name="connsiteX1" fmla="*/ 5129 w 8308"/>
                  <a:gd name="connsiteY1" fmla="*/ 5944 h 6113"/>
                  <a:gd name="connsiteX2" fmla="*/ 3169 w 8308"/>
                  <a:gd name="connsiteY2" fmla="*/ 200 h 6113"/>
                </a:gdLst>
                <a:ahLst/>
                <a:cxnLst>
                  <a:cxn ang="0">
                    <a:pos x="connsiteX0" y="connsiteY0"/>
                  </a:cxn>
                  <a:cxn ang="0">
                    <a:pos x="connsiteX1" y="connsiteY1"/>
                  </a:cxn>
                  <a:cxn ang="0">
                    <a:pos x="connsiteX2" y="connsiteY2"/>
                  </a:cxn>
                </a:cxnLst>
                <a:rect l="l" t="t" r="r" b="b"/>
                <a:pathLst>
                  <a:path w="8308" h="6113">
                    <a:moveTo>
                      <a:pt x="3169" y="200"/>
                    </a:moveTo>
                    <a:cubicBezTo>
                      <a:pt x="-3341" y="-1217"/>
                      <a:pt x="1643" y="5332"/>
                      <a:pt x="5129" y="5944"/>
                    </a:cubicBezTo>
                    <a:cubicBezTo>
                      <a:pt x="11615" y="7230"/>
                      <a:pt x="6740" y="783"/>
                      <a:pt x="3169" y="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4" name="Freeform: Shape 213">
                <a:extLst>
                  <a:ext uri="{FF2B5EF4-FFF2-40B4-BE49-F238E27FC236}">
                    <a16:creationId xmlns:a16="http://schemas.microsoft.com/office/drawing/2014/main" id="{FE13B32C-902E-1ED4-2114-5EDE93F8CBBB}"/>
                  </a:ext>
                </a:extLst>
              </p:cNvPr>
              <p:cNvSpPr/>
              <p:nvPr/>
            </p:nvSpPr>
            <p:spPr>
              <a:xfrm>
                <a:off x="8100279" y="6168118"/>
                <a:ext cx="9116" cy="3630"/>
              </a:xfrm>
              <a:custGeom>
                <a:avLst/>
                <a:gdLst>
                  <a:gd name="connsiteX0" fmla="*/ 3516 w 9116"/>
                  <a:gd name="connsiteY0" fmla="*/ 521 h 3630"/>
                  <a:gd name="connsiteX1" fmla="*/ 9116 w 9116"/>
                  <a:gd name="connsiteY1" fmla="*/ 3042 h 3630"/>
                  <a:gd name="connsiteX2" fmla="*/ 3516 w 9116"/>
                  <a:gd name="connsiteY2" fmla="*/ 521 h 3630"/>
                </a:gdLst>
                <a:ahLst/>
                <a:cxnLst>
                  <a:cxn ang="0">
                    <a:pos x="connsiteX0" y="connsiteY0"/>
                  </a:cxn>
                  <a:cxn ang="0">
                    <a:pos x="connsiteX1" y="connsiteY1"/>
                  </a:cxn>
                  <a:cxn ang="0">
                    <a:pos x="connsiteX2" y="connsiteY2"/>
                  </a:cxn>
                </a:cxnLst>
                <a:rect l="l" t="t" r="r" b="b"/>
                <a:pathLst>
                  <a:path w="9116" h="3630">
                    <a:moveTo>
                      <a:pt x="3516" y="521"/>
                    </a:moveTo>
                    <a:cubicBezTo>
                      <a:pt x="-6908" y="-2033"/>
                      <a:pt x="9174" y="5774"/>
                      <a:pt x="9116" y="3042"/>
                    </a:cubicBezTo>
                    <a:cubicBezTo>
                      <a:pt x="8477" y="2333"/>
                      <a:pt x="5967" y="1224"/>
                      <a:pt x="3516"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5" name="Freeform: Shape 214">
                <a:extLst>
                  <a:ext uri="{FF2B5EF4-FFF2-40B4-BE49-F238E27FC236}">
                    <a16:creationId xmlns:a16="http://schemas.microsoft.com/office/drawing/2014/main" id="{6506DC1F-49EB-12FC-B91E-6E3B4596BBB0}"/>
                  </a:ext>
                </a:extLst>
              </p:cNvPr>
              <p:cNvSpPr/>
              <p:nvPr/>
            </p:nvSpPr>
            <p:spPr>
              <a:xfrm>
                <a:off x="8170976" y="6252959"/>
                <a:ext cx="9426" cy="2671"/>
              </a:xfrm>
              <a:custGeom>
                <a:avLst/>
                <a:gdLst>
                  <a:gd name="connsiteX0" fmla="*/ 3623 w 9426"/>
                  <a:gd name="connsiteY0" fmla="*/ 4 h 2671"/>
                  <a:gd name="connsiteX1" fmla="*/ 9417 w 9426"/>
                  <a:gd name="connsiteY1" fmla="*/ 1187 h 2671"/>
                  <a:gd name="connsiteX2" fmla="*/ 3623 w 9426"/>
                  <a:gd name="connsiteY2" fmla="*/ 4 h 2671"/>
                </a:gdLst>
                <a:ahLst/>
                <a:cxnLst>
                  <a:cxn ang="0">
                    <a:pos x="connsiteX0" y="connsiteY0"/>
                  </a:cxn>
                  <a:cxn ang="0">
                    <a:pos x="connsiteX1" y="connsiteY1"/>
                  </a:cxn>
                  <a:cxn ang="0">
                    <a:pos x="connsiteX2" y="connsiteY2"/>
                  </a:cxn>
                </a:cxnLst>
                <a:rect l="l" t="t" r="r" b="b"/>
                <a:pathLst>
                  <a:path w="9426" h="2671">
                    <a:moveTo>
                      <a:pt x="3623" y="4"/>
                    </a:moveTo>
                    <a:cubicBezTo>
                      <a:pt x="-7259" y="1016"/>
                      <a:pt x="9886" y="4697"/>
                      <a:pt x="9417" y="1187"/>
                    </a:cubicBezTo>
                    <a:cubicBezTo>
                      <a:pt x="8749" y="473"/>
                      <a:pt x="6155" y="-53"/>
                      <a:pt x="36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6" name="Freeform: Shape 215">
                <a:extLst>
                  <a:ext uri="{FF2B5EF4-FFF2-40B4-BE49-F238E27FC236}">
                    <a16:creationId xmlns:a16="http://schemas.microsoft.com/office/drawing/2014/main" id="{BB7A261B-6A9B-9F75-28D6-3D3023965E9D}"/>
                  </a:ext>
                </a:extLst>
              </p:cNvPr>
              <p:cNvSpPr/>
              <p:nvPr/>
            </p:nvSpPr>
            <p:spPr>
              <a:xfrm>
                <a:off x="8032498" y="6091324"/>
                <a:ext cx="8935" cy="4523"/>
              </a:xfrm>
              <a:custGeom>
                <a:avLst/>
                <a:gdLst>
                  <a:gd name="connsiteX0" fmla="*/ 3477 w 8935"/>
                  <a:gd name="connsiteY0" fmla="*/ 317 h 4523"/>
                  <a:gd name="connsiteX1" fmla="*/ 8935 w 8935"/>
                  <a:gd name="connsiteY1" fmla="*/ 3408 h 4523"/>
                  <a:gd name="connsiteX2" fmla="*/ 3477 w 8935"/>
                  <a:gd name="connsiteY2" fmla="*/ 317 h 4523"/>
                </a:gdLst>
                <a:ahLst/>
                <a:cxnLst>
                  <a:cxn ang="0">
                    <a:pos x="connsiteX0" y="connsiteY0"/>
                  </a:cxn>
                  <a:cxn ang="0">
                    <a:pos x="connsiteX1" y="connsiteY1"/>
                  </a:cxn>
                  <a:cxn ang="0">
                    <a:pos x="connsiteX2" y="connsiteY2"/>
                  </a:cxn>
                </a:cxnLst>
                <a:rect l="l" t="t" r="r" b="b"/>
                <a:pathLst>
                  <a:path w="8935" h="4523">
                    <a:moveTo>
                      <a:pt x="3477" y="317"/>
                    </a:moveTo>
                    <a:cubicBezTo>
                      <a:pt x="-6816" y="-1815"/>
                      <a:pt x="9032" y="7672"/>
                      <a:pt x="8935" y="3408"/>
                    </a:cubicBezTo>
                    <a:cubicBezTo>
                      <a:pt x="8335" y="2362"/>
                      <a:pt x="5889" y="996"/>
                      <a:pt x="3477"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7" name="Freeform: Shape 216">
                <a:extLst>
                  <a:ext uri="{FF2B5EF4-FFF2-40B4-BE49-F238E27FC236}">
                    <a16:creationId xmlns:a16="http://schemas.microsoft.com/office/drawing/2014/main" id="{4FE62B97-60AE-BF27-3FC7-423BC43AD3B6}"/>
                  </a:ext>
                </a:extLst>
              </p:cNvPr>
              <p:cNvSpPr/>
              <p:nvPr/>
            </p:nvSpPr>
            <p:spPr>
              <a:xfrm>
                <a:off x="7968568" y="5936130"/>
                <a:ext cx="8687" cy="6470"/>
              </a:xfrm>
              <a:custGeom>
                <a:avLst/>
                <a:gdLst>
                  <a:gd name="connsiteX0" fmla="*/ 3423 w 8687"/>
                  <a:gd name="connsiteY0" fmla="*/ 126 h 6470"/>
                  <a:gd name="connsiteX1" fmla="*/ 8686 w 8687"/>
                  <a:gd name="connsiteY1" fmla="*/ 4315 h 6470"/>
                  <a:gd name="connsiteX2" fmla="*/ 3423 w 8687"/>
                  <a:gd name="connsiteY2" fmla="*/ 126 h 6470"/>
                </a:gdLst>
                <a:ahLst/>
                <a:cxnLst>
                  <a:cxn ang="0">
                    <a:pos x="connsiteX0" y="connsiteY0"/>
                  </a:cxn>
                  <a:cxn ang="0">
                    <a:pos x="connsiteX1" y="connsiteY1"/>
                  </a:cxn>
                  <a:cxn ang="0">
                    <a:pos x="connsiteX2" y="connsiteY2"/>
                  </a:cxn>
                </a:cxnLst>
                <a:rect l="l" t="t" r="r" b="b"/>
                <a:pathLst>
                  <a:path w="8687" h="6470">
                    <a:moveTo>
                      <a:pt x="3423" y="126"/>
                    </a:moveTo>
                    <a:cubicBezTo>
                      <a:pt x="-6699" y="-1389"/>
                      <a:pt x="8869" y="11402"/>
                      <a:pt x="8686" y="4315"/>
                    </a:cubicBezTo>
                    <a:cubicBezTo>
                      <a:pt x="8114" y="2664"/>
                      <a:pt x="5754" y="812"/>
                      <a:pt x="3423"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8" name="Freeform: Shape 217">
                <a:extLst>
                  <a:ext uri="{FF2B5EF4-FFF2-40B4-BE49-F238E27FC236}">
                    <a16:creationId xmlns:a16="http://schemas.microsoft.com/office/drawing/2014/main" id="{94496232-3A5C-1C71-E244-A18F6C14AC2A}"/>
                  </a:ext>
                </a:extLst>
              </p:cNvPr>
              <p:cNvSpPr/>
              <p:nvPr/>
            </p:nvSpPr>
            <p:spPr>
              <a:xfrm>
                <a:off x="9422348" y="7526300"/>
                <a:ext cx="13472" cy="5108"/>
              </a:xfrm>
              <a:custGeom>
                <a:avLst/>
                <a:gdLst>
                  <a:gd name="connsiteX0" fmla="*/ 4224 w 13472"/>
                  <a:gd name="connsiteY0" fmla="*/ 0 h 5108"/>
                  <a:gd name="connsiteX1" fmla="*/ 13099 w 13472"/>
                  <a:gd name="connsiteY1" fmla="*/ 4229 h 5108"/>
                  <a:gd name="connsiteX2" fmla="*/ 4224 w 13472"/>
                  <a:gd name="connsiteY2" fmla="*/ 0 h 5108"/>
                </a:gdLst>
                <a:ahLst/>
                <a:cxnLst>
                  <a:cxn ang="0">
                    <a:pos x="connsiteX0" y="connsiteY0"/>
                  </a:cxn>
                  <a:cxn ang="0">
                    <a:pos x="connsiteX1" y="connsiteY1"/>
                  </a:cxn>
                  <a:cxn ang="0">
                    <a:pos x="connsiteX2" y="connsiteY2"/>
                  </a:cxn>
                </a:cxnLst>
                <a:rect l="l" t="t" r="r" b="b"/>
                <a:pathLst>
                  <a:path w="13472" h="5108">
                    <a:moveTo>
                      <a:pt x="4224" y="0"/>
                    </a:moveTo>
                    <a:cubicBezTo>
                      <a:pt x="-7829" y="1217"/>
                      <a:pt x="9362" y="7361"/>
                      <a:pt x="13099" y="4229"/>
                    </a:cubicBezTo>
                    <a:cubicBezTo>
                      <a:pt x="15368" y="931"/>
                      <a:pt x="6641" y="46"/>
                      <a:pt x="42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19" name="Freeform: Shape 218">
                <a:extLst>
                  <a:ext uri="{FF2B5EF4-FFF2-40B4-BE49-F238E27FC236}">
                    <a16:creationId xmlns:a16="http://schemas.microsoft.com/office/drawing/2014/main" id="{758B1A99-28D2-23CA-494F-7313FFAFCAA2}"/>
                  </a:ext>
                </a:extLst>
              </p:cNvPr>
              <p:cNvSpPr/>
              <p:nvPr/>
            </p:nvSpPr>
            <p:spPr>
              <a:xfrm>
                <a:off x="7350894" y="4965740"/>
                <a:ext cx="6702" cy="1878"/>
              </a:xfrm>
              <a:custGeom>
                <a:avLst/>
                <a:gdLst>
                  <a:gd name="connsiteX0" fmla="*/ 2819 w 6702"/>
                  <a:gd name="connsiteY0" fmla="*/ 0 h 1878"/>
                  <a:gd name="connsiteX1" fmla="*/ 5539 w 6702"/>
                  <a:gd name="connsiteY1" fmla="*/ 292 h 1878"/>
                  <a:gd name="connsiteX2" fmla="*/ 2819 w 6702"/>
                  <a:gd name="connsiteY2" fmla="*/ 0 h 1878"/>
                </a:gdLst>
                <a:ahLst/>
                <a:cxnLst>
                  <a:cxn ang="0">
                    <a:pos x="connsiteX0" y="connsiteY0"/>
                  </a:cxn>
                  <a:cxn ang="0">
                    <a:pos x="connsiteX1" y="connsiteY1"/>
                  </a:cxn>
                  <a:cxn ang="0">
                    <a:pos x="connsiteX2" y="connsiteY2"/>
                  </a:cxn>
                </a:cxnLst>
                <a:rect l="l" t="t" r="r" b="b"/>
                <a:pathLst>
                  <a:path w="6702" h="1878">
                    <a:moveTo>
                      <a:pt x="2819" y="0"/>
                    </a:moveTo>
                    <a:cubicBezTo>
                      <a:pt x="-6662" y="1052"/>
                      <a:pt x="11294" y="3480"/>
                      <a:pt x="5539" y="292"/>
                    </a:cubicBezTo>
                    <a:cubicBezTo>
                      <a:pt x="4750" y="108"/>
                      <a:pt x="3762" y="6"/>
                      <a:pt x="281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0" name="Freeform: Shape 219">
                <a:extLst>
                  <a:ext uri="{FF2B5EF4-FFF2-40B4-BE49-F238E27FC236}">
                    <a16:creationId xmlns:a16="http://schemas.microsoft.com/office/drawing/2014/main" id="{5C7F95FB-AEA4-F7FD-575E-3881D6F1E022}"/>
                  </a:ext>
                </a:extLst>
              </p:cNvPr>
              <p:cNvSpPr/>
              <p:nvPr/>
            </p:nvSpPr>
            <p:spPr>
              <a:xfrm>
                <a:off x="8399587" y="6695204"/>
                <a:ext cx="10618" cy="5275"/>
              </a:xfrm>
              <a:custGeom>
                <a:avLst/>
                <a:gdLst>
                  <a:gd name="connsiteX0" fmla="*/ 3937 w 10618"/>
                  <a:gd name="connsiteY0" fmla="*/ 982 h 5275"/>
                  <a:gd name="connsiteX1" fmla="*/ 10612 w 10618"/>
                  <a:gd name="connsiteY1" fmla="*/ 4702 h 5275"/>
                  <a:gd name="connsiteX2" fmla="*/ 3937 w 10618"/>
                  <a:gd name="connsiteY2" fmla="*/ 982 h 5275"/>
                </a:gdLst>
                <a:ahLst/>
                <a:cxnLst>
                  <a:cxn ang="0">
                    <a:pos x="connsiteX0" y="connsiteY0"/>
                  </a:cxn>
                  <a:cxn ang="0">
                    <a:pos x="connsiteX1" y="connsiteY1"/>
                  </a:cxn>
                  <a:cxn ang="0">
                    <a:pos x="connsiteX2" y="connsiteY2"/>
                  </a:cxn>
                </a:cxnLst>
                <a:rect l="l" t="t" r="r" b="b"/>
                <a:pathLst>
                  <a:path w="10618" h="5275">
                    <a:moveTo>
                      <a:pt x="3937" y="982"/>
                    </a:moveTo>
                    <a:cubicBezTo>
                      <a:pt x="-7985" y="-3271"/>
                      <a:pt x="11006" y="7862"/>
                      <a:pt x="10612" y="4702"/>
                    </a:cubicBezTo>
                    <a:cubicBezTo>
                      <a:pt x="9766" y="3759"/>
                      <a:pt x="6783" y="2101"/>
                      <a:pt x="3937" y="9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1" name="Freeform: Shape 220">
                <a:extLst>
                  <a:ext uri="{FF2B5EF4-FFF2-40B4-BE49-F238E27FC236}">
                    <a16:creationId xmlns:a16="http://schemas.microsoft.com/office/drawing/2014/main" id="{EB56E297-9C00-88C7-6DE2-3EDAD2F58ADB}"/>
                  </a:ext>
                </a:extLst>
              </p:cNvPr>
              <p:cNvSpPr/>
              <p:nvPr/>
            </p:nvSpPr>
            <p:spPr>
              <a:xfrm>
                <a:off x="8494178" y="6802928"/>
                <a:ext cx="10984" cy="5425"/>
              </a:xfrm>
              <a:custGeom>
                <a:avLst/>
                <a:gdLst>
                  <a:gd name="connsiteX0" fmla="*/ 4043 w 10984"/>
                  <a:gd name="connsiteY0" fmla="*/ 807 h 5425"/>
                  <a:gd name="connsiteX1" fmla="*/ 10976 w 10984"/>
                  <a:gd name="connsiteY1" fmla="*/ 4648 h 5425"/>
                  <a:gd name="connsiteX2" fmla="*/ 4043 w 10984"/>
                  <a:gd name="connsiteY2" fmla="*/ 807 h 5425"/>
                </a:gdLst>
                <a:ahLst/>
                <a:cxnLst>
                  <a:cxn ang="0">
                    <a:pos x="connsiteX0" y="connsiteY0"/>
                  </a:cxn>
                  <a:cxn ang="0">
                    <a:pos x="connsiteX1" y="connsiteY1"/>
                  </a:cxn>
                  <a:cxn ang="0">
                    <a:pos x="connsiteX2" y="connsiteY2"/>
                  </a:cxn>
                </a:cxnLst>
                <a:rect l="l" t="t" r="r" b="b"/>
                <a:pathLst>
                  <a:path w="10984" h="5425">
                    <a:moveTo>
                      <a:pt x="4043" y="807"/>
                    </a:moveTo>
                    <a:cubicBezTo>
                      <a:pt x="-8255" y="-3062"/>
                      <a:pt x="11473" y="8437"/>
                      <a:pt x="10976" y="4648"/>
                    </a:cubicBezTo>
                    <a:cubicBezTo>
                      <a:pt x="10090" y="3590"/>
                      <a:pt x="6987" y="1876"/>
                      <a:pt x="4043" y="80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2" name="Freeform: Shape 221">
                <a:extLst>
                  <a:ext uri="{FF2B5EF4-FFF2-40B4-BE49-F238E27FC236}">
                    <a16:creationId xmlns:a16="http://schemas.microsoft.com/office/drawing/2014/main" id="{3C669824-CC60-623A-1D5B-2B09CB36AE78}"/>
                  </a:ext>
                </a:extLst>
              </p:cNvPr>
              <p:cNvSpPr/>
              <p:nvPr/>
            </p:nvSpPr>
            <p:spPr>
              <a:xfrm>
                <a:off x="8309202" y="6602900"/>
                <a:ext cx="10368" cy="4465"/>
              </a:xfrm>
              <a:custGeom>
                <a:avLst/>
                <a:gdLst>
                  <a:gd name="connsiteX0" fmla="*/ 3871 w 10368"/>
                  <a:gd name="connsiteY0" fmla="*/ 914 h 4465"/>
                  <a:gd name="connsiteX1" fmla="*/ 10363 w 10368"/>
                  <a:gd name="connsiteY1" fmla="*/ 4040 h 4465"/>
                  <a:gd name="connsiteX2" fmla="*/ 3871 w 10368"/>
                  <a:gd name="connsiteY2" fmla="*/ 914 h 4465"/>
                </a:gdLst>
                <a:ahLst/>
                <a:cxnLst>
                  <a:cxn ang="0">
                    <a:pos x="connsiteX0" y="connsiteY0"/>
                  </a:cxn>
                  <a:cxn ang="0">
                    <a:pos x="connsiteX1" y="connsiteY1"/>
                  </a:cxn>
                  <a:cxn ang="0">
                    <a:pos x="connsiteX2" y="connsiteY2"/>
                  </a:cxn>
                </a:cxnLst>
                <a:rect l="l" t="t" r="r" b="b"/>
                <a:pathLst>
                  <a:path w="10368" h="4465">
                    <a:moveTo>
                      <a:pt x="3871" y="914"/>
                    </a:moveTo>
                    <a:cubicBezTo>
                      <a:pt x="-7822" y="-2881"/>
                      <a:pt x="10740" y="6532"/>
                      <a:pt x="10363" y="4040"/>
                    </a:cubicBezTo>
                    <a:cubicBezTo>
                      <a:pt x="9552" y="3280"/>
                      <a:pt x="6648" y="1885"/>
                      <a:pt x="3871" y="9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3" name="Freeform: Shape 222">
                <a:extLst>
                  <a:ext uri="{FF2B5EF4-FFF2-40B4-BE49-F238E27FC236}">
                    <a16:creationId xmlns:a16="http://schemas.microsoft.com/office/drawing/2014/main" id="{9AC34A3A-EFA7-D0C7-E6BC-3DB09DA91D0A}"/>
                  </a:ext>
                </a:extLst>
              </p:cNvPr>
              <p:cNvSpPr/>
              <p:nvPr/>
            </p:nvSpPr>
            <p:spPr>
              <a:xfrm>
                <a:off x="8139890" y="6460699"/>
                <a:ext cx="9954" cy="2723"/>
              </a:xfrm>
              <a:custGeom>
                <a:avLst/>
                <a:gdLst>
                  <a:gd name="connsiteX0" fmla="*/ 3773 w 9954"/>
                  <a:gd name="connsiteY0" fmla="*/ 274 h 2723"/>
                  <a:gd name="connsiteX1" fmla="*/ 9951 w 9954"/>
                  <a:gd name="connsiteY1" fmla="*/ 2170 h 2723"/>
                  <a:gd name="connsiteX2" fmla="*/ 3773 w 9954"/>
                  <a:gd name="connsiteY2" fmla="*/ 274 h 2723"/>
                </a:gdLst>
                <a:ahLst/>
                <a:cxnLst>
                  <a:cxn ang="0">
                    <a:pos x="connsiteX0" y="connsiteY0"/>
                  </a:cxn>
                  <a:cxn ang="0">
                    <a:pos x="connsiteX1" y="connsiteY1"/>
                  </a:cxn>
                  <a:cxn ang="0">
                    <a:pos x="connsiteX2" y="connsiteY2"/>
                  </a:cxn>
                </a:cxnLst>
                <a:rect l="l" t="t" r="r" b="b"/>
                <a:pathLst>
                  <a:path w="9954" h="2723">
                    <a:moveTo>
                      <a:pt x="3773" y="274"/>
                    </a:moveTo>
                    <a:cubicBezTo>
                      <a:pt x="-7554" y="-1293"/>
                      <a:pt x="10265" y="4480"/>
                      <a:pt x="9951" y="2170"/>
                    </a:cubicBezTo>
                    <a:cubicBezTo>
                      <a:pt x="9219" y="1582"/>
                      <a:pt x="6453" y="731"/>
                      <a:pt x="3773"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4" name="Freeform: Shape 223">
                <a:extLst>
                  <a:ext uri="{FF2B5EF4-FFF2-40B4-BE49-F238E27FC236}">
                    <a16:creationId xmlns:a16="http://schemas.microsoft.com/office/drawing/2014/main" id="{5E737C0F-7C58-5BBA-ACD8-0BE0AFD31595}"/>
                  </a:ext>
                </a:extLst>
              </p:cNvPr>
              <p:cNvSpPr/>
              <p:nvPr/>
            </p:nvSpPr>
            <p:spPr>
              <a:xfrm>
                <a:off x="8222477" y="6527149"/>
                <a:ext cx="10150" cy="3538"/>
              </a:xfrm>
              <a:custGeom>
                <a:avLst/>
                <a:gdLst>
                  <a:gd name="connsiteX0" fmla="*/ 3813 w 10150"/>
                  <a:gd name="connsiteY0" fmla="*/ 632 h 3538"/>
                  <a:gd name="connsiteX1" fmla="*/ 10145 w 10150"/>
                  <a:gd name="connsiteY1" fmla="*/ 3119 h 3538"/>
                  <a:gd name="connsiteX2" fmla="*/ 3813 w 10150"/>
                  <a:gd name="connsiteY2" fmla="*/ 632 h 3538"/>
                </a:gdLst>
                <a:ahLst/>
                <a:cxnLst>
                  <a:cxn ang="0">
                    <a:pos x="connsiteX0" y="connsiteY0"/>
                  </a:cxn>
                  <a:cxn ang="0">
                    <a:pos x="connsiteX1" y="connsiteY1"/>
                  </a:cxn>
                  <a:cxn ang="0">
                    <a:pos x="connsiteX2" y="connsiteY2"/>
                  </a:cxn>
                </a:cxnLst>
                <a:rect l="l" t="t" r="r" b="b"/>
                <a:pathLst>
                  <a:path w="10150" h="3538">
                    <a:moveTo>
                      <a:pt x="3813" y="632"/>
                    </a:moveTo>
                    <a:cubicBezTo>
                      <a:pt x="-7674" y="-2162"/>
                      <a:pt x="10489" y="5347"/>
                      <a:pt x="10145" y="3119"/>
                    </a:cubicBezTo>
                    <a:cubicBezTo>
                      <a:pt x="9374" y="2473"/>
                      <a:pt x="6539" y="1364"/>
                      <a:pt x="3813" y="6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5" name="Freeform: Shape 224">
                <a:extLst>
                  <a:ext uri="{FF2B5EF4-FFF2-40B4-BE49-F238E27FC236}">
                    <a16:creationId xmlns:a16="http://schemas.microsoft.com/office/drawing/2014/main" id="{C272C026-5289-2ACD-F028-A89A46B94E41}"/>
                  </a:ext>
                </a:extLst>
              </p:cNvPr>
              <p:cNvSpPr/>
              <p:nvPr/>
            </p:nvSpPr>
            <p:spPr>
              <a:xfrm>
                <a:off x="8931827" y="7374753"/>
                <a:ext cx="13160" cy="5103"/>
              </a:xfrm>
              <a:custGeom>
                <a:avLst/>
                <a:gdLst>
                  <a:gd name="connsiteX0" fmla="*/ 4495 w 13160"/>
                  <a:gd name="connsiteY0" fmla="*/ 13 h 5103"/>
                  <a:gd name="connsiteX1" fmla="*/ 8662 w 13160"/>
                  <a:gd name="connsiteY1" fmla="*/ 5089 h 5103"/>
                  <a:gd name="connsiteX2" fmla="*/ 4495 w 13160"/>
                  <a:gd name="connsiteY2" fmla="*/ 13 h 5103"/>
                </a:gdLst>
                <a:ahLst/>
                <a:cxnLst>
                  <a:cxn ang="0">
                    <a:pos x="connsiteX0" y="connsiteY0"/>
                  </a:cxn>
                  <a:cxn ang="0">
                    <a:pos x="connsiteX1" y="connsiteY1"/>
                  </a:cxn>
                  <a:cxn ang="0">
                    <a:pos x="connsiteX2" y="connsiteY2"/>
                  </a:cxn>
                </a:cxnLst>
                <a:rect l="l" t="t" r="r" b="b"/>
                <a:pathLst>
                  <a:path w="13160" h="5103">
                    <a:moveTo>
                      <a:pt x="4495" y="13"/>
                    </a:moveTo>
                    <a:cubicBezTo>
                      <a:pt x="-5363" y="288"/>
                      <a:pt x="3290" y="5408"/>
                      <a:pt x="8662" y="5089"/>
                    </a:cubicBezTo>
                    <a:cubicBezTo>
                      <a:pt x="18532" y="4797"/>
                      <a:pt x="9862" y="-295"/>
                      <a:pt x="4495"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6" name="Freeform: Shape 225">
                <a:extLst>
                  <a:ext uri="{FF2B5EF4-FFF2-40B4-BE49-F238E27FC236}">
                    <a16:creationId xmlns:a16="http://schemas.microsoft.com/office/drawing/2014/main" id="{0B0AF445-25EE-B93D-7F76-8FCAB6C6D403}"/>
                  </a:ext>
                </a:extLst>
              </p:cNvPr>
              <p:cNvSpPr/>
              <p:nvPr/>
            </p:nvSpPr>
            <p:spPr>
              <a:xfrm>
                <a:off x="8061915" y="6396249"/>
                <a:ext cx="9782" cy="2330"/>
              </a:xfrm>
              <a:custGeom>
                <a:avLst/>
                <a:gdLst>
                  <a:gd name="connsiteX0" fmla="*/ 3756 w 9782"/>
                  <a:gd name="connsiteY0" fmla="*/ 24 h 2330"/>
                  <a:gd name="connsiteX1" fmla="*/ 9779 w 9782"/>
                  <a:gd name="connsiteY1" fmla="*/ 1492 h 2330"/>
                  <a:gd name="connsiteX2" fmla="*/ 3756 w 9782"/>
                  <a:gd name="connsiteY2" fmla="*/ 24 h 2330"/>
                </a:gdLst>
                <a:ahLst/>
                <a:cxnLst>
                  <a:cxn ang="0">
                    <a:pos x="connsiteX0" y="connsiteY0"/>
                  </a:cxn>
                  <a:cxn ang="0">
                    <a:pos x="connsiteX1" y="connsiteY1"/>
                  </a:cxn>
                  <a:cxn ang="0">
                    <a:pos x="connsiteX2" y="connsiteY2"/>
                  </a:cxn>
                </a:cxnLst>
                <a:rect l="l" t="t" r="r" b="b"/>
                <a:pathLst>
                  <a:path w="9782" h="2330">
                    <a:moveTo>
                      <a:pt x="3756" y="24"/>
                    </a:moveTo>
                    <a:cubicBezTo>
                      <a:pt x="-7469" y="-365"/>
                      <a:pt x="10071" y="4139"/>
                      <a:pt x="9779" y="1492"/>
                    </a:cubicBezTo>
                    <a:cubicBezTo>
                      <a:pt x="9088" y="887"/>
                      <a:pt x="6396" y="230"/>
                      <a:pt x="3756"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7" name="Freeform: Shape 226">
                <a:extLst>
                  <a:ext uri="{FF2B5EF4-FFF2-40B4-BE49-F238E27FC236}">
                    <a16:creationId xmlns:a16="http://schemas.microsoft.com/office/drawing/2014/main" id="{4749AF8E-9188-865D-8551-5BDADBB46EDF}"/>
                  </a:ext>
                </a:extLst>
              </p:cNvPr>
              <p:cNvSpPr/>
              <p:nvPr/>
            </p:nvSpPr>
            <p:spPr>
              <a:xfrm>
                <a:off x="8593550" y="6928974"/>
                <a:ext cx="11451" cy="5300"/>
              </a:xfrm>
              <a:custGeom>
                <a:avLst/>
                <a:gdLst>
                  <a:gd name="connsiteX0" fmla="*/ 4038 w 11451"/>
                  <a:gd name="connsiteY0" fmla="*/ 435 h 5300"/>
                  <a:gd name="connsiteX1" fmla="*/ 7411 w 11451"/>
                  <a:gd name="connsiteY1" fmla="*/ 4875 h 5300"/>
                  <a:gd name="connsiteX2" fmla="*/ 4038 w 11451"/>
                  <a:gd name="connsiteY2" fmla="*/ 435 h 5300"/>
                </a:gdLst>
                <a:ahLst/>
                <a:cxnLst>
                  <a:cxn ang="0">
                    <a:pos x="connsiteX0" y="connsiteY0"/>
                  </a:cxn>
                  <a:cxn ang="0">
                    <a:pos x="connsiteX1" y="connsiteY1"/>
                  </a:cxn>
                  <a:cxn ang="0">
                    <a:pos x="connsiteX2" y="connsiteY2"/>
                  </a:cxn>
                </a:cxnLst>
                <a:rect l="l" t="t" r="r" b="b"/>
                <a:pathLst>
                  <a:path w="11451" h="5300">
                    <a:moveTo>
                      <a:pt x="4038" y="435"/>
                    </a:moveTo>
                    <a:cubicBezTo>
                      <a:pt x="-4854" y="-1588"/>
                      <a:pt x="3089" y="4058"/>
                      <a:pt x="7411" y="4875"/>
                    </a:cubicBezTo>
                    <a:cubicBezTo>
                      <a:pt x="16309" y="6864"/>
                      <a:pt x="8359" y="1269"/>
                      <a:pt x="4038" y="4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8" name="Freeform: Shape 227">
                <a:extLst>
                  <a:ext uri="{FF2B5EF4-FFF2-40B4-BE49-F238E27FC236}">
                    <a16:creationId xmlns:a16="http://schemas.microsoft.com/office/drawing/2014/main" id="{C1D0B461-A9C5-8507-E090-CD9DCAE64F49}"/>
                  </a:ext>
                </a:extLst>
              </p:cNvPr>
              <p:cNvSpPr/>
              <p:nvPr/>
            </p:nvSpPr>
            <p:spPr>
              <a:xfrm>
                <a:off x="8810803" y="7220775"/>
                <a:ext cx="12563" cy="5092"/>
              </a:xfrm>
              <a:custGeom>
                <a:avLst/>
                <a:gdLst>
                  <a:gd name="connsiteX0" fmla="*/ 4356 w 12563"/>
                  <a:gd name="connsiteY0" fmla="*/ 18 h 5092"/>
                  <a:gd name="connsiteX1" fmla="*/ 8207 w 12563"/>
                  <a:gd name="connsiteY1" fmla="*/ 5076 h 5092"/>
                  <a:gd name="connsiteX2" fmla="*/ 4356 w 12563"/>
                  <a:gd name="connsiteY2" fmla="*/ 18 h 5092"/>
                </a:gdLst>
                <a:ahLst/>
                <a:cxnLst>
                  <a:cxn ang="0">
                    <a:pos x="connsiteX0" y="connsiteY0"/>
                  </a:cxn>
                  <a:cxn ang="0">
                    <a:pos x="connsiteX1" y="connsiteY1"/>
                  </a:cxn>
                  <a:cxn ang="0">
                    <a:pos x="connsiteX2" y="connsiteY2"/>
                  </a:cxn>
                </a:cxnLst>
                <a:rect l="l" t="t" r="r" b="b"/>
                <a:pathLst>
                  <a:path w="12563" h="5092">
                    <a:moveTo>
                      <a:pt x="4356" y="18"/>
                    </a:moveTo>
                    <a:cubicBezTo>
                      <a:pt x="-5160" y="-353"/>
                      <a:pt x="3144" y="5054"/>
                      <a:pt x="8207" y="5076"/>
                    </a:cubicBezTo>
                    <a:cubicBezTo>
                      <a:pt x="17729" y="5425"/>
                      <a:pt x="9407" y="64"/>
                      <a:pt x="4356"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29" name="Freeform: Shape 228">
                <a:extLst>
                  <a:ext uri="{FF2B5EF4-FFF2-40B4-BE49-F238E27FC236}">
                    <a16:creationId xmlns:a16="http://schemas.microsoft.com/office/drawing/2014/main" id="{C9093D3A-8EC5-4889-4A5C-5FB0B78AF0C0}"/>
                  </a:ext>
                </a:extLst>
              </p:cNvPr>
              <p:cNvSpPr/>
              <p:nvPr/>
            </p:nvSpPr>
            <p:spPr>
              <a:xfrm>
                <a:off x="8698538" y="7070222"/>
                <a:ext cx="11988" cy="5167"/>
              </a:xfrm>
              <a:custGeom>
                <a:avLst/>
                <a:gdLst>
                  <a:gd name="connsiteX0" fmla="*/ 4200 w 11988"/>
                  <a:gd name="connsiteY0" fmla="*/ 164 h 5167"/>
                  <a:gd name="connsiteX1" fmla="*/ 7790 w 11988"/>
                  <a:gd name="connsiteY1" fmla="*/ 5010 h 5167"/>
                  <a:gd name="connsiteX2" fmla="*/ 4200 w 11988"/>
                  <a:gd name="connsiteY2" fmla="*/ 164 h 5167"/>
                </a:gdLst>
                <a:ahLst/>
                <a:cxnLst>
                  <a:cxn ang="0">
                    <a:pos x="connsiteX0" y="connsiteY0"/>
                  </a:cxn>
                  <a:cxn ang="0">
                    <a:pos x="connsiteX1" y="connsiteY1"/>
                  </a:cxn>
                  <a:cxn ang="0">
                    <a:pos x="connsiteX2" y="connsiteY2"/>
                  </a:cxn>
                </a:cxnLst>
                <a:rect l="l" t="t" r="r" b="b"/>
                <a:pathLst>
                  <a:path w="11988" h="5167">
                    <a:moveTo>
                      <a:pt x="4200" y="164"/>
                    </a:moveTo>
                    <a:cubicBezTo>
                      <a:pt x="-5001" y="-1019"/>
                      <a:pt x="3103" y="4582"/>
                      <a:pt x="7790" y="5010"/>
                    </a:cubicBezTo>
                    <a:cubicBezTo>
                      <a:pt x="16991" y="6165"/>
                      <a:pt x="8881" y="609"/>
                      <a:pt x="4200" y="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0" name="Freeform: Shape 229">
                <a:extLst>
                  <a:ext uri="{FF2B5EF4-FFF2-40B4-BE49-F238E27FC236}">
                    <a16:creationId xmlns:a16="http://schemas.microsoft.com/office/drawing/2014/main" id="{EC4F388F-6177-B0AC-DCAD-2F247F728FD7}"/>
                  </a:ext>
                </a:extLst>
              </p:cNvPr>
              <p:cNvSpPr/>
              <p:nvPr/>
            </p:nvSpPr>
            <p:spPr>
              <a:xfrm>
                <a:off x="7644646" y="5409578"/>
                <a:ext cx="7384" cy="11373"/>
              </a:xfrm>
              <a:custGeom>
                <a:avLst/>
                <a:gdLst>
                  <a:gd name="connsiteX0" fmla="*/ 2921 w 7384"/>
                  <a:gd name="connsiteY0" fmla="*/ 4349 h 11373"/>
                  <a:gd name="connsiteX1" fmla="*/ 7384 w 7384"/>
                  <a:gd name="connsiteY1" fmla="*/ 11368 h 11373"/>
                  <a:gd name="connsiteX2" fmla="*/ 2921 w 7384"/>
                  <a:gd name="connsiteY2" fmla="*/ 4349 h 11373"/>
                </a:gdLst>
                <a:ahLst/>
                <a:cxnLst>
                  <a:cxn ang="0">
                    <a:pos x="connsiteX0" y="connsiteY0"/>
                  </a:cxn>
                  <a:cxn ang="0">
                    <a:pos x="connsiteX1" y="connsiteY1"/>
                  </a:cxn>
                  <a:cxn ang="0">
                    <a:pos x="connsiteX2" y="connsiteY2"/>
                  </a:cxn>
                </a:cxnLst>
                <a:rect l="l" t="t" r="r" b="b"/>
                <a:pathLst>
                  <a:path w="7384" h="11373">
                    <a:moveTo>
                      <a:pt x="2921" y="4349"/>
                    </a:moveTo>
                    <a:cubicBezTo>
                      <a:pt x="-5583" y="-8686"/>
                      <a:pt x="7167" y="11773"/>
                      <a:pt x="7384" y="11368"/>
                    </a:cubicBezTo>
                    <a:cubicBezTo>
                      <a:pt x="6910" y="10522"/>
                      <a:pt x="4915" y="7407"/>
                      <a:pt x="2921" y="43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1" name="Freeform: Shape 230">
                <a:extLst>
                  <a:ext uri="{FF2B5EF4-FFF2-40B4-BE49-F238E27FC236}">
                    <a16:creationId xmlns:a16="http://schemas.microsoft.com/office/drawing/2014/main" id="{594A7518-5E5F-E5B0-142B-55E0B20C38F4}"/>
                  </a:ext>
                </a:extLst>
              </p:cNvPr>
              <p:cNvSpPr/>
              <p:nvPr/>
            </p:nvSpPr>
            <p:spPr>
              <a:xfrm>
                <a:off x="7989054" y="6326556"/>
                <a:ext cx="9594" cy="2518"/>
              </a:xfrm>
              <a:custGeom>
                <a:avLst/>
                <a:gdLst>
                  <a:gd name="connsiteX0" fmla="*/ 3745 w 9594"/>
                  <a:gd name="connsiteY0" fmla="*/ 0 h 2518"/>
                  <a:gd name="connsiteX1" fmla="*/ 9591 w 9594"/>
                  <a:gd name="connsiteY1" fmla="*/ 1297 h 2518"/>
                  <a:gd name="connsiteX2" fmla="*/ 3745 w 9594"/>
                  <a:gd name="connsiteY2" fmla="*/ 0 h 2518"/>
                </a:gdLst>
                <a:ahLst/>
                <a:cxnLst>
                  <a:cxn ang="0">
                    <a:pos x="connsiteX0" y="connsiteY0"/>
                  </a:cxn>
                  <a:cxn ang="0">
                    <a:pos x="connsiteX1" y="connsiteY1"/>
                  </a:cxn>
                  <a:cxn ang="0">
                    <a:pos x="connsiteX2" y="connsiteY2"/>
                  </a:cxn>
                </a:cxnLst>
                <a:rect l="l" t="t" r="r" b="b"/>
                <a:pathLst>
                  <a:path w="9594" h="2518">
                    <a:moveTo>
                      <a:pt x="3745" y="0"/>
                    </a:moveTo>
                    <a:cubicBezTo>
                      <a:pt x="-7388" y="509"/>
                      <a:pt x="9877" y="4475"/>
                      <a:pt x="9591" y="1297"/>
                    </a:cubicBezTo>
                    <a:cubicBezTo>
                      <a:pt x="8951" y="623"/>
                      <a:pt x="6339" y="40"/>
                      <a:pt x="374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2" name="Freeform: Shape 231">
                <a:extLst>
                  <a:ext uri="{FF2B5EF4-FFF2-40B4-BE49-F238E27FC236}">
                    <a16:creationId xmlns:a16="http://schemas.microsoft.com/office/drawing/2014/main" id="{BB172379-8DD8-DC80-A720-4BC394B5E7C7}"/>
                  </a:ext>
                </a:extLst>
              </p:cNvPr>
              <p:cNvSpPr/>
              <p:nvPr/>
            </p:nvSpPr>
            <p:spPr>
              <a:xfrm>
                <a:off x="7489768" y="5179753"/>
                <a:ext cx="7270" cy="6375"/>
              </a:xfrm>
              <a:custGeom>
                <a:avLst/>
                <a:gdLst>
                  <a:gd name="connsiteX0" fmla="*/ 2870 w 7270"/>
                  <a:gd name="connsiteY0" fmla="*/ 1997 h 6375"/>
                  <a:gd name="connsiteX1" fmla="*/ 7271 w 7270"/>
                  <a:gd name="connsiteY1" fmla="*/ 6272 h 6375"/>
                  <a:gd name="connsiteX2" fmla="*/ 2870 w 7270"/>
                  <a:gd name="connsiteY2" fmla="*/ 1997 h 6375"/>
                </a:gdLst>
                <a:ahLst/>
                <a:cxnLst>
                  <a:cxn ang="0">
                    <a:pos x="connsiteX0" y="connsiteY0"/>
                  </a:cxn>
                  <a:cxn ang="0">
                    <a:pos x="connsiteX1" y="connsiteY1"/>
                  </a:cxn>
                  <a:cxn ang="0">
                    <a:pos x="connsiteX2" y="connsiteY2"/>
                  </a:cxn>
                </a:cxnLst>
                <a:rect l="l" t="t" r="r" b="b"/>
                <a:pathLst>
                  <a:path w="7270" h="6375">
                    <a:moveTo>
                      <a:pt x="2870" y="1997"/>
                    </a:moveTo>
                    <a:cubicBezTo>
                      <a:pt x="-5462" y="-4673"/>
                      <a:pt x="6968" y="7615"/>
                      <a:pt x="7271" y="6272"/>
                    </a:cubicBezTo>
                    <a:cubicBezTo>
                      <a:pt x="6802" y="5535"/>
                      <a:pt x="4836" y="3631"/>
                      <a:pt x="2870" y="19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3" name="Freeform: Shape 232">
                <a:extLst>
                  <a:ext uri="{FF2B5EF4-FFF2-40B4-BE49-F238E27FC236}">
                    <a16:creationId xmlns:a16="http://schemas.microsoft.com/office/drawing/2014/main" id="{F5590412-540C-398A-DBE2-2BAD905E2B31}"/>
                  </a:ext>
                </a:extLst>
              </p:cNvPr>
              <p:cNvSpPr/>
              <p:nvPr/>
            </p:nvSpPr>
            <p:spPr>
              <a:xfrm>
                <a:off x="7593403" y="5335494"/>
                <a:ext cx="7226" cy="10602"/>
              </a:xfrm>
              <a:custGeom>
                <a:avLst/>
                <a:gdLst>
                  <a:gd name="connsiteX0" fmla="*/ 2832 w 7226"/>
                  <a:gd name="connsiteY0" fmla="*/ 4167 h 10602"/>
                  <a:gd name="connsiteX1" fmla="*/ 7227 w 7226"/>
                  <a:gd name="connsiteY1" fmla="*/ 10603 h 10602"/>
                  <a:gd name="connsiteX2" fmla="*/ 2832 w 7226"/>
                  <a:gd name="connsiteY2" fmla="*/ 4167 h 10602"/>
                </a:gdLst>
                <a:ahLst/>
                <a:cxnLst>
                  <a:cxn ang="0">
                    <a:pos x="connsiteX0" y="connsiteY0"/>
                  </a:cxn>
                  <a:cxn ang="0">
                    <a:pos x="connsiteX1" y="connsiteY1"/>
                  </a:cxn>
                  <a:cxn ang="0">
                    <a:pos x="connsiteX2" y="connsiteY2"/>
                  </a:cxn>
                </a:cxnLst>
                <a:rect l="l" t="t" r="r" b="b"/>
                <a:pathLst>
                  <a:path w="7226" h="10602">
                    <a:moveTo>
                      <a:pt x="2832" y="4167"/>
                    </a:moveTo>
                    <a:cubicBezTo>
                      <a:pt x="-5489" y="-8091"/>
                      <a:pt x="7170" y="10597"/>
                      <a:pt x="7227" y="10603"/>
                    </a:cubicBezTo>
                    <a:cubicBezTo>
                      <a:pt x="6753" y="9900"/>
                      <a:pt x="4786" y="7036"/>
                      <a:pt x="2832" y="4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4" name="Freeform: Shape 233">
                <a:extLst>
                  <a:ext uri="{FF2B5EF4-FFF2-40B4-BE49-F238E27FC236}">
                    <a16:creationId xmlns:a16="http://schemas.microsoft.com/office/drawing/2014/main" id="{8655FC58-11F0-F2A9-2480-975825F7000E}"/>
                  </a:ext>
                </a:extLst>
              </p:cNvPr>
              <p:cNvSpPr/>
              <p:nvPr/>
            </p:nvSpPr>
            <p:spPr>
              <a:xfrm>
                <a:off x="7439804" y="5102860"/>
                <a:ext cx="7315" cy="4142"/>
              </a:xfrm>
              <a:custGeom>
                <a:avLst/>
                <a:gdLst>
                  <a:gd name="connsiteX0" fmla="*/ 2920 w 7315"/>
                  <a:gd name="connsiteY0" fmla="*/ 846 h 4142"/>
                  <a:gd name="connsiteX1" fmla="*/ 7315 w 7315"/>
                  <a:gd name="connsiteY1" fmla="*/ 3761 h 4142"/>
                  <a:gd name="connsiteX2" fmla="*/ 2920 w 7315"/>
                  <a:gd name="connsiteY2" fmla="*/ 846 h 4142"/>
                </a:gdLst>
                <a:ahLst/>
                <a:cxnLst>
                  <a:cxn ang="0">
                    <a:pos x="connsiteX0" y="connsiteY0"/>
                  </a:cxn>
                  <a:cxn ang="0">
                    <a:pos x="connsiteX1" y="connsiteY1"/>
                  </a:cxn>
                  <a:cxn ang="0">
                    <a:pos x="connsiteX2" y="connsiteY2"/>
                  </a:cxn>
                </a:cxnLst>
                <a:rect l="l" t="t" r="r" b="b"/>
                <a:pathLst>
                  <a:path w="7315" h="4142">
                    <a:moveTo>
                      <a:pt x="2920" y="846"/>
                    </a:moveTo>
                    <a:cubicBezTo>
                      <a:pt x="-5549" y="-2663"/>
                      <a:pt x="7075" y="6024"/>
                      <a:pt x="7315" y="3761"/>
                    </a:cubicBezTo>
                    <a:cubicBezTo>
                      <a:pt x="6869" y="3052"/>
                      <a:pt x="4904" y="1755"/>
                      <a:pt x="2920" y="8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5" name="Freeform: Shape 234">
                <a:extLst>
                  <a:ext uri="{FF2B5EF4-FFF2-40B4-BE49-F238E27FC236}">
                    <a16:creationId xmlns:a16="http://schemas.microsoft.com/office/drawing/2014/main" id="{6A154B8F-0277-5B38-0A84-CDAD0D7171B2}"/>
                  </a:ext>
                </a:extLst>
              </p:cNvPr>
              <p:cNvSpPr/>
              <p:nvPr/>
            </p:nvSpPr>
            <p:spPr>
              <a:xfrm>
                <a:off x="7392950" y="5030526"/>
                <a:ext cx="7340" cy="2587"/>
              </a:xfrm>
              <a:custGeom>
                <a:avLst/>
                <a:gdLst>
                  <a:gd name="connsiteX0" fmla="*/ 2997 w 7340"/>
                  <a:gd name="connsiteY0" fmla="*/ 91 h 2587"/>
                  <a:gd name="connsiteX1" fmla="*/ 7340 w 7340"/>
                  <a:gd name="connsiteY1" fmla="*/ 1817 h 2587"/>
                  <a:gd name="connsiteX2" fmla="*/ 2997 w 7340"/>
                  <a:gd name="connsiteY2" fmla="*/ 91 h 2587"/>
                </a:gdLst>
                <a:ahLst/>
                <a:cxnLst>
                  <a:cxn ang="0">
                    <a:pos x="connsiteX0" y="connsiteY0"/>
                  </a:cxn>
                  <a:cxn ang="0">
                    <a:pos x="connsiteX1" y="connsiteY1"/>
                  </a:cxn>
                  <a:cxn ang="0">
                    <a:pos x="connsiteX2" y="connsiteY2"/>
                  </a:cxn>
                </a:cxnLst>
                <a:rect l="l" t="t" r="r" b="b"/>
                <a:pathLst>
                  <a:path w="7340" h="2587">
                    <a:moveTo>
                      <a:pt x="2997" y="91"/>
                    </a:moveTo>
                    <a:cubicBezTo>
                      <a:pt x="-5667" y="-743"/>
                      <a:pt x="7197" y="4497"/>
                      <a:pt x="7340" y="1817"/>
                    </a:cubicBezTo>
                    <a:cubicBezTo>
                      <a:pt x="6934" y="1177"/>
                      <a:pt x="4991" y="405"/>
                      <a:pt x="2997"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6" name="Freeform: Shape 235">
                <a:extLst>
                  <a:ext uri="{FF2B5EF4-FFF2-40B4-BE49-F238E27FC236}">
                    <a16:creationId xmlns:a16="http://schemas.microsoft.com/office/drawing/2014/main" id="{448FB613-533D-5A8E-B3CB-F4B063FA3494}"/>
                  </a:ext>
                </a:extLst>
              </p:cNvPr>
              <p:cNvSpPr/>
              <p:nvPr/>
            </p:nvSpPr>
            <p:spPr>
              <a:xfrm>
                <a:off x="7541472" y="5258324"/>
                <a:ext cx="7196" cy="8719"/>
              </a:xfrm>
              <a:custGeom>
                <a:avLst/>
                <a:gdLst>
                  <a:gd name="connsiteX0" fmla="*/ 2801 w 7196"/>
                  <a:gd name="connsiteY0" fmla="*/ 3168 h 8719"/>
                  <a:gd name="connsiteX1" fmla="*/ 7196 w 7196"/>
                  <a:gd name="connsiteY1" fmla="*/ 8711 h 8719"/>
                  <a:gd name="connsiteX2" fmla="*/ 2801 w 7196"/>
                  <a:gd name="connsiteY2" fmla="*/ 3168 h 8719"/>
                </a:gdLst>
                <a:ahLst/>
                <a:cxnLst>
                  <a:cxn ang="0">
                    <a:pos x="connsiteX0" y="connsiteY0"/>
                  </a:cxn>
                  <a:cxn ang="0">
                    <a:pos x="connsiteX1" y="connsiteY1"/>
                  </a:cxn>
                  <a:cxn ang="0">
                    <a:pos x="connsiteX2" y="connsiteY2"/>
                  </a:cxn>
                </a:cxnLst>
                <a:rect l="l" t="t" r="r" b="b"/>
                <a:pathLst>
                  <a:path w="7196" h="8719">
                    <a:moveTo>
                      <a:pt x="2801" y="3168"/>
                    </a:moveTo>
                    <a:cubicBezTo>
                      <a:pt x="-5377" y="-6513"/>
                      <a:pt x="6928" y="9123"/>
                      <a:pt x="7196" y="8711"/>
                    </a:cubicBezTo>
                    <a:cubicBezTo>
                      <a:pt x="6722" y="7969"/>
                      <a:pt x="4756" y="5500"/>
                      <a:pt x="2801" y="31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7" name="Freeform: Shape 236">
                <a:extLst>
                  <a:ext uri="{FF2B5EF4-FFF2-40B4-BE49-F238E27FC236}">
                    <a16:creationId xmlns:a16="http://schemas.microsoft.com/office/drawing/2014/main" id="{811B4D01-C622-B75F-2AC7-74C60AC940CE}"/>
                  </a:ext>
                </a:extLst>
              </p:cNvPr>
              <p:cNvSpPr/>
              <p:nvPr/>
            </p:nvSpPr>
            <p:spPr>
              <a:xfrm>
                <a:off x="7861089" y="6003850"/>
                <a:ext cx="8753" cy="10524"/>
              </a:xfrm>
              <a:custGeom>
                <a:avLst/>
                <a:gdLst>
                  <a:gd name="connsiteX0" fmla="*/ 3385 w 8753"/>
                  <a:gd name="connsiteY0" fmla="*/ 2026 h 10524"/>
                  <a:gd name="connsiteX1" fmla="*/ 5362 w 8753"/>
                  <a:gd name="connsiteY1" fmla="*/ 8575 h 10524"/>
                  <a:gd name="connsiteX2" fmla="*/ 3385 w 8753"/>
                  <a:gd name="connsiteY2" fmla="*/ 2026 h 10524"/>
                </a:gdLst>
                <a:ahLst/>
                <a:cxnLst>
                  <a:cxn ang="0">
                    <a:pos x="connsiteX0" y="connsiteY0"/>
                  </a:cxn>
                  <a:cxn ang="0">
                    <a:pos x="connsiteX1" y="connsiteY1"/>
                  </a:cxn>
                  <a:cxn ang="0">
                    <a:pos x="connsiteX2" y="connsiteY2"/>
                  </a:cxn>
                </a:cxnLst>
                <a:rect l="l" t="t" r="r" b="b"/>
                <a:pathLst>
                  <a:path w="8753" h="10524">
                    <a:moveTo>
                      <a:pt x="3385" y="2026"/>
                    </a:moveTo>
                    <a:cubicBezTo>
                      <a:pt x="-3845" y="-4369"/>
                      <a:pt x="2293" y="6209"/>
                      <a:pt x="5362" y="8575"/>
                    </a:cubicBezTo>
                    <a:cubicBezTo>
                      <a:pt x="12614" y="14753"/>
                      <a:pt x="6442" y="4489"/>
                      <a:pt x="3385" y="20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8" name="Freeform: Shape 237">
                <a:extLst>
                  <a:ext uri="{FF2B5EF4-FFF2-40B4-BE49-F238E27FC236}">
                    <a16:creationId xmlns:a16="http://schemas.microsoft.com/office/drawing/2014/main" id="{3308CB1C-75D1-850A-4C36-4D8E4D2BE112}"/>
                  </a:ext>
                </a:extLst>
              </p:cNvPr>
              <p:cNvSpPr/>
              <p:nvPr/>
            </p:nvSpPr>
            <p:spPr>
              <a:xfrm>
                <a:off x="7800366" y="5890727"/>
                <a:ext cx="8415" cy="11139"/>
              </a:xfrm>
              <a:custGeom>
                <a:avLst/>
                <a:gdLst>
                  <a:gd name="connsiteX0" fmla="*/ 3277 w 8415"/>
                  <a:gd name="connsiteY0" fmla="*/ 3775 h 11139"/>
                  <a:gd name="connsiteX1" fmla="*/ 8415 w 8415"/>
                  <a:gd name="connsiteY1" fmla="*/ 11113 h 11139"/>
                  <a:gd name="connsiteX2" fmla="*/ 3277 w 8415"/>
                  <a:gd name="connsiteY2" fmla="*/ 3775 h 11139"/>
                </a:gdLst>
                <a:ahLst/>
                <a:cxnLst>
                  <a:cxn ang="0">
                    <a:pos x="connsiteX0" y="connsiteY0"/>
                  </a:cxn>
                  <a:cxn ang="0">
                    <a:pos x="connsiteX1" y="connsiteY1"/>
                  </a:cxn>
                  <a:cxn ang="0">
                    <a:pos x="connsiteX2" y="connsiteY2"/>
                  </a:cxn>
                </a:cxnLst>
                <a:rect l="l" t="t" r="r" b="b"/>
                <a:pathLst>
                  <a:path w="8415" h="11139">
                    <a:moveTo>
                      <a:pt x="3277" y="3775"/>
                    </a:moveTo>
                    <a:cubicBezTo>
                      <a:pt x="-6209" y="-8118"/>
                      <a:pt x="7861" y="11970"/>
                      <a:pt x="8415" y="11113"/>
                    </a:cubicBezTo>
                    <a:cubicBezTo>
                      <a:pt x="7878" y="10061"/>
                      <a:pt x="5581" y="6781"/>
                      <a:pt x="3277" y="37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39" name="Freeform: Shape 238">
                <a:extLst>
                  <a:ext uri="{FF2B5EF4-FFF2-40B4-BE49-F238E27FC236}">
                    <a16:creationId xmlns:a16="http://schemas.microsoft.com/office/drawing/2014/main" id="{7A489F74-626C-1B7A-2C05-BDA23146BF06}"/>
                  </a:ext>
                </a:extLst>
              </p:cNvPr>
              <p:cNvSpPr/>
              <p:nvPr/>
            </p:nvSpPr>
            <p:spPr>
              <a:xfrm>
                <a:off x="7921728" y="6226867"/>
                <a:ext cx="9231" cy="6155"/>
              </a:xfrm>
              <a:custGeom>
                <a:avLst/>
                <a:gdLst>
                  <a:gd name="connsiteX0" fmla="*/ 3565 w 9231"/>
                  <a:gd name="connsiteY0" fmla="*/ 71 h 6155"/>
                  <a:gd name="connsiteX1" fmla="*/ 5669 w 9231"/>
                  <a:gd name="connsiteY1" fmla="*/ 6095 h 6155"/>
                  <a:gd name="connsiteX2" fmla="*/ 3565 w 9231"/>
                  <a:gd name="connsiteY2" fmla="*/ 71 h 6155"/>
                </a:gdLst>
                <a:ahLst/>
                <a:cxnLst>
                  <a:cxn ang="0">
                    <a:pos x="connsiteX0" y="connsiteY0"/>
                  </a:cxn>
                  <a:cxn ang="0">
                    <a:pos x="connsiteX1" y="connsiteY1"/>
                  </a:cxn>
                  <a:cxn ang="0">
                    <a:pos x="connsiteX2" y="connsiteY2"/>
                  </a:cxn>
                </a:cxnLst>
                <a:rect l="l" t="t" r="r" b="b"/>
                <a:pathLst>
                  <a:path w="9231" h="6155">
                    <a:moveTo>
                      <a:pt x="3565" y="71"/>
                    </a:moveTo>
                    <a:cubicBezTo>
                      <a:pt x="-3493" y="-752"/>
                      <a:pt x="1393" y="5826"/>
                      <a:pt x="5669" y="6095"/>
                    </a:cubicBezTo>
                    <a:cubicBezTo>
                      <a:pt x="12755" y="6843"/>
                      <a:pt x="7783" y="477"/>
                      <a:pt x="3565" y="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0" name="Freeform: Shape 239">
                <a:extLst>
                  <a:ext uri="{FF2B5EF4-FFF2-40B4-BE49-F238E27FC236}">
                    <a16:creationId xmlns:a16="http://schemas.microsoft.com/office/drawing/2014/main" id="{DAA65F2F-0BED-6402-FB5D-67AAF7799CF0}"/>
                  </a:ext>
                </a:extLst>
              </p:cNvPr>
              <p:cNvSpPr/>
              <p:nvPr/>
            </p:nvSpPr>
            <p:spPr>
              <a:xfrm>
                <a:off x="7745309" y="5734729"/>
                <a:ext cx="8134" cy="12207"/>
              </a:xfrm>
              <a:custGeom>
                <a:avLst/>
                <a:gdLst>
                  <a:gd name="connsiteX0" fmla="*/ 3288 w 8134"/>
                  <a:gd name="connsiteY0" fmla="*/ 3359 h 12207"/>
                  <a:gd name="connsiteX1" fmla="*/ 8134 w 8134"/>
                  <a:gd name="connsiteY1" fmla="*/ 11828 h 12207"/>
                  <a:gd name="connsiteX2" fmla="*/ 3288 w 8134"/>
                  <a:gd name="connsiteY2" fmla="*/ 3359 h 12207"/>
                </a:gdLst>
                <a:ahLst/>
                <a:cxnLst>
                  <a:cxn ang="0">
                    <a:pos x="connsiteX0" y="connsiteY0"/>
                  </a:cxn>
                  <a:cxn ang="0">
                    <a:pos x="connsiteX1" y="connsiteY1"/>
                  </a:cxn>
                  <a:cxn ang="0">
                    <a:pos x="connsiteX2" y="connsiteY2"/>
                  </a:cxn>
                </a:cxnLst>
                <a:rect l="l" t="t" r="r" b="b"/>
                <a:pathLst>
                  <a:path w="8134" h="12207">
                    <a:moveTo>
                      <a:pt x="3288" y="3359"/>
                    </a:moveTo>
                    <a:cubicBezTo>
                      <a:pt x="-6016" y="-8591"/>
                      <a:pt x="7294" y="15469"/>
                      <a:pt x="8134" y="11828"/>
                    </a:cubicBezTo>
                    <a:cubicBezTo>
                      <a:pt x="7660" y="10160"/>
                      <a:pt x="5488" y="6382"/>
                      <a:pt x="3288" y="33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1" name="Freeform: Shape 240">
                <a:extLst>
                  <a:ext uri="{FF2B5EF4-FFF2-40B4-BE49-F238E27FC236}">
                    <a16:creationId xmlns:a16="http://schemas.microsoft.com/office/drawing/2014/main" id="{36C06B98-4DE6-AC07-B7B4-309C81BE70E3}"/>
                  </a:ext>
                </a:extLst>
              </p:cNvPr>
              <p:cNvSpPr/>
              <p:nvPr/>
            </p:nvSpPr>
            <p:spPr>
              <a:xfrm>
                <a:off x="7694808" y="5549527"/>
                <a:ext cx="7697" cy="11978"/>
              </a:xfrm>
              <a:custGeom>
                <a:avLst/>
                <a:gdLst>
                  <a:gd name="connsiteX0" fmla="*/ 3091 w 7697"/>
                  <a:gd name="connsiteY0" fmla="*/ 3321 h 11978"/>
                  <a:gd name="connsiteX1" fmla="*/ 7697 w 7697"/>
                  <a:gd name="connsiteY1" fmla="*/ 11693 h 11978"/>
                  <a:gd name="connsiteX2" fmla="*/ 3091 w 7697"/>
                  <a:gd name="connsiteY2" fmla="*/ 3321 h 11978"/>
                </a:gdLst>
                <a:ahLst/>
                <a:cxnLst>
                  <a:cxn ang="0">
                    <a:pos x="connsiteX0" y="connsiteY0"/>
                  </a:cxn>
                  <a:cxn ang="0">
                    <a:pos x="connsiteX1" y="connsiteY1"/>
                  </a:cxn>
                  <a:cxn ang="0">
                    <a:pos x="connsiteX2" y="connsiteY2"/>
                  </a:cxn>
                </a:cxnLst>
                <a:rect l="l" t="t" r="r" b="b"/>
                <a:pathLst>
                  <a:path w="7697" h="11978">
                    <a:moveTo>
                      <a:pt x="3091" y="3321"/>
                    </a:moveTo>
                    <a:cubicBezTo>
                      <a:pt x="-5653" y="-8361"/>
                      <a:pt x="6845" y="14773"/>
                      <a:pt x="7697" y="11693"/>
                    </a:cubicBezTo>
                    <a:cubicBezTo>
                      <a:pt x="7240" y="10093"/>
                      <a:pt x="5177" y="6361"/>
                      <a:pt x="3091" y="33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2" name="Freeform: Shape 241">
                <a:extLst>
                  <a:ext uri="{FF2B5EF4-FFF2-40B4-BE49-F238E27FC236}">
                    <a16:creationId xmlns:a16="http://schemas.microsoft.com/office/drawing/2014/main" id="{9E235710-5937-FEB4-5B3F-925288DE8761}"/>
                  </a:ext>
                </a:extLst>
              </p:cNvPr>
              <p:cNvSpPr/>
              <p:nvPr/>
            </p:nvSpPr>
            <p:spPr>
              <a:xfrm>
                <a:off x="9063364" y="7526420"/>
                <a:ext cx="13342" cy="5051"/>
              </a:xfrm>
              <a:custGeom>
                <a:avLst/>
                <a:gdLst>
                  <a:gd name="connsiteX0" fmla="*/ 4363 w 13342"/>
                  <a:gd name="connsiteY0" fmla="*/ 0 h 5051"/>
                  <a:gd name="connsiteX1" fmla="*/ 12872 w 13342"/>
                  <a:gd name="connsiteY1" fmla="*/ 4184 h 5051"/>
                  <a:gd name="connsiteX2" fmla="*/ 4363 w 13342"/>
                  <a:gd name="connsiteY2" fmla="*/ 0 h 5051"/>
                </a:gdLst>
                <a:ahLst/>
                <a:cxnLst>
                  <a:cxn ang="0">
                    <a:pos x="connsiteX0" y="connsiteY0"/>
                  </a:cxn>
                  <a:cxn ang="0">
                    <a:pos x="connsiteX1" y="connsiteY1"/>
                  </a:cxn>
                  <a:cxn ang="0">
                    <a:pos x="connsiteX2" y="connsiteY2"/>
                  </a:cxn>
                </a:cxnLst>
                <a:rect l="l" t="t" r="r" b="b"/>
                <a:pathLst>
                  <a:path w="13342" h="5051">
                    <a:moveTo>
                      <a:pt x="4363" y="0"/>
                    </a:moveTo>
                    <a:cubicBezTo>
                      <a:pt x="-7822" y="1160"/>
                      <a:pt x="8975" y="7287"/>
                      <a:pt x="12872" y="4184"/>
                    </a:cubicBezTo>
                    <a:cubicBezTo>
                      <a:pt x="15449" y="989"/>
                      <a:pt x="6712" y="23"/>
                      <a:pt x="43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3" name="Freeform: Shape 242">
                <a:extLst>
                  <a:ext uri="{FF2B5EF4-FFF2-40B4-BE49-F238E27FC236}">
                    <a16:creationId xmlns:a16="http://schemas.microsoft.com/office/drawing/2014/main" id="{6526B04A-9560-E8FF-DF51-AE2C29832993}"/>
                  </a:ext>
                </a:extLst>
              </p:cNvPr>
              <p:cNvSpPr/>
              <p:nvPr/>
            </p:nvSpPr>
            <p:spPr>
              <a:xfrm>
                <a:off x="7155442" y="4965260"/>
                <a:ext cx="6904" cy="1414"/>
              </a:xfrm>
              <a:custGeom>
                <a:avLst/>
                <a:gdLst>
                  <a:gd name="connsiteX0" fmla="*/ 2710 w 6904"/>
                  <a:gd name="connsiteY0" fmla="*/ 0 h 1414"/>
                  <a:gd name="connsiteX1" fmla="*/ 6904 w 6904"/>
                  <a:gd name="connsiteY1" fmla="*/ 680 h 1414"/>
                  <a:gd name="connsiteX2" fmla="*/ 2710 w 6904"/>
                  <a:gd name="connsiteY2" fmla="*/ 0 h 1414"/>
                </a:gdLst>
                <a:ahLst/>
                <a:cxnLst>
                  <a:cxn ang="0">
                    <a:pos x="connsiteX0" y="connsiteY0"/>
                  </a:cxn>
                  <a:cxn ang="0">
                    <a:pos x="connsiteX1" y="connsiteY1"/>
                  </a:cxn>
                  <a:cxn ang="0">
                    <a:pos x="connsiteX2" y="connsiteY2"/>
                  </a:cxn>
                </a:cxnLst>
                <a:rect l="l" t="t" r="r" b="b"/>
                <a:pathLst>
                  <a:path w="6904" h="1414">
                    <a:moveTo>
                      <a:pt x="2710" y="0"/>
                    </a:moveTo>
                    <a:cubicBezTo>
                      <a:pt x="-4829" y="211"/>
                      <a:pt x="5618" y="2583"/>
                      <a:pt x="6904" y="680"/>
                    </a:cubicBezTo>
                    <a:cubicBezTo>
                      <a:pt x="6041" y="91"/>
                      <a:pt x="4018" y="34"/>
                      <a:pt x="271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4" name="Freeform: Shape 243">
                <a:extLst>
                  <a:ext uri="{FF2B5EF4-FFF2-40B4-BE49-F238E27FC236}">
                    <a16:creationId xmlns:a16="http://schemas.microsoft.com/office/drawing/2014/main" id="{7F882D4B-16E3-80AB-19EC-C99941DC26F2}"/>
                  </a:ext>
                </a:extLst>
              </p:cNvPr>
              <p:cNvSpPr/>
              <p:nvPr/>
            </p:nvSpPr>
            <p:spPr>
              <a:xfrm>
                <a:off x="7954285" y="6445001"/>
                <a:ext cx="10035" cy="3316"/>
              </a:xfrm>
              <a:custGeom>
                <a:avLst/>
                <a:gdLst>
                  <a:gd name="connsiteX0" fmla="*/ 3801 w 10035"/>
                  <a:gd name="connsiteY0" fmla="*/ 1027 h 3316"/>
                  <a:gd name="connsiteX1" fmla="*/ 10036 w 10035"/>
                  <a:gd name="connsiteY1" fmla="*/ 3268 h 3316"/>
                  <a:gd name="connsiteX2" fmla="*/ 3801 w 10035"/>
                  <a:gd name="connsiteY2" fmla="*/ 1027 h 3316"/>
                </a:gdLst>
                <a:ahLst/>
                <a:cxnLst>
                  <a:cxn ang="0">
                    <a:pos x="connsiteX0" y="connsiteY0"/>
                  </a:cxn>
                  <a:cxn ang="0">
                    <a:pos x="connsiteX1" y="connsiteY1"/>
                  </a:cxn>
                  <a:cxn ang="0">
                    <a:pos x="connsiteX2" y="connsiteY2"/>
                  </a:cxn>
                </a:cxnLst>
                <a:rect l="l" t="t" r="r" b="b"/>
                <a:pathLst>
                  <a:path w="10035" h="3316">
                    <a:moveTo>
                      <a:pt x="3801" y="1027"/>
                    </a:moveTo>
                    <a:cubicBezTo>
                      <a:pt x="-7515" y="-2408"/>
                      <a:pt x="10041" y="3930"/>
                      <a:pt x="10036" y="3268"/>
                    </a:cubicBezTo>
                    <a:cubicBezTo>
                      <a:pt x="9298" y="2885"/>
                      <a:pt x="6510" y="1879"/>
                      <a:pt x="3801" y="10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5" name="Freeform: Shape 244">
                <a:extLst>
                  <a:ext uri="{FF2B5EF4-FFF2-40B4-BE49-F238E27FC236}">
                    <a16:creationId xmlns:a16="http://schemas.microsoft.com/office/drawing/2014/main" id="{CBC78A1E-5AB1-2E0E-9060-42C6A974A93D}"/>
                  </a:ext>
                </a:extLst>
              </p:cNvPr>
              <p:cNvSpPr/>
              <p:nvPr/>
            </p:nvSpPr>
            <p:spPr>
              <a:xfrm>
                <a:off x="8036157" y="6494427"/>
                <a:ext cx="10213" cy="4435"/>
              </a:xfrm>
              <a:custGeom>
                <a:avLst/>
                <a:gdLst>
                  <a:gd name="connsiteX0" fmla="*/ 3847 w 10213"/>
                  <a:gd name="connsiteY0" fmla="*/ 1287 h 4435"/>
                  <a:gd name="connsiteX1" fmla="*/ 10214 w 10213"/>
                  <a:gd name="connsiteY1" fmla="*/ 4339 h 4435"/>
                  <a:gd name="connsiteX2" fmla="*/ 3847 w 10213"/>
                  <a:gd name="connsiteY2" fmla="*/ 1287 h 4435"/>
                </a:gdLst>
                <a:ahLst/>
                <a:cxnLst>
                  <a:cxn ang="0">
                    <a:pos x="connsiteX0" y="connsiteY0"/>
                  </a:cxn>
                  <a:cxn ang="0">
                    <a:pos x="connsiteX1" y="connsiteY1"/>
                  </a:cxn>
                  <a:cxn ang="0">
                    <a:pos x="connsiteX2" y="connsiteY2"/>
                  </a:cxn>
                </a:cxnLst>
                <a:rect l="l" t="t" r="r" b="b"/>
                <a:pathLst>
                  <a:path w="10213" h="4435">
                    <a:moveTo>
                      <a:pt x="3847" y="1287"/>
                    </a:moveTo>
                    <a:cubicBezTo>
                      <a:pt x="-7623" y="-3160"/>
                      <a:pt x="10208" y="5430"/>
                      <a:pt x="10214" y="4339"/>
                    </a:cubicBezTo>
                    <a:cubicBezTo>
                      <a:pt x="9453" y="3785"/>
                      <a:pt x="6608" y="2419"/>
                      <a:pt x="3847" y="1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6" name="Freeform: Shape 245">
                <a:extLst>
                  <a:ext uri="{FF2B5EF4-FFF2-40B4-BE49-F238E27FC236}">
                    <a16:creationId xmlns:a16="http://schemas.microsoft.com/office/drawing/2014/main" id="{BD3D2A0F-2906-6C26-0500-C35CC0ADDABD}"/>
                  </a:ext>
                </a:extLst>
              </p:cNvPr>
              <p:cNvSpPr/>
              <p:nvPr/>
            </p:nvSpPr>
            <p:spPr>
              <a:xfrm>
                <a:off x="8119966" y="6569264"/>
                <a:ext cx="10513" cy="5638"/>
              </a:xfrm>
              <a:custGeom>
                <a:avLst/>
                <a:gdLst>
                  <a:gd name="connsiteX0" fmla="*/ 4009 w 10513"/>
                  <a:gd name="connsiteY0" fmla="*/ 1391 h 5638"/>
                  <a:gd name="connsiteX1" fmla="*/ 10513 w 10513"/>
                  <a:gd name="connsiteY1" fmla="*/ 5294 h 5638"/>
                  <a:gd name="connsiteX2" fmla="*/ 4009 w 10513"/>
                  <a:gd name="connsiteY2" fmla="*/ 1391 h 5638"/>
                </a:gdLst>
                <a:ahLst/>
                <a:cxnLst>
                  <a:cxn ang="0">
                    <a:pos x="connsiteX0" y="connsiteY0"/>
                  </a:cxn>
                  <a:cxn ang="0">
                    <a:pos x="connsiteX1" y="connsiteY1"/>
                  </a:cxn>
                  <a:cxn ang="0">
                    <a:pos x="connsiteX2" y="connsiteY2"/>
                  </a:cxn>
                </a:cxnLst>
                <a:rect l="l" t="t" r="r" b="b"/>
                <a:pathLst>
                  <a:path w="10513" h="5638">
                    <a:moveTo>
                      <a:pt x="4009" y="1391"/>
                    </a:moveTo>
                    <a:cubicBezTo>
                      <a:pt x="-7941" y="-3890"/>
                      <a:pt x="10644" y="7746"/>
                      <a:pt x="10513" y="5294"/>
                    </a:cubicBezTo>
                    <a:cubicBezTo>
                      <a:pt x="9735" y="4448"/>
                      <a:pt x="6827" y="2706"/>
                      <a:pt x="4009" y="13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7" name="Freeform: Shape 246">
                <a:extLst>
                  <a:ext uri="{FF2B5EF4-FFF2-40B4-BE49-F238E27FC236}">
                    <a16:creationId xmlns:a16="http://schemas.microsoft.com/office/drawing/2014/main" id="{3CCA6BE6-87A6-47F7-F99E-D455BAF4BB1D}"/>
                  </a:ext>
                </a:extLst>
              </p:cNvPr>
              <p:cNvSpPr/>
              <p:nvPr/>
            </p:nvSpPr>
            <p:spPr>
              <a:xfrm>
                <a:off x="7801510" y="6371496"/>
                <a:ext cx="9734" cy="1682"/>
              </a:xfrm>
              <a:custGeom>
                <a:avLst/>
                <a:gdLst>
                  <a:gd name="connsiteX0" fmla="*/ 3791 w 9734"/>
                  <a:gd name="connsiteY0" fmla="*/ 135 h 1682"/>
                  <a:gd name="connsiteX1" fmla="*/ 9734 w 9734"/>
                  <a:gd name="connsiteY1" fmla="*/ 1300 h 1682"/>
                  <a:gd name="connsiteX2" fmla="*/ 3791 w 9734"/>
                  <a:gd name="connsiteY2" fmla="*/ 135 h 1682"/>
                </a:gdLst>
                <a:ahLst/>
                <a:cxnLst>
                  <a:cxn ang="0">
                    <a:pos x="connsiteX0" y="connsiteY0"/>
                  </a:cxn>
                  <a:cxn ang="0">
                    <a:pos x="connsiteX1" y="connsiteY1"/>
                  </a:cxn>
                  <a:cxn ang="0">
                    <a:pos x="connsiteX2" y="connsiteY2"/>
                  </a:cxn>
                </a:cxnLst>
                <a:rect l="l" t="t" r="r" b="b"/>
                <a:pathLst>
                  <a:path w="9734" h="1682">
                    <a:moveTo>
                      <a:pt x="3791" y="135"/>
                    </a:moveTo>
                    <a:cubicBezTo>
                      <a:pt x="-7422" y="-717"/>
                      <a:pt x="9820" y="2815"/>
                      <a:pt x="9734" y="1300"/>
                    </a:cubicBezTo>
                    <a:cubicBezTo>
                      <a:pt x="9077" y="917"/>
                      <a:pt x="6419" y="398"/>
                      <a:pt x="3791" y="1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8" name="Freeform: Shape 247">
                <a:extLst>
                  <a:ext uri="{FF2B5EF4-FFF2-40B4-BE49-F238E27FC236}">
                    <a16:creationId xmlns:a16="http://schemas.microsoft.com/office/drawing/2014/main" id="{5687A0F1-7FD4-15FD-FA46-650CF0AD204D}"/>
                  </a:ext>
                </a:extLst>
              </p:cNvPr>
              <p:cNvSpPr/>
              <p:nvPr/>
            </p:nvSpPr>
            <p:spPr>
              <a:xfrm>
                <a:off x="7875624" y="6408305"/>
                <a:ext cx="9909" cy="2282"/>
              </a:xfrm>
              <a:custGeom>
                <a:avLst/>
                <a:gdLst>
                  <a:gd name="connsiteX0" fmla="*/ 3811 w 9909"/>
                  <a:gd name="connsiteY0" fmla="*/ 592 h 2282"/>
                  <a:gd name="connsiteX1" fmla="*/ 9909 w 9909"/>
                  <a:gd name="connsiteY1" fmla="*/ 2170 h 2282"/>
                  <a:gd name="connsiteX2" fmla="*/ 3811 w 9909"/>
                  <a:gd name="connsiteY2" fmla="*/ 592 h 2282"/>
                </a:gdLst>
                <a:ahLst/>
                <a:cxnLst>
                  <a:cxn ang="0">
                    <a:pos x="connsiteX0" y="connsiteY0"/>
                  </a:cxn>
                  <a:cxn ang="0">
                    <a:pos x="connsiteX1" y="connsiteY1"/>
                  </a:cxn>
                  <a:cxn ang="0">
                    <a:pos x="connsiteX2" y="connsiteY2"/>
                  </a:cxn>
                </a:cxnLst>
                <a:rect l="l" t="t" r="r" b="b"/>
                <a:pathLst>
                  <a:path w="9909" h="2282">
                    <a:moveTo>
                      <a:pt x="3811" y="592"/>
                    </a:moveTo>
                    <a:cubicBezTo>
                      <a:pt x="-7521" y="-1596"/>
                      <a:pt x="10041" y="3050"/>
                      <a:pt x="9909" y="2170"/>
                    </a:cubicBezTo>
                    <a:cubicBezTo>
                      <a:pt x="9212" y="1844"/>
                      <a:pt x="6480" y="1135"/>
                      <a:pt x="3811"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49" name="Freeform: Shape 248">
                <a:extLst>
                  <a:ext uri="{FF2B5EF4-FFF2-40B4-BE49-F238E27FC236}">
                    <a16:creationId xmlns:a16="http://schemas.microsoft.com/office/drawing/2014/main" id="{55F24EEA-6A0A-8498-CDB0-C5CEA05A3D3C}"/>
                  </a:ext>
                </a:extLst>
              </p:cNvPr>
              <p:cNvSpPr/>
              <p:nvPr/>
            </p:nvSpPr>
            <p:spPr>
              <a:xfrm>
                <a:off x="7733099" y="6321532"/>
                <a:ext cx="9559" cy="2053"/>
              </a:xfrm>
              <a:custGeom>
                <a:avLst/>
                <a:gdLst>
                  <a:gd name="connsiteX0" fmla="*/ 3798 w 9559"/>
                  <a:gd name="connsiteY0" fmla="*/ 0 h 2053"/>
                  <a:gd name="connsiteX1" fmla="*/ 9559 w 9559"/>
                  <a:gd name="connsiteY1" fmla="*/ 1103 h 2053"/>
                  <a:gd name="connsiteX2" fmla="*/ 3798 w 9559"/>
                  <a:gd name="connsiteY2" fmla="*/ 0 h 2053"/>
                </a:gdLst>
                <a:ahLst/>
                <a:cxnLst>
                  <a:cxn ang="0">
                    <a:pos x="connsiteX0" y="connsiteY0"/>
                  </a:cxn>
                  <a:cxn ang="0">
                    <a:pos x="connsiteX1" y="connsiteY1"/>
                  </a:cxn>
                  <a:cxn ang="0">
                    <a:pos x="connsiteX2" y="connsiteY2"/>
                  </a:cxn>
                </a:cxnLst>
                <a:rect l="l" t="t" r="r" b="b"/>
                <a:pathLst>
                  <a:path w="9559" h="2053">
                    <a:moveTo>
                      <a:pt x="3798" y="0"/>
                    </a:moveTo>
                    <a:cubicBezTo>
                      <a:pt x="-7363" y="303"/>
                      <a:pt x="9634" y="3652"/>
                      <a:pt x="9559" y="1103"/>
                    </a:cubicBezTo>
                    <a:cubicBezTo>
                      <a:pt x="8965" y="548"/>
                      <a:pt x="6387" y="57"/>
                      <a:pt x="37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0" name="Freeform: Shape 249">
                <a:extLst>
                  <a:ext uri="{FF2B5EF4-FFF2-40B4-BE49-F238E27FC236}">
                    <a16:creationId xmlns:a16="http://schemas.microsoft.com/office/drawing/2014/main" id="{71B82B2E-706D-58F3-7899-7B92A9B15922}"/>
                  </a:ext>
                </a:extLst>
              </p:cNvPr>
              <p:cNvSpPr/>
              <p:nvPr/>
            </p:nvSpPr>
            <p:spPr>
              <a:xfrm>
                <a:off x="8480996" y="7180934"/>
                <a:ext cx="12397" cy="6044"/>
              </a:xfrm>
              <a:custGeom>
                <a:avLst/>
                <a:gdLst>
                  <a:gd name="connsiteX0" fmla="*/ 4516 w 12397"/>
                  <a:gd name="connsiteY0" fmla="*/ 31 h 6044"/>
                  <a:gd name="connsiteX1" fmla="*/ 7882 w 12397"/>
                  <a:gd name="connsiteY1" fmla="*/ 6015 h 6044"/>
                  <a:gd name="connsiteX2" fmla="*/ 4516 w 12397"/>
                  <a:gd name="connsiteY2" fmla="*/ 31 h 6044"/>
                </a:gdLst>
                <a:ahLst/>
                <a:cxnLst>
                  <a:cxn ang="0">
                    <a:pos x="connsiteX0" y="connsiteY0"/>
                  </a:cxn>
                  <a:cxn ang="0">
                    <a:pos x="connsiteX1" y="connsiteY1"/>
                  </a:cxn>
                  <a:cxn ang="0">
                    <a:pos x="connsiteX2" y="connsiteY2"/>
                  </a:cxn>
                </a:cxnLst>
                <a:rect l="l" t="t" r="r" b="b"/>
                <a:pathLst>
                  <a:path w="12397" h="6044">
                    <a:moveTo>
                      <a:pt x="4516" y="31"/>
                    </a:moveTo>
                    <a:cubicBezTo>
                      <a:pt x="-4908" y="-500"/>
                      <a:pt x="2510" y="5884"/>
                      <a:pt x="7882" y="6015"/>
                    </a:cubicBezTo>
                    <a:cubicBezTo>
                      <a:pt x="17312" y="6530"/>
                      <a:pt x="9876" y="186"/>
                      <a:pt x="4516"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1" name="Freeform: Shape 250">
                <a:extLst>
                  <a:ext uri="{FF2B5EF4-FFF2-40B4-BE49-F238E27FC236}">
                    <a16:creationId xmlns:a16="http://schemas.microsoft.com/office/drawing/2014/main" id="{62CD68FD-B3B6-4705-73F0-A6769131C953}"/>
                  </a:ext>
                </a:extLst>
              </p:cNvPr>
              <p:cNvSpPr/>
              <p:nvPr/>
            </p:nvSpPr>
            <p:spPr>
              <a:xfrm>
                <a:off x="8587324" y="7359723"/>
                <a:ext cx="12996" cy="5765"/>
              </a:xfrm>
              <a:custGeom>
                <a:avLst/>
                <a:gdLst>
                  <a:gd name="connsiteX0" fmla="*/ 4658 w 12996"/>
                  <a:gd name="connsiteY0" fmla="*/ 8 h 5765"/>
                  <a:gd name="connsiteX1" fmla="*/ 8339 w 12996"/>
                  <a:gd name="connsiteY1" fmla="*/ 5757 h 5765"/>
                  <a:gd name="connsiteX2" fmla="*/ 4658 w 12996"/>
                  <a:gd name="connsiteY2" fmla="*/ 8 h 5765"/>
                </a:gdLst>
                <a:ahLst/>
                <a:cxnLst>
                  <a:cxn ang="0">
                    <a:pos x="connsiteX0" y="connsiteY0"/>
                  </a:cxn>
                  <a:cxn ang="0">
                    <a:pos x="connsiteX1" y="connsiteY1"/>
                  </a:cxn>
                  <a:cxn ang="0">
                    <a:pos x="connsiteX2" y="connsiteY2"/>
                  </a:cxn>
                </a:cxnLst>
                <a:rect l="l" t="t" r="r" b="b"/>
                <a:pathLst>
                  <a:path w="12996" h="5765">
                    <a:moveTo>
                      <a:pt x="4658" y="8"/>
                    </a:moveTo>
                    <a:cubicBezTo>
                      <a:pt x="-5098" y="174"/>
                      <a:pt x="2617" y="6025"/>
                      <a:pt x="8339" y="5757"/>
                    </a:cubicBezTo>
                    <a:cubicBezTo>
                      <a:pt x="18100" y="5585"/>
                      <a:pt x="10367" y="-238"/>
                      <a:pt x="465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2" name="Freeform: Shape 251">
                <a:extLst>
                  <a:ext uri="{FF2B5EF4-FFF2-40B4-BE49-F238E27FC236}">
                    <a16:creationId xmlns:a16="http://schemas.microsoft.com/office/drawing/2014/main" id="{D0CD2B09-9C37-2D12-37E6-AC9EF95C4B8F}"/>
                  </a:ext>
                </a:extLst>
              </p:cNvPr>
              <p:cNvSpPr/>
              <p:nvPr/>
            </p:nvSpPr>
            <p:spPr>
              <a:xfrm>
                <a:off x="8291622" y="6831241"/>
                <a:ext cx="11319" cy="6430"/>
              </a:xfrm>
              <a:custGeom>
                <a:avLst/>
                <a:gdLst>
                  <a:gd name="connsiteX0" fmla="*/ 4329 w 11319"/>
                  <a:gd name="connsiteY0" fmla="*/ 486 h 6430"/>
                  <a:gd name="connsiteX1" fmla="*/ 11317 w 11319"/>
                  <a:gd name="connsiteY1" fmla="*/ 4978 h 6430"/>
                  <a:gd name="connsiteX2" fmla="*/ 4329 w 11319"/>
                  <a:gd name="connsiteY2" fmla="*/ 486 h 6430"/>
                </a:gdLst>
                <a:ahLst/>
                <a:cxnLst>
                  <a:cxn ang="0">
                    <a:pos x="connsiteX0" y="connsiteY0"/>
                  </a:cxn>
                  <a:cxn ang="0">
                    <a:pos x="connsiteX1" y="connsiteY1"/>
                  </a:cxn>
                  <a:cxn ang="0">
                    <a:pos x="connsiteX2" y="connsiteY2"/>
                  </a:cxn>
                </a:cxnLst>
                <a:rect l="l" t="t" r="r" b="b"/>
                <a:pathLst>
                  <a:path w="11319" h="6430">
                    <a:moveTo>
                      <a:pt x="4329" y="486"/>
                    </a:moveTo>
                    <a:cubicBezTo>
                      <a:pt x="-8599" y="-2662"/>
                      <a:pt x="11575" y="10728"/>
                      <a:pt x="11317" y="4978"/>
                    </a:cubicBezTo>
                    <a:cubicBezTo>
                      <a:pt x="10501" y="3521"/>
                      <a:pt x="7374" y="1510"/>
                      <a:pt x="4329" y="4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3" name="Freeform: Shape 252">
                <a:extLst>
                  <a:ext uri="{FF2B5EF4-FFF2-40B4-BE49-F238E27FC236}">
                    <a16:creationId xmlns:a16="http://schemas.microsoft.com/office/drawing/2014/main" id="{189B9751-C68D-E00A-D43C-E7B7CF9B2F92}"/>
                  </a:ext>
                </a:extLst>
              </p:cNvPr>
              <p:cNvSpPr/>
              <p:nvPr/>
            </p:nvSpPr>
            <p:spPr>
              <a:xfrm>
                <a:off x="8382983" y="7000998"/>
                <a:ext cx="11864" cy="6383"/>
              </a:xfrm>
              <a:custGeom>
                <a:avLst/>
                <a:gdLst>
                  <a:gd name="connsiteX0" fmla="*/ 4528 w 11864"/>
                  <a:gd name="connsiteY0" fmla="*/ 150 h 6383"/>
                  <a:gd name="connsiteX1" fmla="*/ 11855 w 11864"/>
                  <a:gd name="connsiteY1" fmla="*/ 4368 h 6383"/>
                  <a:gd name="connsiteX2" fmla="*/ 4528 w 11864"/>
                  <a:gd name="connsiteY2" fmla="*/ 150 h 6383"/>
                </a:gdLst>
                <a:ahLst/>
                <a:cxnLst>
                  <a:cxn ang="0">
                    <a:pos x="connsiteX0" y="connsiteY0"/>
                  </a:cxn>
                  <a:cxn ang="0">
                    <a:pos x="connsiteX1" y="connsiteY1"/>
                  </a:cxn>
                  <a:cxn ang="0">
                    <a:pos x="connsiteX2" y="connsiteY2"/>
                  </a:cxn>
                </a:cxnLst>
                <a:rect l="l" t="t" r="r" b="b"/>
                <a:pathLst>
                  <a:path w="11864" h="6383">
                    <a:moveTo>
                      <a:pt x="4528" y="150"/>
                    </a:moveTo>
                    <a:cubicBezTo>
                      <a:pt x="-9080" y="-1501"/>
                      <a:pt x="12369" y="11152"/>
                      <a:pt x="11855" y="4368"/>
                    </a:cubicBezTo>
                    <a:cubicBezTo>
                      <a:pt x="10986" y="2762"/>
                      <a:pt x="7712" y="876"/>
                      <a:pt x="4528" y="1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4" name="Freeform: Shape 253">
                <a:extLst>
                  <a:ext uri="{FF2B5EF4-FFF2-40B4-BE49-F238E27FC236}">
                    <a16:creationId xmlns:a16="http://schemas.microsoft.com/office/drawing/2014/main" id="{0312B446-6696-AAB8-DADF-607087CAA431}"/>
                  </a:ext>
                </a:extLst>
              </p:cNvPr>
              <p:cNvSpPr/>
              <p:nvPr/>
            </p:nvSpPr>
            <p:spPr>
              <a:xfrm>
                <a:off x="8204831" y="6683268"/>
                <a:ext cx="10803" cy="6182"/>
              </a:xfrm>
              <a:custGeom>
                <a:avLst/>
                <a:gdLst>
                  <a:gd name="connsiteX0" fmla="*/ 3988 w 10803"/>
                  <a:gd name="connsiteY0" fmla="*/ 893 h 6182"/>
                  <a:gd name="connsiteX1" fmla="*/ 6817 w 10803"/>
                  <a:gd name="connsiteY1" fmla="*/ 5294 h 6182"/>
                  <a:gd name="connsiteX2" fmla="*/ 3988 w 10803"/>
                  <a:gd name="connsiteY2" fmla="*/ 893 h 6182"/>
                </a:gdLst>
                <a:ahLst/>
                <a:cxnLst>
                  <a:cxn ang="0">
                    <a:pos x="connsiteX0" y="connsiteY0"/>
                  </a:cxn>
                  <a:cxn ang="0">
                    <a:pos x="connsiteX1" y="connsiteY1"/>
                  </a:cxn>
                  <a:cxn ang="0">
                    <a:pos x="connsiteX2" y="connsiteY2"/>
                  </a:cxn>
                </a:cxnLst>
                <a:rect l="l" t="t" r="r" b="b"/>
                <a:pathLst>
                  <a:path w="10803" h="6182">
                    <a:moveTo>
                      <a:pt x="3988" y="893"/>
                    </a:moveTo>
                    <a:cubicBezTo>
                      <a:pt x="-4556" y="-2279"/>
                      <a:pt x="2663" y="3910"/>
                      <a:pt x="6817" y="5294"/>
                    </a:cubicBezTo>
                    <a:cubicBezTo>
                      <a:pt x="15361" y="8449"/>
                      <a:pt x="8132" y="2293"/>
                      <a:pt x="3988" y="8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5" name="Freeform: Shape 254">
                <a:extLst>
                  <a:ext uri="{FF2B5EF4-FFF2-40B4-BE49-F238E27FC236}">
                    <a16:creationId xmlns:a16="http://schemas.microsoft.com/office/drawing/2014/main" id="{508A5089-6708-46C3-1678-99AA2A0213DE}"/>
                  </a:ext>
                </a:extLst>
              </p:cNvPr>
              <p:cNvSpPr/>
              <p:nvPr/>
            </p:nvSpPr>
            <p:spPr>
              <a:xfrm>
                <a:off x="7350814" y="4996182"/>
                <a:ext cx="7155" cy="9985"/>
              </a:xfrm>
              <a:custGeom>
                <a:avLst/>
                <a:gdLst>
                  <a:gd name="connsiteX0" fmla="*/ 2773 w 7155"/>
                  <a:gd name="connsiteY0" fmla="*/ 4888 h 9985"/>
                  <a:gd name="connsiteX1" fmla="*/ 7128 w 7155"/>
                  <a:gd name="connsiteY1" fmla="*/ 9985 h 9985"/>
                  <a:gd name="connsiteX2" fmla="*/ 2773 w 7155"/>
                  <a:gd name="connsiteY2" fmla="*/ 4888 h 9985"/>
                </a:gdLst>
                <a:ahLst/>
                <a:cxnLst>
                  <a:cxn ang="0">
                    <a:pos x="connsiteX0" y="connsiteY0"/>
                  </a:cxn>
                  <a:cxn ang="0">
                    <a:pos x="connsiteX1" y="connsiteY1"/>
                  </a:cxn>
                  <a:cxn ang="0">
                    <a:pos x="connsiteX2" y="connsiteY2"/>
                  </a:cxn>
                </a:cxnLst>
                <a:rect l="l" t="t" r="r" b="b"/>
                <a:pathLst>
                  <a:path w="7155" h="9985">
                    <a:moveTo>
                      <a:pt x="2773" y="4888"/>
                    </a:moveTo>
                    <a:cubicBezTo>
                      <a:pt x="-5640" y="-7874"/>
                      <a:pt x="7842" y="8180"/>
                      <a:pt x="7128" y="9985"/>
                    </a:cubicBezTo>
                    <a:cubicBezTo>
                      <a:pt x="6642" y="9888"/>
                      <a:pt x="4693" y="7608"/>
                      <a:pt x="2773" y="48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6" name="Freeform: Shape 255">
                <a:extLst>
                  <a:ext uri="{FF2B5EF4-FFF2-40B4-BE49-F238E27FC236}">
                    <a16:creationId xmlns:a16="http://schemas.microsoft.com/office/drawing/2014/main" id="{F6EE809F-807F-E595-1092-A0A990D23B23}"/>
                  </a:ext>
                </a:extLst>
              </p:cNvPr>
              <p:cNvSpPr/>
              <p:nvPr/>
            </p:nvSpPr>
            <p:spPr>
              <a:xfrm>
                <a:off x="7297190" y="4994600"/>
                <a:ext cx="7222" cy="7053"/>
              </a:xfrm>
              <a:custGeom>
                <a:avLst/>
                <a:gdLst>
                  <a:gd name="connsiteX0" fmla="*/ 2807 w 7222"/>
                  <a:gd name="connsiteY0" fmla="*/ 3562 h 7053"/>
                  <a:gd name="connsiteX1" fmla="*/ 7202 w 7222"/>
                  <a:gd name="connsiteY1" fmla="*/ 7054 h 7053"/>
                  <a:gd name="connsiteX2" fmla="*/ 2807 w 7222"/>
                  <a:gd name="connsiteY2" fmla="*/ 3562 h 7053"/>
                </a:gdLst>
                <a:ahLst/>
                <a:cxnLst>
                  <a:cxn ang="0">
                    <a:pos x="connsiteX0" y="connsiteY0"/>
                  </a:cxn>
                  <a:cxn ang="0">
                    <a:pos x="connsiteX1" y="connsiteY1"/>
                  </a:cxn>
                  <a:cxn ang="0">
                    <a:pos x="connsiteX2" y="connsiteY2"/>
                  </a:cxn>
                </a:cxnLst>
                <a:rect l="l" t="t" r="r" b="b"/>
                <a:pathLst>
                  <a:path w="7222" h="7053">
                    <a:moveTo>
                      <a:pt x="2807" y="3562"/>
                    </a:moveTo>
                    <a:cubicBezTo>
                      <a:pt x="-5668" y="-5491"/>
                      <a:pt x="7808" y="5368"/>
                      <a:pt x="7202" y="7054"/>
                    </a:cubicBezTo>
                    <a:cubicBezTo>
                      <a:pt x="6716" y="7048"/>
                      <a:pt x="4750" y="5488"/>
                      <a:pt x="2807" y="3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7" name="Freeform: Shape 256">
                <a:extLst>
                  <a:ext uri="{FF2B5EF4-FFF2-40B4-BE49-F238E27FC236}">
                    <a16:creationId xmlns:a16="http://schemas.microsoft.com/office/drawing/2014/main" id="{FF149688-5A23-B9F4-1088-81BAD973D81C}"/>
                  </a:ext>
                </a:extLst>
              </p:cNvPr>
              <p:cNvSpPr/>
              <p:nvPr/>
            </p:nvSpPr>
            <p:spPr>
              <a:xfrm>
                <a:off x="7244897" y="4997040"/>
                <a:ext cx="7268" cy="4052"/>
              </a:xfrm>
              <a:custGeom>
                <a:avLst/>
                <a:gdLst>
                  <a:gd name="connsiteX0" fmla="*/ 2871 w 7268"/>
                  <a:gd name="connsiteY0" fmla="*/ 2012 h 4052"/>
                  <a:gd name="connsiteX1" fmla="*/ 7266 w 7268"/>
                  <a:gd name="connsiteY1" fmla="*/ 4053 h 4052"/>
                  <a:gd name="connsiteX2" fmla="*/ 2871 w 7268"/>
                  <a:gd name="connsiteY2" fmla="*/ 2012 h 4052"/>
                </a:gdLst>
                <a:ahLst/>
                <a:cxnLst>
                  <a:cxn ang="0">
                    <a:pos x="connsiteX0" y="connsiteY0"/>
                  </a:cxn>
                  <a:cxn ang="0">
                    <a:pos x="connsiteX1" y="connsiteY1"/>
                  </a:cxn>
                  <a:cxn ang="0">
                    <a:pos x="connsiteX2" y="connsiteY2"/>
                  </a:cxn>
                </a:cxnLst>
                <a:rect l="l" t="t" r="r" b="b"/>
                <a:pathLst>
                  <a:path w="7268" h="4052">
                    <a:moveTo>
                      <a:pt x="2871" y="2012"/>
                    </a:moveTo>
                    <a:cubicBezTo>
                      <a:pt x="-5633" y="-3080"/>
                      <a:pt x="7483" y="2967"/>
                      <a:pt x="7266" y="4053"/>
                    </a:cubicBezTo>
                    <a:cubicBezTo>
                      <a:pt x="6803" y="4030"/>
                      <a:pt x="4837" y="3116"/>
                      <a:pt x="2871" y="20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8" name="Freeform: Shape 257">
                <a:extLst>
                  <a:ext uri="{FF2B5EF4-FFF2-40B4-BE49-F238E27FC236}">
                    <a16:creationId xmlns:a16="http://schemas.microsoft.com/office/drawing/2014/main" id="{7B6287EF-30CC-248B-B01D-D428D184A88D}"/>
                  </a:ext>
                </a:extLst>
              </p:cNvPr>
              <p:cNvSpPr/>
              <p:nvPr/>
            </p:nvSpPr>
            <p:spPr>
              <a:xfrm>
                <a:off x="7403058" y="5013833"/>
                <a:ext cx="7110" cy="12269"/>
              </a:xfrm>
              <a:custGeom>
                <a:avLst/>
                <a:gdLst>
                  <a:gd name="connsiteX0" fmla="*/ 2793 w 7110"/>
                  <a:gd name="connsiteY0" fmla="*/ 5692 h 12269"/>
                  <a:gd name="connsiteX1" fmla="*/ 7096 w 7110"/>
                  <a:gd name="connsiteY1" fmla="*/ 12269 h 12269"/>
                  <a:gd name="connsiteX2" fmla="*/ 2793 w 7110"/>
                  <a:gd name="connsiteY2" fmla="*/ 5692 h 12269"/>
                </a:gdLst>
                <a:ahLst/>
                <a:cxnLst>
                  <a:cxn ang="0">
                    <a:pos x="connsiteX0" y="connsiteY0"/>
                  </a:cxn>
                  <a:cxn ang="0">
                    <a:pos x="connsiteX1" y="connsiteY1"/>
                  </a:cxn>
                  <a:cxn ang="0">
                    <a:pos x="connsiteX2" y="connsiteY2"/>
                  </a:cxn>
                </a:cxnLst>
                <a:rect l="l" t="t" r="r" b="b"/>
                <a:pathLst>
                  <a:path w="7110" h="12269">
                    <a:moveTo>
                      <a:pt x="2793" y="5692"/>
                    </a:moveTo>
                    <a:cubicBezTo>
                      <a:pt x="-5585" y="-9648"/>
                      <a:pt x="7605" y="10704"/>
                      <a:pt x="7096" y="12269"/>
                    </a:cubicBezTo>
                    <a:cubicBezTo>
                      <a:pt x="6633" y="11978"/>
                      <a:pt x="4708" y="9035"/>
                      <a:pt x="2793" y="5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59" name="Freeform: Shape 258">
                <a:extLst>
                  <a:ext uri="{FF2B5EF4-FFF2-40B4-BE49-F238E27FC236}">
                    <a16:creationId xmlns:a16="http://schemas.microsoft.com/office/drawing/2014/main" id="{90209C92-D224-319B-85EC-72E264978370}"/>
                  </a:ext>
                </a:extLst>
              </p:cNvPr>
              <p:cNvSpPr/>
              <p:nvPr/>
            </p:nvSpPr>
            <p:spPr>
              <a:xfrm>
                <a:off x="7196635" y="4991436"/>
                <a:ext cx="7293" cy="1582"/>
              </a:xfrm>
              <a:custGeom>
                <a:avLst/>
                <a:gdLst>
                  <a:gd name="connsiteX0" fmla="*/ 2956 w 7293"/>
                  <a:gd name="connsiteY0" fmla="*/ 565 h 1582"/>
                  <a:gd name="connsiteX1" fmla="*/ 7293 w 7293"/>
                  <a:gd name="connsiteY1" fmla="*/ 1576 h 1582"/>
                  <a:gd name="connsiteX2" fmla="*/ 2956 w 7293"/>
                  <a:gd name="connsiteY2" fmla="*/ 565 h 1582"/>
                </a:gdLst>
                <a:ahLst/>
                <a:cxnLst>
                  <a:cxn ang="0">
                    <a:pos x="connsiteX0" y="connsiteY0"/>
                  </a:cxn>
                  <a:cxn ang="0">
                    <a:pos x="connsiteX1" y="connsiteY1"/>
                  </a:cxn>
                  <a:cxn ang="0">
                    <a:pos x="connsiteX2" y="connsiteY2"/>
                  </a:cxn>
                </a:cxnLst>
                <a:rect l="l" t="t" r="r" b="b"/>
                <a:pathLst>
                  <a:path w="7293" h="1582">
                    <a:moveTo>
                      <a:pt x="2956" y="565"/>
                    </a:moveTo>
                    <a:cubicBezTo>
                      <a:pt x="-5582" y="-1196"/>
                      <a:pt x="7070" y="1736"/>
                      <a:pt x="7293" y="1576"/>
                    </a:cubicBezTo>
                    <a:cubicBezTo>
                      <a:pt x="6876" y="1433"/>
                      <a:pt x="4933" y="976"/>
                      <a:pt x="2956" y="5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0" name="Freeform: Shape 259">
                <a:extLst>
                  <a:ext uri="{FF2B5EF4-FFF2-40B4-BE49-F238E27FC236}">
                    <a16:creationId xmlns:a16="http://schemas.microsoft.com/office/drawing/2014/main" id="{31FF51DA-E5B7-1E65-A749-D572E2D4BEFD}"/>
                  </a:ext>
                </a:extLst>
              </p:cNvPr>
              <p:cNvSpPr/>
              <p:nvPr/>
            </p:nvSpPr>
            <p:spPr>
              <a:xfrm>
                <a:off x="7625976" y="5739798"/>
                <a:ext cx="8711" cy="15426"/>
              </a:xfrm>
              <a:custGeom>
                <a:avLst/>
                <a:gdLst>
                  <a:gd name="connsiteX0" fmla="*/ 3566 w 8711"/>
                  <a:gd name="connsiteY0" fmla="*/ 1394 h 15426"/>
                  <a:gd name="connsiteX1" fmla="*/ 5143 w 8711"/>
                  <a:gd name="connsiteY1" fmla="*/ 14104 h 15426"/>
                  <a:gd name="connsiteX2" fmla="*/ 3566 w 8711"/>
                  <a:gd name="connsiteY2" fmla="*/ 1394 h 15426"/>
                </a:gdLst>
                <a:ahLst/>
                <a:cxnLst>
                  <a:cxn ang="0">
                    <a:pos x="connsiteX0" y="connsiteY0"/>
                  </a:cxn>
                  <a:cxn ang="0">
                    <a:pos x="connsiteX1" y="connsiteY1"/>
                  </a:cxn>
                  <a:cxn ang="0">
                    <a:pos x="connsiteX2" y="connsiteY2"/>
                  </a:cxn>
                </a:cxnLst>
                <a:rect l="l" t="t" r="r" b="b"/>
                <a:pathLst>
                  <a:path w="8711" h="15426">
                    <a:moveTo>
                      <a:pt x="3566" y="1394"/>
                    </a:moveTo>
                    <a:cubicBezTo>
                      <a:pt x="-3972" y="-4939"/>
                      <a:pt x="2354" y="12252"/>
                      <a:pt x="5143" y="14104"/>
                    </a:cubicBezTo>
                    <a:cubicBezTo>
                      <a:pt x="12693" y="20196"/>
                      <a:pt x="6344" y="3377"/>
                      <a:pt x="3566" y="13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1" name="Freeform: Shape 260">
                <a:extLst>
                  <a:ext uri="{FF2B5EF4-FFF2-40B4-BE49-F238E27FC236}">
                    <a16:creationId xmlns:a16="http://schemas.microsoft.com/office/drawing/2014/main" id="{4B6AF4F1-2C0B-0D48-C547-9D0E8BEA8B5D}"/>
                  </a:ext>
                </a:extLst>
              </p:cNvPr>
              <p:cNvSpPr/>
              <p:nvPr/>
            </p:nvSpPr>
            <p:spPr>
              <a:xfrm>
                <a:off x="7450892" y="5064242"/>
                <a:ext cx="7176" cy="13329"/>
              </a:xfrm>
              <a:custGeom>
                <a:avLst/>
                <a:gdLst>
                  <a:gd name="connsiteX0" fmla="*/ 2925 w 7176"/>
                  <a:gd name="connsiteY0" fmla="*/ 5265 h 13329"/>
                  <a:gd name="connsiteX1" fmla="*/ 7177 w 7176"/>
                  <a:gd name="connsiteY1" fmla="*/ 13329 h 13329"/>
                  <a:gd name="connsiteX2" fmla="*/ 2925 w 7176"/>
                  <a:gd name="connsiteY2" fmla="*/ 5265 h 13329"/>
                </a:gdLst>
                <a:ahLst/>
                <a:cxnLst>
                  <a:cxn ang="0">
                    <a:pos x="connsiteX0" y="connsiteY0"/>
                  </a:cxn>
                  <a:cxn ang="0">
                    <a:pos x="connsiteX1" y="connsiteY1"/>
                  </a:cxn>
                  <a:cxn ang="0">
                    <a:pos x="connsiteX2" y="connsiteY2"/>
                  </a:cxn>
                </a:cxnLst>
                <a:rect l="l" t="t" r="r" b="b"/>
                <a:pathLst>
                  <a:path w="7176" h="13329">
                    <a:moveTo>
                      <a:pt x="2925" y="5265"/>
                    </a:moveTo>
                    <a:cubicBezTo>
                      <a:pt x="-5477" y="-10205"/>
                      <a:pt x="6862" y="13341"/>
                      <a:pt x="7177" y="13329"/>
                    </a:cubicBezTo>
                    <a:cubicBezTo>
                      <a:pt x="6776" y="12478"/>
                      <a:pt x="4873" y="8872"/>
                      <a:pt x="2925" y="5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2" name="Freeform: Shape 261">
                <a:extLst>
                  <a:ext uri="{FF2B5EF4-FFF2-40B4-BE49-F238E27FC236}">
                    <a16:creationId xmlns:a16="http://schemas.microsoft.com/office/drawing/2014/main" id="{009F6F65-159B-2D61-6D2A-71494212BD14}"/>
                  </a:ext>
                </a:extLst>
              </p:cNvPr>
              <p:cNvSpPr/>
              <p:nvPr/>
            </p:nvSpPr>
            <p:spPr>
              <a:xfrm>
                <a:off x="7574609" y="5550555"/>
                <a:ext cx="8389" cy="13295"/>
              </a:xfrm>
              <a:custGeom>
                <a:avLst/>
                <a:gdLst>
                  <a:gd name="connsiteX0" fmla="*/ 3446 w 8389"/>
                  <a:gd name="connsiteY0" fmla="*/ 4904 h 13295"/>
                  <a:gd name="connsiteX1" fmla="*/ 8389 w 8389"/>
                  <a:gd name="connsiteY1" fmla="*/ 13277 h 13295"/>
                  <a:gd name="connsiteX2" fmla="*/ 3446 w 8389"/>
                  <a:gd name="connsiteY2" fmla="*/ 4904 h 13295"/>
                </a:gdLst>
                <a:ahLst/>
                <a:cxnLst>
                  <a:cxn ang="0">
                    <a:pos x="connsiteX0" y="connsiteY0"/>
                  </a:cxn>
                  <a:cxn ang="0">
                    <a:pos x="connsiteX1" y="connsiteY1"/>
                  </a:cxn>
                  <a:cxn ang="0">
                    <a:pos x="connsiteX2" y="connsiteY2"/>
                  </a:cxn>
                </a:cxnLst>
                <a:rect l="l" t="t" r="r" b="b"/>
                <a:pathLst>
                  <a:path w="8389" h="13295">
                    <a:moveTo>
                      <a:pt x="3446" y="4904"/>
                    </a:moveTo>
                    <a:cubicBezTo>
                      <a:pt x="-6361" y="-10057"/>
                      <a:pt x="7823" y="14060"/>
                      <a:pt x="8389" y="13277"/>
                    </a:cubicBezTo>
                    <a:cubicBezTo>
                      <a:pt x="7932" y="12214"/>
                      <a:pt x="5726" y="8454"/>
                      <a:pt x="3446" y="49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3" name="Freeform: Shape 262">
                <a:extLst>
                  <a:ext uri="{FF2B5EF4-FFF2-40B4-BE49-F238E27FC236}">
                    <a16:creationId xmlns:a16="http://schemas.microsoft.com/office/drawing/2014/main" id="{42EA52D8-2F63-2468-8549-3B01836214DB}"/>
                  </a:ext>
                </a:extLst>
              </p:cNvPr>
              <p:cNvSpPr/>
              <p:nvPr/>
            </p:nvSpPr>
            <p:spPr>
              <a:xfrm>
                <a:off x="7530225" y="5393362"/>
                <a:ext cx="7939" cy="13708"/>
              </a:xfrm>
              <a:custGeom>
                <a:avLst/>
                <a:gdLst>
                  <a:gd name="connsiteX0" fmla="*/ 3345 w 7939"/>
                  <a:gd name="connsiteY0" fmla="*/ 3981 h 13708"/>
                  <a:gd name="connsiteX1" fmla="*/ 7940 w 7939"/>
                  <a:gd name="connsiteY1" fmla="*/ 13508 h 13708"/>
                  <a:gd name="connsiteX2" fmla="*/ 3345 w 7939"/>
                  <a:gd name="connsiteY2" fmla="*/ 3981 h 13708"/>
                </a:gdLst>
                <a:ahLst/>
                <a:cxnLst>
                  <a:cxn ang="0">
                    <a:pos x="connsiteX0" y="connsiteY0"/>
                  </a:cxn>
                  <a:cxn ang="0">
                    <a:pos x="connsiteX1" y="connsiteY1"/>
                  </a:cxn>
                  <a:cxn ang="0">
                    <a:pos x="connsiteX2" y="connsiteY2"/>
                  </a:cxn>
                </a:cxnLst>
                <a:rect l="l" t="t" r="r" b="b"/>
                <a:pathLst>
                  <a:path w="7939" h="13708">
                    <a:moveTo>
                      <a:pt x="3345" y="3981"/>
                    </a:moveTo>
                    <a:cubicBezTo>
                      <a:pt x="-5856" y="-9621"/>
                      <a:pt x="6711" y="16217"/>
                      <a:pt x="7940" y="13508"/>
                    </a:cubicBezTo>
                    <a:cubicBezTo>
                      <a:pt x="7568" y="11816"/>
                      <a:pt x="5511" y="7553"/>
                      <a:pt x="3345" y="3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4" name="Freeform: Shape 263">
                <a:extLst>
                  <a:ext uri="{FF2B5EF4-FFF2-40B4-BE49-F238E27FC236}">
                    <a16:creationId xmlns:a16="http://schemas.microsoft.com/office/drawing/2014/main" id="{C4214938-DD4A-0F97-7578-3EE1FAE6BF76}"/>
                  </a:ext>
                </a:extLst>
              </p:cNvPr>
              <p:cNvSpPr/>
              <p:nvPr/>
            </p:nvSpPr>
            <p:spPr>
              <a:xfrm>
                <a:off x="7673539" y="6166193"/>
                <a:ext cx="9323" cy="11935"/>
              </a:xfrm>
              <a:custGeom>
                <a:avLst/>
                <a:gdLst>
                  <a:gd name="connsiteX0" fmla="*/ 3940 w 9323"/>
                  <a:gd name="connsiteY0" fmla="*/ 0 h 11935"/>
                  <a:gd name="connsiteX1" fmla="*/ 9324 w 9323"/>
                  <a:gd name="connsiteY1" fmla="*/ 6990 h 11935"/>
                  <a:gd name="connsiteX2" fmla="*/ 3940 w 9323"/>
                  <a:gd name="connsiteY2" fmla="*/ 0 h 11935"/>
                </a:gdLst>
                <a:ahLst/>
                <a:cxnLst>
                  <a:cxn ang="0">
                    <a:pos x="connsiteX0" y="connsiteY0"/>
                  </a:cxn>
                  <a:cxn ang="0">
                    <a:pos x="connsiteX1" y="connsiteY1"/>
                  </a:cxn>
                  <a:cxn ang="0">
                    <a:pos x="connsiteX2" y="connsiteY2"/>
                  </a:cxn>
                </a:cxnLst>
                <a:rect l="l" t="t" r="r" b="b"/>
                <a:pathLst>
                  <a:path w="9323" h="11935">
                    <a:moveTo>
                      <a:pt x="3940" y="0"/>
                    </a:moveTo>
                    <a:cubicBezTo>
                      <a:pt x="-7267" y="172"/>
                      <a:pt x="8958" y="21243"/>
                      <a:pt x="9324" y="6990"/>
                    </a:cubicBezTo>
                    <a:cubicBezTo>
                      <a:pt x="8849" y="3801"/>
                      <a:pt x="6443" y="646"/>
                      <a:pt x="39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5" name="Freeform: Shape 264">
                <a:extLst>
                  <a:ext uri="{FF2B5EF4-FFF2-40B4-BE49-F238E27FC236}">
                    <a16:creationId xmlns:a16="http://schemas.microsoft.com/office/drawing/2014/main" id="{5A5F00E9-F277-D6D6-ADF2-F177C29E48B5}"/>
                  </a:ext>
                </a:extLst>
              </p:cNvPr>
              <p:cNvSpPr/>
              <p:nvPr/>
            </p:nvSpPr>
            <p:spPr>
              <a:xfrm>
                <a:off x="7491388" y="5205915"/>
                <a:ext cx="7485" cy="13646"/>
              </a:xfrm>
              <a:custGeom>
                <a:avLst/>
                <a:gdLst>
                  <a:gd name="connsiteX0" fmla="*/ 3137 w 7485"/>
                  <a:gd name="connsiteY0" fmla="*/ 4061 h 13646"/>
                  <a:gd name="connsiteX1" fmla="*/ 7486 w 7485"/>
                  <a:gd name="connsiteY1" fmla="*/ 13491 h 13646"/>
                  <a:gd name="connsiteX2" fmla="*/ 3137 w 7485"/>
                  <a:gd name="connsiteY2" fmla="*/ 4061 h 13646"/>
                </a:gdLst>
                <a:ahLst/>
                <a:cxnLst>
                  <a:cxn ang="0">
                    <a:pos x="connsiteX0" y="connsiteY0"/>
                  </a:cxn>
                  <a:cxn ang="0">
                    <a:pos x="connsiteX1" y="connsiteY1"/>
                  </a:cxn>
                  <a:cxn ang="0">
                    <a:pos x="connsiteX2" y="connsiteY2"/>
                  </a:cxn>
                </a:cxnLst>
                <a:rect l="l" t="t" r="r" b="b"/>
                <a:pathLst>
                  <a:path w="7485" h="13646">
                    <a:moveTo>
                      <a:pt x="3137" y="4061"/>
                    </a:moveTo>
                    <a:cubicBezTo>
                      <a:pt x="-5499" y="-9621"/>
                      <a:pt x="6308" y="15851"/>
                      <a:pt x="7486" y="13491"/>
                    </a:cubicBezTo>
                    <a:cubicBezTo>
                      <a:pt x="7131" y="11873"/>
                      <a:pt x="5183" y="7650"/>
                      <a:pt x="3137" y="40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6" name="Freeform: Shape 265">
                <a:extLst>
                  <a:ext uri="{FF2B5EF4-FFF2-40B4-BE49-F238E27FC236}">
                    <a16:creationId xmlns:a16="http://schemas.microsoft.com/office/drawing/2014/main" id="{8BA3D6C8-B200-9088-8A12-27955A432F11}"/>
                  </a:ext>
                </a:extLst>
              </p:cNvPr>
              <p:cNvSpPr/>
              <p:nvPr/>
            </p:nvSpPr>
            <p:spPr>
              <a:xfrm>
                <a:off x="8704404" y="7525997"/>
                <a:ext cx="13264" cy="5306"/>
              </a:xfrm>
              <a:custGeom>
                <a:avLst/>
                <a:gdLst>
                  <a:gd name="connsiteX0" fmla="*/ 4547 w 13264"/>
                  <a:gd name="connsiteY0" fmla="*/ 0 h 5306"/>
                  <a:gd name="connsiteX1" fmla="*/ 12662 w 13264"/>
                  <a:gd name="connsiteY1" fmla="*/ 4396 h 5306"/>
                  <a:gd name="connsiteX2" fmla="*/ 4547 w 13264"/>
                  <a:gd name="connsiteY2" fmla="*/ 0 h 5306"/>
                </a:gdLst>
                <a:ahLst/>
                <a:cxnLst>
                  <a:cxn ang="0">
                    <a:pos x="connsiteX0" y="connsiteY0"/>
                  </a:cxn>
                  <a:cxn ang="0">
                    <a:pos x="connsiteX1" y="connsiteY1"/>
                  </a:cxn>
                  <a:cxn ang="0">
                    <a:pos x="connsiteX2" y="connsiteY2"/>
                  </a:cxn>
                </a:cxnLst>
                <a:rect l="l" t="t" r="r" b="b"/>
                <a:pathLst>
                  <a:path w="13264" h="5306">
                    <a:moveTo>
                      <a:pt x="4547" y="0"/>
                    </a:moveTo>
                    <a:cubicBezTo>
                      <a:pt x="-7815" y="1155"/>
                      <a:pt x="8495" y="7670"/>
                      <a:pt x="12662" y="4396"/>
                    </a:cubicBezTo>
                    <a:cubicBezTo>
                      <a:pt x="15605" y="1177"/>
                      <a:pt x="6930" y="-28"/>
                      <a:pt x="45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7" name="Freeform: Shape 266">
                <a:extLst>
                  <a:ext uri="{FF2B5EF4-FFF2-40B4-BE49-F238E27FC236}">
                    <a16:creationId xmlns:a16="http://schemas.microsoft.com/office/drawing/2014/main" id="{71401E92-9191-4638-2549-14216035A4CD}"/>
                  </a:ext>
                </a:extLst>
              </p:cNvPr>
              <p:cNvSpPr/>
              <p:nvPr/>
            </p:nvSpPr>
            <p:spPr>
              <a:xfrm>
                <a:off x="6959901" y="4964931"/>
                <a:ext cx="6723" cy="903"/>
              </a:xfrm>
              <a:custGeom>
                <a:avLst/>
                <a:gdLst>
                  <a:gd name="connsiteX0" fmla="*/ 2671 w 6723"/>
                  <a:gd name="connsiteY0" fmla="*/ 4 h 903"/>
                  <a:gd name="connsiteX1" fmla="*/ 6180 w 6723"/>
                  <a:gd name="connsiteY1" fmla="*/ 741 h 903"/>
                  <a:gd name="connsiteX2" fmla="*/ 2671 w 6723"/>
                  <a:gd name="connsiteY2" fmla="*/ 4 h 903"/>
                </a:gdLst>
                <a:ahLst/>
                <a:cxnLst>
                  <a:cxn ang="0">
                    <a:pos x="connsiteX0" y="connsiteY0"/>
                  </a:cxn>
                  <a:cxn ang="0">
                    <a:pos x="connsiteX1" y="connsiteY1"/>
                  </a:cxn>
                  <a:cxn ang="0">
                    <a:pos x="connsiteX2" y="connsiteY2"/>
                  </a:cxn>
                </a:cxnLst>
                <a:rect l="l" t="t" r="r" b="b"/>
                <a:pathLst>
                  <a:path w="6723" h="903">
                    <a:moveTo>
                      <a:pt x="2671" y="4"/>
                    </a:moveTo>
                    <a:cubicBezTo>
                      <a:pt x="-4130" y="261"/>
                      <a:pt x="3934" y="1301"/>
                      <a:pt x="6180" y="741"/>
                    </a:cubicBezTo>
                    <a:cubicBezTo>
                      <a:pt x="8318" y="175"/>
                      <a:pt x="3517" y="-31"/>
                      <a:pt x="267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8" name="Freeform: Shape 267">
                <a:extLst>
                  <a:ext uri="{FF2B5EF4-FFF2-40B4-BE49-F238E27FC236}">
                    <a16:creationId xmlns:a16="http://schemas.microsoft.com/office/drawing/2014/main" id="{7D48CFFA-1A57-880A-FDCE-68D12245D9D8}"/>
                  </a:ext>
                </a:extLst>
              </p:cNvPr>
              <p:cNvSpPr/>
              <p:nvPr/>
            </p:nvSpPr>
            <p:spPr>
              <a:xfrm>
                <a:off x="7540642" y="6350197"/>
                <a:ext cx="9786" cy="830"/>
              </a:xfrm>
              <a:custGeom>
                <a:avLst/>
                <a:gdLst>
                  <a:gd name="connsiteX0" fmla="*/ 3888 w 9786"/>
                  <a:gd name="connsiteY0" fmla="*/ 94 h 830"/>
                  <a:gd name="connsiteX1" fmla="*/ 9786 w 9786"/>
                  <a:gd name="connsiteY1" fmla="*/ 677 h 830"/>
                  <a:gd name="connsiteX2" fmla="*/ 3888 w 9786"/>
                  <a:gd name="connsiteY2" fmla="*/ 94 h 830"/>
                </a:gdLst>
                <a:ahLst/>
                <a:cxnLst>
                  <a:cxn ang="0">
                    <a:pos x="connsiteX0" y="connsiteY0"/>
                  </a:cxn>
                  <a:cxn ang="0">
                    <a:pos x="connsiteX1" y="connsiteY1"/>
                  </a:cxn>
                  <a:cxn ang="0">
                    <a:pos x="connsiteX2" y="connsiteY2"/>
                  </a:cxn>
                </a:cxnLst>
                <a:rect l="l" t="t" r="r" b="b"/>
                <a:pathLst>
                  <a:path w="9786" h="830">
                    <a:moveTo>
                      <a:pt x="3888" y="94"/>
                    </a:moveTo>
                    <a:cubicBezTo>
                      <a:pt x="-7490" y="-415"/>
                      <a:pt x="9718" y="1345"/>
                      <a:pt x="9786" y="677"/>
                    </a:cubicBezTo>
                    <a:cubicBezTo>
                      <a:pt x="9169" y="500"/>
                      <a:pt x="6535" y="237"/>
                      <a:pt x="3888"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69" name="Freeform: Shape 268">
                <a:extLst>
                  <a:ext uri="{FF2B5EF4-FFF2-40B4-BE49-F238E27FC236}">
                    <a16:creationId xmlns:a16="http://schemas.microsoft.com/office/drawing/2014/main" id="{3B8A6FE3-DF0B-79E5-E32A-292790BAEADC}"/>
                  </a:ext>
                </a:extLst>
              </p:cNvPr>
              <p:cNvSpPr/>
              <p:nvPr/>
            </p:nvSpPr>
            <p:spPr>
              <a:xfrm>
                <a:off x="7610651" y="6361828"/>
                <a:ext cx="9969" cy="1286"/>
              </a:xfrm>
              <a:custGeom>
                <a:avLst/>
                <a:gdLst>
                  <a:gd name="connsiteX0" fmla="*/ 3894 w 9969"/>
                  <a:gd name="connsiteY0" fmla="*/ 521 h 1286"/>
                  <a:gd name="connsiteX1" fmla="*/ 9970 w 9969"/>
                  <a:gd name="connsiteY1" fmla="*/ 1287 h 1286"/>
                  <a:gd name="connsiteX2" fmla="*/ 3894 w 9969"/>
                  <a:gd name="connsiteY2" fmla="*/ 521 h 1286"/>
                </a:gdLst>
                <a:ahLst/>
                <a:cxnLst>
                  <a:cxn ang="0">
                    <a:pos x="connsiteX0" y="connsiteY0"/>
                  </a:cxn>
                  <a:cxn ang="0">
                    <a:pos x="connsiteX1" y="connsiteY1"/>
                  </a:cxn>
                  <a:cxn ang="0">
                    <a:pos x="connsiteX2" y="connsiteY2"/>
                  </a:cxn>
                </a:cxnLst>
                <a:rect l="l" t="t" r="r" b="b"/>
                <a:pathLst>
                  <a:path w="9969" h="1286">
                    <a:moveTo>
                      <a:pt x="3894" y="521"/>
                    </a:moveTo>
                    <a:cubicBezTo>
                      <a:pt x="-7593" y="-971"/>
                      <a:pt x="9992" y="1207"/>
                      <a:pt x="9970" y="1287"/>
                    </a:cubicBezTo>
                    <a:cubicBezTo>
                      <a:pt x="9307" y="1219"/>
                      <a:pt x="6586" y="870"/>
                      <a:pt x="3894"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0" name="Freeform: Shape 269">
                <a:extLst>
                  <a:ext uri="{FF2B5EF4-FFF2-40B4-BE49-F238E27FC236}">
                    <a16:creationId xmlns:a16="http://schemas.microsoft.com/office/drawing/2014/main" id="{8181BE9A-0C50-BF1B-1E33-19442AC21669}"/>
                  </a:ext>
                </a:extLst>
              </p:cNvPr>
              <p:cNvSpPr/>
              <p:nvPr/>
            </p:nvSpPr>
            <p:spPr>
              <a:xfrm>
                <a:off x="7761709" y="6396704"/>
                <a:ext cx="10370" cy="3043"/>
              </a:xfrm>
              <a:custGeom>
                <a:avLst/>
                <a:gdLst>
                  <a:gd name="connsiteX0" fmla="*/ 4027 w 10370"/>
                  <a:gd name="connsiteY0" fmla="*/ 901 h 3043"/>
                  <a:gd name="connsiteX1" fmla="*/ 10371 w 10370"/>
                  <a:gd name="connsiteY1" fmla="*/ 2964 h 3043"/>
                  <a:gd name="connsiteX2" fmla="*/ 4027 w 10370"/>
                  <a:gd name="connsiteY2" fmla="*/ 901 h 3043"/>
                </a:gdLst>
                <a:ahLst/>
                <a:cxnLst>
                  <a:cxn ang="0">
                    <a:pos x="connsiteX0" y="connsiteY0"/>
                  </a:cxn>
                  <a:cxn ang="0">
                    <a:pos x="connsiteX1" y="connsiteY1"/>
                  </a:cxn>
                  <a:cxn ang="0">
                    <a:pos x="connsiteX2" y="connsiteY2"/>
                  </a:cxn>
                </a:cxnLst>
                <a:rect l="l" t="t" r="r" b="b"/>
                <a:pathLst>
                  <a:path w="10370" h="3043">
                    <a:moveTo>
                      <a:pt x="4027" y="901"/>
                    </a:moveTo>
                    <a:cubicBezTo>
                      <a:pt x="-7877" y="-2209"/>
                      <a:pt x="10405" y="3798"/>
                      <a:pt x="10371" y="2964"/>
                    </a:cubicBezTo>
                    <a:cubicBezTo>
                      <a:pt x="9668" y="2592"/>
                      <a:pt x="6827" y="1666"/>
                      <a:pt x="4027" y="90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1" name="Freeform: Shape 270">
                <a:extLst>
                  <a:ext uri="{FF2B5EF4-FFF2-40B4-BE49-F238E27FC236}">
                    <a16:creationId xmlns:a16="http://schemas.microsoft.com/office/drawing/2014/main" id="{E910AA8D-93EE-2E7B-DCF8-FDFD1102B7CF}"/>
                  </a:ext>
                </a:extLst>
              </p:cNvPr>
              <p:cNvSpPr/>
              <p:nvPr/>
            </p:nvSpPr>
            <p:spPr>
              <a:xfrm>
                <a:off x="7684986" y="6371190"/>
                <a:ext cx="10175" cy="2137"/>
              </a:xfrm>
              <a:custGeom>
                <a:avLst/>
                <a:gdLst>
                  <a:gd name="connsiteX0" fmla="*/ 3957 w 10175"/>
                  <a:gd name="connsiteY0" fmla="*/ 840 h 2137"/>
                  <a:gd name="connsiteX1" fmla="*/ 10175 w 10175"/>
                  <a:gd name="connsiteY1" fmla="*/ 2138 h 2137"/>
                  <a:gd name="connsiteX2" fmla="*/ 3957 w 10175"/>
                  <a:gd name="connsiteY2" fmla="*/ 840 h 2137"/>
                </a:gdLst>
                <a:ahLst/>
                <a:cxnLst>
                  <a:cxn ang="0">
                    <a:pos x="connsiteX0" y="connsiteY0"/>
                  </a:cxn>
                  <a:cxn ang="0">
                    <a:pos x="connsiteX1" y="connsiteY1"/>
                  </a:cxn>
                  <a:cxn ang="0">
                    <a:pos x="connsiteX2" y="connsiteY2"/>
                  </a:cxn>
                </a:cxnLst>
                <a:rect l="l" t="t" r="r" b="b"/>
                <a:pathLst>
                  <a:path w="10175" h="2137">
                    <a:moveTo>
                      <a:pt x="3957" y="840"/>
                    </a:moveTo>
                    <a:cubicBezTo>
                      <a:pt x="-7753" y="-1617"/>
                      <a:pt x="10266" y="2092"/>
                      <a:pt x="10175" y="2138"/>
                    </a:cubicBezTo>
                    <a:cubicBezTo>
                      <a:pt x="9477" y="1995"/>
                      <a:pt x="6694" y="1418"/>
                      <a:pt x="3957" y="8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2" name="Freeform: Shape 271">
                <a:extLst>
                  <a:ext uri="{FF2B5EF4-FFF2-40B4-BE49-F238E27FC236}">
                    <a16:creationId xmlns:a16="http://schemas.microsoft.com/office/drawing/2014/main" id="{08AC9E6A-0DAA-0871-324D-F50381672251}"/>
                  </a:ext>
                </a:extLst>
              </p:cNvPr>
              <p:cNvSpPr/>
              <p:nvPr/>
            </p:nvSpPr>
            <p:spPr>
              <a:xfrm>
                <a:off x="7838794" y="6456618"/>
                <a:ext cx="10626" cy="4179"/>
              </a:xfrm>
              <a:custGeom>
                <a:avLst/>
                <a:gdLst>
                  <a:gd name="connsiteX0" fmla="*/ 4157 w 10626"/>
                  <a:gd name="connsiteY0" fmla="*/ 714 h 4179"/>
                  <a:gd name="connsiteX1" fmla="*/ 10627 w 10626"/>
                  <a:gd name="connsiteY1" fmla="*/ 3681 h 4179"/>
                  <a:gd name="connsiteX2" fmla="*/ 4157 w 10626"/>
                  <a:gd name="connsiteY2" fmla="*/ 714 h 4179"/>
                </a:gdLst>
                <a:ahLst/>
                <a:cxnLst>
                  <a:cxn ang="0">
                    <a:pos x="connsiteX0" y="connsiteY0"/>
                  </a:cxn>
                  <a:cxn ang="0">
                    <a:pos x="connsiteX1" y="connsiteY1"/>
                  </a:cxn>
                  <a:cxn ang="0">
                    <a:pos x="connsiteX2" y="connsiteY2"/>
                  </a:cxn>
                </a:cxnLst>
                <a:rect l="l" t="t" r="r" b="b"/>
                <a:pathLst>
                  <a:path w="10626" h="4179">
                    <a:moveTo>
                      <a:pt x="4157" y="714"/>
                    </a:moveTo>
                    <a:cubicBezTo>
                      <a:pt x="-8073" y="-2497"/>
                      <a:pt x="10569" y="6315"/>
                      <a:pt x="10627" y="3681"/>
                    </a:cubicBezTo>
                    <a:cubicBezTo>
                      <a:pt x="9929" y="2920"/>
                      <a:pt x="7032" y="1589"/>
                      <a:pt x="4157" y="7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3" name="Freeform: Shape 272">
                <a:extLst>
                  <a:ext uri="{FF2B5EF4-FFF2-40B4-BE49-F238E27FC236}">
                    <a16:creationId xmlns:a16="http://schemas.microsoft.com/office/drawing/2014/main" id="{D3239FCC-B71F-B89C-6753-92D8AF0D3371}"/>
                  </a:ext>
                </a:extLst>
              </p:cNvPr>
              <p:cNvSpPr/>
              <p:nvPr/>
            </p:nvSpPr>
            <p:spPr>
              <a:xfrm>
                <a:off x="8150599" y="7145720"/>
                <a:ext cx="12319" cy="6832"/>
              </a:xfrm>
              <a:custGeom>
                <a:avLst/>
                <a:gdLst>
                  <a:gd name="connsiteX0" fmla="*/ 4711 w 12319"/>
                  <a:gd name="connsiteY0" fmla="*/ 1 h 6832"/>
                  <a:gd name="connsiteX1" fmla="*/ 7603 w 12319"/>
                  <a:gd name="connsiteY1" fmla="*/ 6831 h 6832"/>
                  <a:gd name="connsiteX2" fmla="*/ 4711 w 12319"/>
                  <a:gd name="connsiteY2" fmla="*/ 1 h 6832"/>
                </a:gdLst>
                <a:ahLst/>
                <a:cxnLst>
                  <a:cxn ang="0">
                    <a:pos x="connsiteX0" y="connsiteY0"/>
                  </a:cxn>
                  <a:cxn ang="0">
                    <a:pos x="connsiteX1" y="connsiteY1"/>
                  </a:cxn>
                  <a:cxn ang="0">
                    <a:pos x="connsiteX2" y="connsiteY2"/>
                  </a:cxn>
                </a:cxnLst>
                <a:rect l="l" t="t" r="r" b="b"/>
                <a:pathLst>
                  <a:path w="12319" h="6832">
                    <a:moveTo>
                      <a:pt x="4711" y="1"/>
                    </a:moveTo>
                    <a:cubicBezTo>
                      <a:pt x="-4519" y="-113"/>
                      <a:pt x="1653" y="6923"/>
                      <a:pt x="7603" y="6831"/>
                    </a:cubicBezTo>
                    <a:cubicBezTo>
                      <a:pt x="16855" y="6939"/>
                      <a:pt x="10643" y="-67"/>
                      <a:pt x="471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4" name="Freeform: Shape 273">
                <a:extLst>
                  <a:ext uri="{FF2B5EF4-FFF2-40B4-BE49-F238E27FC236}">
                    <a16:creationId xmlns:a16="http://schemas.microsoft.com/office/drawing/2014/main" id="{06A7BDD5-D328-9582-8FF0-68C0D90688F1}"/>
                  </a:ext>
                </a:extLst>
              </p:cNvPr>
              <p:cNvSpPr/>
              <p:nvPr/>
            </p:nvSpPr>
            <p:spPr>
              <a:xfrm>
                <a:off x="8242523" y="7347040"/>
                <a:ext cx="12876" cy="6386"/>
              </a:xfrm>
              <a:custGeom>
                <a:avLst/>
                <a:gdLst>
                  <a:gd name="connsiteX0" fmla="*/ 4833 w 12876"/>
                  <a:gd name="connsiteY0" fmla="*/ 15 h 6386"/>
                  <a:gd name="connsiteX1" fmla="*/ 8039 w 12876"/>
                  <a:gd name="connsiteY1" fmla="*/ 6370 h 6386"/>
                  <a:gd name="connsiteX2" fmla="*/ 4833 w 12876"/>
                  <a:gd name="connsiteY2" fmla="*/ 15 h 6386"/>
                </a:gdLst>
                <a:ahLst/>
                <a:cxnLst>
                  <a:cxn ang="0">
                    <a:pos x="connsiteX0" y="connsiteY0"/>
                  </a:cxn>
                  <a:cxn ang="0">
                    <a:pos x="connsiteX1" y="connsiteY1"/>
                  </a:cxn>
                  <a:cxn ang="0">
                    <a:pos x="connsiteX2" y="connsiteY2"/>
                  </a:cxn>
                </a:cxnLst>
                <a:rect l="l" t="t" r="r" b="b"/>
                <a:pathLst>
                  <a:path w="12876" h="6386">
                    <a:moveTo>
                      <a:pt x="4833" y="15"/>
                    </a:moveTo>
                    <a:cubicBezTo>
                      <a:pt x="-4751" y="364"/>
                      <a:pt x="1850" y="6747"/>
                      <a:pt x="8039" y="6370"/>
                    </a:cubicBezTo>
                    <a:cubicBezTo>
                      <a:pt x="17640" y="6027"/>
                      <a:pt x="11011" y="-345"/>
                      <a:pt x="4833"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5" name="Freeform: Shape 274">
                <a:extLst>
                  <a:ext uri="{FF2B5EF4-FFF2-40B4-BE49-F238E27FC236}">
                    <a16:creationId xmlns:a16="http://schemas.microsoft.com/office/drawing/2014/main" id="{CD40BBBD-AA9C-3A10-5E7A-AC17B2E8E719}"/>
                  </a:ext>
                </a:extLst>
              </p:cNvPr>
              <p:cNvSpPr/>
              <p:nvPr/>
            </p:nvSpPr>
            <p:spPr>
              <a:xfrm>
                <a:off x="7988837" y="6742922"/>
                <a:ext cx="11315" cy="6442"/>
              </a:xfrm>
              <a:custGeom>
                <a:avLst/>
                <a:gdLst>
                  <a:gd name="connsiteX0" fmla="*/ 4396 w 11315"/>
                  <a:gd name="connsiteY0" fmla="*/ 172 h 6442"/>
                  <a:gd name="connsiteX1" fmla="*/ 6916 w 11315"/>
                  <a:gd name="connsiteY1" fmla="*/ 6270 h 6442"/>
                  <a:gd name="connsiteX2" fmla="*/ 4396 w 11315"/>
                  <a:gd name="connsiteY2" fmla="*/ 172 h 6442"/>
                </a:gdLst>
                <a:ahLst/>
                <a:cxnLst>
                  <a:cxn ang="0">
                    <a:pos x="connsiteX0" y="connsiteY0"/>
                  </a:cxn>
                  <a:cxn ang="0">
                    <a:pos x="connsiteX1" y="connsiteY1"/>
                  </a:cxn>
                  <a:cxn ang="0">
                    <a:pos x="connsiteX2" y="connsiteY2"/>
                  </a:cxn>
                </a:cxnLst>
                <a:rect l="l" t="t" r="r" b="b"/>
                <a:pathLst>
                  <a:path w="11315" h="6442">
                    <a:moveTo>
                      <a:pt x="4396" y="172"/>
                    </a:moveTo>
                    <a:cubicBezTo>
                      <a:pt x="-4360" y="-1160"/>
                      <a:pt x="1824" y="5658"/>
                      <a:pt x="6916" y="6270"/>
                    </a:cubicBezTo>
                    <a:cubicBezTo>
                      <a:pt x="15689" y="7601"/>
                      <a:pt x="9471" y="806"/>
                      <a:pt x="4396" y="1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6" name="Freeform: Shape 275">
                <a:extLst>
                  <a:ext uri="{FF2B5EF4-FFF2-40B4-BE49-F238E27FC236}">
                    <a16:creationId xmlns:a16="http://schemas.microsoft.com/office/drawing/2014/main" id="{8882DD7E-12ED-0352-82C0-99F874F0E81A}"/>
                  </a:ext>
                </a:extLst>
              </p:cNvPr>
              <p:cNvSpPr/>
              <p:nvPr/>
            </p:nvSpPr>
            <p:spPr>
              <a:xfrm>
                <a:off x="7913682" y="6575512"/>
                <a:ext cx="10987" cy="5751"/>
              </a:xfrm>
              <a:custGeom>
                <a:avLst/>
                <a:gdLst>
                  <a:gd name="connsiteX0" fmla="*/ 4381 w 10987"/>
                  <a:gd name="connsiteY0" fmla="*/ 338 h 5751"/>
                  <a:gd name="connsiteX1" fmla="*/ 10988 w 10987"/>
                  <a:gd name="connsiteY1" fmla="*/ 4310 h 5751"/>
                  <a:gd name="connsiteX2" fmla="*/ 4381 w 10987"/>
                  <a:gd name="connsiteY2" fmla="*/ 338 h 5751"/>
                </a:gdLst>
                <a:ahLst/>
                <a:cxnLst>
                  <a:cxn ang="0">
                    <a:pos x="connsiteX0" y="connsiteY0"/>
                  </a:cxn>
                  <a:cxn ang="0">
                    <a:pos x="connsiteX1" y="connsiteY1"/>
                  </a:cxn>
                  <a:cxn ang="0">
                    <a:pos x="connsiteX2" y="connsiteY2"/>
                  </a:cxn>
                </a:cxnLst>
                <a:rect l="l" t="t" r="r" b="b"/>
                <a:pathLst>
                  <a:path w="10987" h="5751">
                    <a:moveTo>
                      <a:pt x="4381" y="338"/>
                    </a:moveTo>
                    <a:cubicBezTo>
                      <a:pt x="-8420" y="-2113"/>
                      <a:pt x="10897" y="9745"/>
                      <a:pt x="10988" y="4310"/>
                    </a:cubicBezTo>
                    <a:cubicBezTo>
                      <a:pt x="10308" y="2961"/>
                      <a:pt x="7348" y="1178"/>
                      <a:pt x="4381"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7" name="Freeform: Shape 276">
                <a:extLst>
                  <a:ext uri="{FF2B5EF4-FFF2-40B4-BE49-F238E27FC236}">
                    <a16:creationId xmlns:a16="http://schemas.microsoft.com/office/drawing/2014/main" id="{666BFE59-F70E-98E4-F54F-185AB90C8EFA}"/>
                  </a:ext>
                </a:extLst>
              </p:cNvPr>
              <p:cNvSpPr/>
              <p:nvPr/>
            </p:nvSpPr>
            <p:spPr>
              <a:xfrm>
                <a:off x="8066895" y="6938675"/>
                <a:ext cx="11796" cy="6840"/>
              </a:xfrm>
              <a:custGeom>
                <a:avLst/>
                <a:gdLst>
                  <a:gd name="connsiteX0" fmla="*/ 4565 w 11796"/>
                  <a:gd name="connsiteY0" fmla="*/ 48 h 6840"/>
                  <a:gd name="connsiteX1" fmla="*/ 7228 w 11796"/>
                  <a:gd name="connsiteY1" fmla="*/ 6792 h 6840"/>
                  <a:gd name="connsiteX2" fmla="*/ 4565 w 11796"/>
                  <a:gd name="connsiteY2" fmla="*/ 48 h 6840"/>
                </a:gdLst>
                <a:ahLst/>
                <a:cxnLst>
                  <a:cxn ang="0">
                    <a:pos x="connsiteX0" y="connsiteY0"/>
                  </a:cxn>
                  <a:cxn ang="0">
                    <a:pos x="connsiteX1" y="connsiteY1"/>
                  </a:cxn>
                  <a:cxn ang="0">
                    <a:pos x="connsiteX2" y="connsiteY2"/>
                  </a:cxn>
                </a:cxnLst>
                <a:rect l="l" t="t" r="r" b="b"/>
                <a:pathLst>
                  <a:path w="11796" h="6840">
                    <a:moveTo>
                      <a:pt x="4565" y="48"/>
                    </a:moveTo>
                    <a:cubicBezTo>
                      <a:pt x="-4414" y="-655"/>
                      <a:pt x="1690" y="6529"/>
                      <a:pt x="7228" y="6792"/>
                    </a:cubicBezTo>
                    <a:cubicBezTo>
                      <a:pt x="16223" y="7495"/>
                      <a:pt x="10091" y="340"/>
                      <a:pt x="4565"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8" name="Freeform: Shape 277">
                <a:extLst>
                  <a:ext uri="{FF2B5EF4-FFF2-40B4-BE49-F238E27FC236}">
                    <a16:creationId xmlns:a16="http://schemas.microsoft.com/office/drawing/2014/main" id="{F0C7D27A-F6DC-2269-9949-6A9AE903F0CF}"/>
                  </a:ext>
                </a:extLst>
              </p:cNvPr>
              <p:cNvSpPr/>
              <p:nvPr/>
            </p:nvSpPr>
            <p:spPr>
              <a:xfrm>
                <a:off x="7347209" y="5247726"/>
                <a:ext cx="8544" cy="9125"/>
              </a:xfrm>
              <a:custGeom>
                <a:avLst/>
                <a:gdLst>
                  <a:gd name="connsiteX0" fmla="*/ 3641 w 8544"/>
                  <a:gd name="connsiteY0" fmla="*/ 2741 h 9125"/>
                  <a:gd name="connsiteX1" fmla="*/ 8545 w 8544"/>
                  <a:gd name="connsiteY1" fmla="*/ 8924 h 9125"/>
                  <a:gd name="connsiteX2" fmla="*/ 3641 w 8544"/>
                  <a:gd name="connsiteY2" fmla="*/ 2741 h 9125"/>
                </a:gdLst>
                <a:ahLst/>
                <a:cxnLst>
                  <a:cxn ang="0">
                    <a:pos x="connsiteX0" y="connsiteY0"/>
                  </a:cxn>
                  <a:cxn ang="0">
                    <a:pos x="connsiteX1" y="connsiteY1"/>
                  </a:cxn>
                  <a:cxn ang="0">
                    <a:pos x="connsiteX2" y="connsiteY2"/>
                  </a:cxn>
                </a:cxnLst>
                <a:rect l="l" t="t" r="r" b="b"/>
                <a:pathLst>
                  <a:path w="8544" h="9125">
                    <a:moveTo>
                      <a:pt x="3641" y="2741"/>
                    </a:moveTo>
                    <a:cubicBezTo>
                      <a:pt x="-6452" y="-6621"/>
                      <a:pt x="7533" y="11188"/>
                      <a:pt x="8545" y="8924"/>
                    </a:cubicBezTo>
                    <a:cubicBezTo>
                      <a:pt x="8167" y="7850"/>
                      <a:pt x="5978" y="5055"/>
                      <a:pt x="3641" y="27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79" name="Freeform: Shape 278">
                <a:extLst>
                  <a:ext uri="{FF2B5EF4-FFF2-40B4-BE49-F238E27FC236}">
                    <a16:creationId xmlns:a16="http://schemas.microsoft.com/office/drawing/2014/main" id="{94BCADDB-92EE-4DA5-01B3-54CCE6D02E00}"/>
                  </a:ext>
                </a:extLst>
              </p:cNvPr>
              <p:cNvSpPr/>
              <p:nvPr/>
            </p:nvSpPr>
            <p:spPr>
              <a:xfrm>
                <a:off x="7476997" y="6317583"/>
                <a:ext cx="9550" cy="1647"/>
              </a:xfrm>
              <a:custGeom>
                <a:avLst/>
                <a:gdLst>
                  <a:gd name="connsiteX0" fmla="*/ 3869 w 9550"/>
                  <a:gd name="connsiteY0" fmla="*/ 0 h 1647"/>
                  <a:gd name="connsiteX1" fmla="*/ 9550 w 9550"/>
                  <a:gd name="connsiteY1" fmla="*/ 841 h 1647"/>
                  <a:gd name="connsiteX2" fmla="*/ 3869 w 9550"/>
                  <a:gd name="connsiteY2" fmla="*/ 0 h 1647"/>
                </a:gdLst>
                <a:ahLst/>
                <a:cxnLst>
                  <a:cxn ang="0">
                    <a:pos x="connsiteX0" y="connsiteY0"/>
                  </a:cxn>
                  <a:cxn ang="0">
                    <a:pos x="connsiteX1" y="connsiteY1"/>
                  </a:cxn>
                  <a:cxn ang="0">
                    <a:pos x="connsiteX2" y="connsiteY2"/>
                  </a:cxn>
                </a:cxnLst>
                <a:rect l="l" t="t" r="r" b="b"/>
                <a:pathLst>
                  <a:path w="9550" h="1647">
                    <a:moveTo>
                      <a:pt x="3869" y="0"/>
                    </a:moveTo>
                    <a:cubicBezTo>
                      <a:pt x="-7372" y="395"/>
                      <a:pt x="9447" y="2909"/>
                      <a:pt x="9550" y="841"/>
                    </a:cubicBezTo>
                    <a:cubicBezTo>
                      <a:pt x="9007" y="395"/>
                      <a:pt x="6464" y="17"/>
                      <a:pt x="38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0" name="Freeform: Shape 279">
                <a:extLst>
                  <a:ext uri="{FF2B5EF4-FFF2-40B4-BE49-F238E27FC236}">
                    <a16:creationId xmlns:a16="http://schemas.microsoft.com/office/drawing/2014/main" id="{C74C16AA-4EB7-6B43-A8F5-CFD12FBCA12D}"/>
                  </a:ext>
                </a:extLst>
              </p:cNvPr>
              <p:cNvSpPr/>
              <p:nvPr/>
            </p:nvSpPr>
            <p:spPr>
              <a:xfrm>
                <a:off x="7158159" y="4760464"/>
                <a:ext cx="7260" cy="6809"/>
              </a:xfrm>
              <a:custGeom>
                <a:avLst/>
                <a:gdLst>
                  <a:gd name="connsiteX0" fmla="*/ 2736 w 7260"/>
                  <a:gd name="connsiteY0" fmla="*/ 4308 h 6809"/>
                  <a:gd name="connsiteX1" fmla="*/ 4525 w 7260"/>
                  <a:gd name="connsiteY1" fmla="*/ 2473 h 6809"/>
                  <a:gd name="connsiteX2" fmla="*/ 2736 w 7260"/>
                  <a:gd name="connsiteY2" fmla="*/ 4308 h 6809"/>
                </a:gdLst>
                <a:ahLst/>
                <a:cxnLst>
                  <a:cxn ang="0">
                    <a:pos x="connsiteX0" y="connsiteY0"/>
                  </a:cxn>
                  <a:cxn ang="0">
                    <a:pos x="connsiteX1" y="connsiteY1"/>
                  </a:cxn>
                  <a:cxn ang="0">
                    <a:pos x="connsiteX2" y="connsiteY2"/>
                  </a:cxn>
                </a:cxnLst>
                <a:rect l="l" t="t" r="r" b="b"/>
                <a:pathLst>
                  <a:path w="7260" h="6809">
                    <a:moveTo>
                      <a:pt x="2736" y="4308"/>
                    </a:moveTo>
                    <a:cubicBezTo>
                      <a:pt x="-1991" y="-7"/>
                      <a:pt x="-70" y="-1870"/>
                      <a:pt x="4525" y="2473"/>
                    </a:cubicBezTo>
                    <a:cubicBezTo>
                      <a:pt x="9240" y="6862"/>
                      <a:pt x="7348" y="8668"/>
                      <a:pt x="2736" y="4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1" name="Freeform: Shape 280">
                <a:extLst>
                  <a:ext uri="{FF2B5EF4-FFF2-40B4-BE49-F238E27FC236}">
                    <a16:creationId xmlns:a16="http://schemas.microsoft.com/office/drawing/2014/main" id="{5A78C79E-1F50-D0C8-EB56-526A473704C5}"/>
                  </a:ext>
                </a:extLst>
              </p:cNvPr>
              <p:cNvSpPr/>
              <p:nvPr/>
            </p:nvSpPr>
            <p:spPr>
              <a:xfrm>
                <a:off x="6999710" y="4958310"/>
                <a:ext cx="7376" cy="1319"/>
              </a:xfrm>
              <a:custGeom>
                <a:avLst/>
                <a:gdLst>
                  <a:gd name="connsiteX0" fmla="*/ 3005 w 7376"/>
                  <a:gd name="connsiteY0" fmla="*/ 1219 h 1319"/>
                  <a:gd name="connsiteX1" fmla="*/ 7377 w 7376"/>
                  <a:gd name="connsiteY1" fmla="*/ 1018 h 1319"/>
                  <a:gd name="connsiteX2" fmla="*/ 3005 w 7376"/>
                  <a:gd name="connsiteY2" fmla="*/ 1219 h 1319"/>
                </a:gdLst>
                <a:ahLst/>
                <a:cxnLst>
                  <a:cxn ang="0">
                    <a:pos x="connsiteX0" y="connsiteY0"/>
                  </a:cxn>
                  <a:cxn ang="0">
                    <a:pos x="connsiteX1" y="connsiteY1"/>
                  </a:cxn>
                  <a:cxn ang="0">
                    <a:pos x="connsiteX2" y="connsiteY2"/>
                  </a:cxn>
                </a:cxnLst>
                <a:rect l="l" t="t" r="r" b="b"/>
                <a:pathLst>
                  <a:path w="7376" h="1319">
                    <a:moveTo>
                      <a:pt x="3005" y="1219"/>
                    </a:moveTo>
                    <a:cubicBezTo>
                      <a:pt x="-5728" y="13"/>
                      <a:pt x="7348" y="-691"/>
                      <a:pt x="7377" y="1018"/>
                    </a:cubicBezTo>
                    <a:cubicBezTo>
                      <a:pt x="6960" y="1327"/>
                      <a:pt x="5005" y="1407"/>
                      <a:pt x="3005" y="1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2" name="Freeform: Shape 281">
                <a:extLst>
                  <a:ext uri="{FF2B5EF4-FFF2-40B4-BE49-F238E27FC236}">
                    <a16:creationId xmlns:a16="http://schemas.microsoft.com/office/drawing/2014/main" id="{A365ED44-87AE-76A2-8043-E303B7A678C0}"/>
                  </a:ext>
                </a:extLst>
              </p:cNvPr>
              <p:cNvSpPr/>
              <p:nvPr/>
            </p:nvSpPr>
            <p:spPr>
              <a:xfrm>
                <a:off x="7209973" y="4725205"/>
                <a:ext cx="7445" cy="8246"/>
              </a:xfrm>
              <a:custGeom>
                <a:avLst/>
                <a:gdLst>
                  <a:gd name="connsiteX0" fmla="*/ 2985 w 7445"/>
                  <a:gd name="connsiteY0" fmla="*/ 4283 h 8246"/>
                  <a:gd name="connsiteX1" fmla="*/ 7426 w 7445"/>
                  <a:gd name="connsiteY1" fmla="*/ 8244 h 8246"/>
                  <a:gd name="connsiteX2" fmla="*/ 2985 w 7445"/>
                  <a:gd name="connsiteY2" fmla="*/ 4283 h 8246"/>
                </a:gdLst>
                <a:ahLst/>
                <a:cxnLst>
                  <a:cxn ang="0">
                    <a:pos x="connsiteX0" y="connsiteY0"/>
                  </a:cxn>
                  <a:cxn ang="0">
                    <a:pos x="connsiteX1" y="connsiteY1"/>
                  </a:cxn>
                  <a:cxn ang="0">
                    <a:pos x="connsiteX2" y="connsiteY2"/>
                  </a:cxn>
                </a:cxnLst>
                <a:rect l="l" t="t" r="r" b="b"/>
                <a:pathLst>
                  <a:path w="7445" h="8246">
                    <a:moveTo>
                      <a:pt x="2985" y="4283"/>
                    </a:moveTo>
                    <a:cubicBezTo>
                      <a:pt x="-5936" y="-6490"/>
                      <a:pt x="8043" y="6209"/>
                      <a:pt x="7426" y="8244"/>
                    </a:cubicBezTo>
                    <a:cubicBezTo>
                      <a:pt x="6980" y="8329"/>
                      <a:pt x="4991" y="6541"/>
                      <a:pt x="2985" y="42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3" name="Freeform: Shape 282">
                <a:extLst>
                  <a:ext uri="{FF2B5EF4-FFF2-40B4-BE49-F238E27FC236}">
                    <a16:creationId xmlns:a16="http://schemas.microsoft.com/office/drawing/2014/main" id="{7C74BB7A-9F52-B016-D099-107F29B0C80F}"/>
                  </a:ext>
                </a:extLst>
              </p:cNvPr>
              <p:cNvSpPr/>
              <p:nvPr/>
            </p:nvSpPr>
            <p:spPr>
              <a:xfrm>
                <a:off x="7048850" y="4903858"/>
                <a:ext cx="7451" cy="3207"/>
              </a:xfrm>
              <a:custGeom>
                <a:avLst/>
                <a:gdLst>
                  <a:gd name="connsiteX0" fmla="*/ 2945 w 7451"/>
                  <a:gd name="connsiteY0" fmla="*/ 2674 h 3207"/>
                  <a:gd name="connsiteX1" fmla="*/ 7432 w 7451"/>
                  <a:gd name="connsiteY1" fmla="*/ 2777 h 3207"/>
                  <a:gd name="connsiteX2" fmla="*/ 2945 w 7451"/>
                  <a:gd name="connsiteY2" fmla="*/ 2674 h 3207"/>
                </a:gdLst>
                <a:ahLst/>
                <a:cxnLst>
                  <a:cxn ang="0">
                    <a:pos x="connsiteX0" y="connsiteY0"/>
                  </a:cxn>
                  <a:cxn ang="0">
                    <a:pos x="connsiteX1" y="connsiteY1"/>
                  </a:cxn>
                  <a:cxn ang="0">
                    <a:pos x="connsiteX2" y="connsiteY2"/>
                  </a:cxn>
                </a:cxnLst>
                <a:rect l="l" t="t" r="r" b="b"/>
                <a:pathLst>
                  <a:path w="7451" h="3207">
                    <a:moveTo>
                      <a:pt x="2945" y="2674"/>
                    </a:moveTo>
                    <a:cubicBezTo>
                      <a:pt x="-5896" y="-1132"/>
                      <a:pt x="8043" y="-675"/>
                      <a:pt x="7432" y="2777"/>
                    </a:cubicBezTo>
                    <a:cubicBezTo>
                      <a:pt x="6957" y="3394"/>
                      <a:pt x="4951" y="3337"/>
                      <a:pt x="2945" y="26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4" name="Freeform: Shape 283">
                <a:extLst>
                  <a:ext uri="{FF2B5EF4-FFF2-40B4-BE49-F238E27FC236}">
                    <a16:creationId xmlns:a16="http://schemas.microsoft.com/office/drawing/2014/main" id="{04FAD603-1FF1-A522-D650-76318BFD6BD0}"/>
                  </a:ext>
                </a:extLst>
              </p:cNvPr>
              <p:cNvSpPr/>
              <p:nvPr/>
            </p:nvSpPr>
            <p:spPr>
              <a:xfrm>
                <a:off x="7103114" y="4828863"/>
                <a:ext cx="7291" cy="5204"/>
              </a:xfrm>
              <a:custGeom>
                <a:avLst/>
                <a:gdLst>
                  <a:gd name="connsiteX0" fmla="*/ 2734 w 7291"/>
                  <a:gd name="connsiteY0" fmla="*/ 3837 h 5204"/>
                  <a:gd name="connsiteX1" fmla="*/ 4557 w 7291"/>
                  <a:gd name="connsiteY1" fmla="*/ 1351 h 5204"/>
                  <a:gd name="connsiteX2" fmla="*/ 2734 w 7291"/>
                  <a:gd name="connsiteY2" fmla="*/ 3837 h 5204"/>
                </a:gdLst>
                <a:ahLst/>
                <a:cxnLst>
                  <a:cxn ang="0">
                    <a:pos x="connsiteX0" y="connsiteY0"/>
                  </a:cxn>
                  <a:cxn ang="0">
                    <a:pos x="connsiteX1" y="connsiteY1"/>
                  </a:cxn>
                  <a:cxn ang="0">
                    <a:pos x="connsiteX2" y="connsiteY2"/>
                  </a:cxn>
                </a:cxnLst>
                <a:rect l="l" t="t" r="r" b="b"/>
                <a:pathLst>
                  <a:path w="7291" h="5204">
                    <a:moveTo>
                      <a:pt x="2734" y="3837"/>
                    </a:moveTo>
                    <a:cubicBezTo>
                      <a:pt x="-2066" y="820"/>
                      <a:pt x="37" y="-1626"/>
                      <a:pt x="4557" y="1351"/>
                    </a:cubicBezTo>
                    <a:cubicBezTo>
                      <a:pt x="9341" y="4443"/>
                      <a:pt x="7283" y="6815"/>
                      <a:pt x="2734" y="38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5" name="Freeform: Shape 284">
                <a:extLst>
                  <a:ext uri="{FF2B5EF4-FFF2-40B4-BE49-F238E27FC236}">
                    <a16:creationId xmlns:a16="http://schemas.microsoft.com/office/drawing/2014/main" id="{59EF8EBA-A70C-7BE7-FDDB-BD6FD201DD50}"/>
                  </a:ext>
                </a:extLst>
              </p:cNvPr>
              <p:cNvSpPr/>
              <p:nvPr/>
            </p:nvSpPr>
            <p:spPr>
              <a:xfrm>
                <a:off x="7389728" y="5500638"/>
                <a:ext cx="8849" cy="18948"/>
              </a:xfrm>
              <a:custGeom>
                <a:avLst/>
                <a:gdLst>
                  <a:gd name="connsiteX0" fmla="*/ 3825 w 8849"/>
                  <a:gd name="connsiteY0" fmla="*/ 318 h 18948"/>
                  <a:gd name="connsiteX1" fmla="*/ 5019 w 8849"/>
                  <a:gd name="connsiteY1" fmla="*/ 18657 h 18948"/>
                  <a:gd name="connsiteX2" fmla="*/ 3825 w 8849"/>
                  <a:gd name="connsiteY2" fmla="*/ 318 h 18948"/>
                </a:gdLst>
                <a:ahLst/>
                <a:cxnLst>
                  <a:cxn ang="0">
                    <a:pos x="connsiteX0" y="connsiteY0"/>
                  </a:cxn>
                  <a:cxn ang="0">
                    <a:pos x="connsiteX1" y="connsiteY1"/>
                  </a:cxn>
                  <a:cxn ang="0">
                    <a:pos x="connsiteX2" y="connsiteY2"/>
                  </a:cxn>
                </a:cxnLst>
                <a:rect l="l" t="t" r="r" b="b"/>
                <a:pathLst>
                  <a:path w="8849" h="18948">
                    <a:moveTo>
                      <a:pt x="3825" y="318"/>
                    </a:moveTo>
                    <a:cubicBezTo>
                      <a:pt x="-3725" y="-2780"/>
                      <a:pt x="1664" y="17777"/>
                      <a:pt x="5019" y="18657"/>
                    </a:cubicBezTo>
                    <a:cubicBezTo>
                      <a:pt x="12568" y="21600"/>
                      <a:pt x="7202" y="1306"/>
                      <a:pt x="3825" y="3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6" name="Freeform: Shape 285">
                <a:extLst>
                  <a:ext uri="{FF2B5EF4-FFF2-40B4-BE49-F238E27FC236}">
                    <a16:creationId xmlns:a16="http://schemas.microsoft.com/office/drawing/2014/main" id="{44C7FC1C-7AAD-7445-EEDC-D42FB65888A5}"/>
                  </a:ext>
                </a:extLst>
              </p:cNvPr>
              <p:cNvSpPr/>
              <p:nvPr/>
            </p:nvSpPr>
            <p:spPr>
              <a:xfrm>
                <a:off x="7254094" y="4756549"/>
                <a:ext cx="7510" cy="8995"/>
              </a:xfrm>
              <a:custGeom>
                <a:avLst/>
                <a:gdLst>
                  <a:gd name="connsiteX0" fmla="*/ 3196 w 7510"/>
                  <a:gd name="connsiteY0" fmla="*/ 3074 h 8995"/>
                  <a:gd name="connsiteX1" fmla="*/ 7510 w 7510"/>
                  <a:gd name="connsiteY1" fmla="*/ 8920 h 8995"/>
                  <a:gd name="connsiteX2" fmla="*/ 3196 w 7510"/>
                  <a:gd name="connsiteY2" fmla="*/ 3074 h 8995"/>
                </a:gdLst>
                <a:ahLst/>
                <a:cxnLst>
                  <a:cxn ang="0">
                    <a:pos x="connsiteX0" y="connsiteY0"/>
                  </a:cxn>
                  <a:cxn ang="0">
                    <a:pos x="connsiteX1" y="connsiteY1"/>
                  </a:cxn>
                  <a:cxn ang="0">
                    <a:pos x="connsiteX2" y="connsiteY2"/>
                  </a:cxn>
                </a:cxnLst>
                <a:rect l="l" t="t" r="r" b="b"/>
                <a:pathLst>
                  <a:path w="7510" h="8995">
                    <a:moveTo>
                      <a:pt x="3196" y="3074"/>
                    </a:moveTo>
                    <a:cubicBezTo>
                      <a:pt x="-5680" y="-6756"/>
                      <a:pt x="6659" y="10252"/>
                      <a:pt x="7510" y="8920"/>
                    </a:cubicBezTo>
                    <a:cubicBezTo>
                      <a:pt x="7179" y="8057"/>
                      <a:pt x="5247" y="5428"/>
                      <a:pt x="3196" y="3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7" name="Freeform: Shape 286">
                <a:extLst>
                  <a:ext uri="{FF2B5EF4-FFF2-40B4-BE49-F238E27FC236}">
                    <a16:creationId xmlns:a16="http://schemas.microsoft.com/office/drawing/2014/main" id="{BFD22538-98FF-7C31-C8F0-E13634093C0B}"/>
                  </a:ext>
                </a:extLst>
              </p:cNvPr>
              <p:cNvSpPr/>
              <p:nvPr/>
            </p:nvSpPr>
            <p:spPr>
              <a:xfrm>
                <a:off x="7425462" y="6113768"/>
                <a:ext cx="9009" cy="16752"/>
              </a:xfrm>
              <a:custGeom>
                <a:avLst/>
                <a:gdLst>
                  <a:gd name="connsiteX0" fmla="*/ 3837 w 9009"/>
                  <a:gd name="connsiteY0" fmla="*/ 7 h 16752"/>
                  <a:gd name="connsiteX1" fmla="*/ 5164 w 9009"/>
                  <a:gd name="connsiteY1" fmla="*/ 16747 h 16752"/>
                  <a:gd name="connsiteX2" fmla="*/ 3837 w 9009"/>
                  <a:gd name="connsiteY2" fmla="*/ 7 h 16752"/>
                </a:gdLst>
                <a:ahLst/>
                <a:cxnLst>
                  <a:cxn ang="0">
                    <a:pos x="connsiteX0" y="connsiteY0"/>
                  </a:cxn>
                  <a:cxn ang="0">
                    <a:pos x="connsiteX1" y="connsiteY1"/>
                  </a:cxn>
                  <a:cxn ang="0">
                    <a:pos x="connsiteX2" y="connsiteY2"/>
                  </a:cxn>
                </a:cxnLst>
                <a:rect l="l" t="t" r="r" b="b"/>
                <a:pathLst>
                  <a:path w="9009" h="16752">
                    <a:moveTo>
                      <a:pt x="3837" y="7"/>
                    </a:moveTo>
                    <a:cubicBezTo>
                      <a:pt x="-2609" y="-404"/>
                      <a:pt x="-83" y="16901"/>
                      <a:pt x="5164" y="16747"/>
                    </a:cubicBezTo>
                    <a:cubicBezTo>
                      <a:pt x="11724" y="17112"/>
                      <a:pt x="8953" y="-33"/>
                      <a:pt x="3837"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8" name="Freeform: Shape 287">
                <a:extLst>
                  <a:ext uri="{FF2B5EF4-FFF2-40B4-BE49-F238E27FC236}">
                    <a16:creationId xmlns:a16="http://schemas.microsoft.com/office/drawing/2014/main" id="{8BD419D7-25A8-9BAB-B000-C9EE1F3997CF}"/>
                  </a:ext>
                </a:extLst>
              </p:cNvPr>
              <p:cNvSpPr/>
              <p:nvPr/>
            </p:nvSpPr>
            <p:spPr>
              <a:xfrm>
                <a:off x="7285391" y="4899355"/>
                <a:ext cx="7652" cy="10195"/>
              </a:xfrm>
              <a:custGeom>
                <a:avLst/>
                <a:gdLst>
                  <a:gd name="connsiteX0" fmla="*/ 3365 w 7652"/>
                  <a:gd name="connsiteY0" fmla="*/ 2120 h 10195"/>
                  <a:gd name="connsiteX1" fmla="*/ 4285 w 7652"/>
                  <a:gd name="connsiteY1" fmla="*/ 8034 h 10195"/>
                  <a:gd name="connsiteX2" fmla="*/ 3365 w 7652"/>
                  <a:gd name="connsiteY2" fmla="*/ 2120 h 10195"/>
                </a:gdLst>
                <a:ahLst/>
                <a:cxnLst>
                  <a:cxn ang="0">
                    <a:pos x="connsiteX0" y="connsiteY0"/>
                  </a:cxn>
                  <a:cxn ang="0">
                    <a:pos x="connsiteX1" y="connsiteY1"/>
                  </a:cxn>
                  <a:cxn ang="0">
                    <a:pos x="connsiteX2" y="connsiteY2"/>
                  </a:cxn>
                </a:cxnLst>
                <a:rect l="l" t="t" r="r" b="b"/>
                <a:pathLst>
                  <a:path w="7652" h="10195">
                    <a:moveTo>
                      <a:pt x="3365" y="2120"/>
                    </a:moveTo>
                    <a:cubicBezTo>
                      <a:pt x="-3133" y="-4184"/>
                      <a:pt x="1250" y="5320"/>
                      <a:pt x="4285" y="8034"/>
                    </a:cubicBezTo>
                    <a:cubicBezTo>
                      <a:pt x="10800" y="14430"/>
                      <a:pt x="6382" y="4857"/>
                      <a:pt x="3365" y="2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89" name="Freeform: Shape 288">
                <a:extLst>
                  <a:ext uri="{FF2B5EF4-FFF2-40B4-BE49-F238E27FC236}">
                    <a16:creationId xmlns:a16="http://schemas.microsoft.com/office/drawing/2014/main" id="{11E4DED5-5527-70E9-B686-A7DA66A3E7E8}"/>
                  </a:ext>
                </a:extLst>
              </p:cNvPr>
              <p:cNvSpPr/>
              <p:nvPr/>
            </p:nvSpPr>
            <p:spPr>
              <a:xfrm>
                <a:off x="7313006" y="5088773"/>
                <a:ext cx="8032" cy="10287"/>
              </a:xfrm>
              <a:custGeom>
                <a:avLst/>
                <a:gdLst>
                  <a:gd name="connsiteX0" fmla="*/ 3531 w 8032"/>
                  <a:gd name="connsiteY0" fmla="*/ 2034 h 10287"/>
                  <a:gd name="connsiteX1" fmla="*/ 4502 w 8032"/>
                  <a:gd name="connsiteY1" fmla="*/ 8201 h 10287"/>
                  <a:gd name="connsiteX2" fmla="*/ 3531 w 8032"/>
                  <a:gd name="connsiteY2" fmla="*/ 2034 h 10287"/>
                </a:gdLst>
                <a:ahLst/>
                <a:cxnLst>
                  <a:cxn ang="0">
                    <a:pos x="connsiteX0" y="connsiteY0"/>
                  </a:cxn>
                  <a:cxn ang="0">
                    <a:pos x="connsiteX1" y="connsiteY1"/>
                  </a:cxn>
                  <a:cxn ang="0">
                    <a:pos x="connsiteX2" y="connsiteY2"/>
                  </a:cxn>
                </a:cxnLst>
                <a:rect l="l" t="t" r="r" b="b"/>
                <a:pathLst>
                  <a:path w="8032" h="10287">
                    <a:moveTo>
                      <a:pt x="3531" y="2034"/>
                    </a:moveTo>
                    <a:cubicBezTo>
                      <a:pt x="-3282" y="-4161"/>
                      <a:pt x="1302" y="5520"/>
                      <a:pt x="4502" y="8201"/>
                    </a:cubicBezTo>
                    <a:cubicBezTo>
                      <a:pt x="11332" y="14516"/>
                      <a:pt x="6702" y="4743"/>
                      <a:pt x="3531" y="2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0" name="Freeform: Shape 289">
                <a:extLst>
                  <a:ext uri="{FF2B5EF4-FFF2-40B4-BE49-F238E27FC236}">
                    <a16:creationId xmlns:a16="http://schemas.microsoft.com/office/drawing/2014/main" id="{731B39DA-C60F-C9D6-A406-13C52971AC51}"/>
                  </a:ext>
                </a:extLst>
              </p:cNvPr>
              <p:cNvSpPr/>
              <p:nvPr/>
            </p:nvSpPr>
            <p:spPr>
              <a:xfrm>
                <a:off x="8345428" y="7525702"/>
                <a:ext cx="13186" cy="5488"/>
              </a:xfrm>
              <a:custGeom>
                <a:avLst/>
                <a:gdLst>
                  <a:gd name="connsiteX0" fmla="*/ 4723 w 13186"/>
                  <a:gd name="connsiteY0" fmla="*/ 4 h 5488"/>
                  <a:gd name="connsiteX1" fmla="*/ 12450 w 13186"/>
                  <a:gd name="connsiteY1" fmla="*/ 4542 h 5488"/>
                  <a:gd name="connsiteX2" fmla="*/ 4723 w 13186"/>
                  <a:gd name="connsiteY2" fmla="*/ 4 h 5488"/>
                </a:gdLst>
                <a:ahLst/>
                <a:cxnLst>
                  <a:cxn ang="0">
                    <a:pos x="connsiteX0" y="connsiteY0"/>
                  </a:cxn>
                  <a:cxn ang="0">
                    <a:pos x="connsiteX1" y="connsiteY1"/>
                  </a:cxn>
                  <a:cxn ang="0">
                    <a:pos x="connsiteX2" y="connsiteY2"/>
                  </a:cxn>
                </a:cxnLst>
                <a:rect l="l" t="t" r="r" b="b"/>
                <a:pathLst>
                  <a:path w="13186" h="5488">
                    <a:moveTo>
                      <a:pt x="4723" y="4"/>
                    </a:moveTo>
                    <a:cubicBezTo>
                      <a:pt x="-7792" y="1158"/>
                      <a:pt x="8027" y="7948"/>
                      <a:pt x="12450" y="4542"/>
                    </a:cubicBezTo>
                    <a:cubicBezTo>
                      <a:pt x="15725" y="1335"/>
                      <a:pt x="7153" y="-82"/>
                      <a:pt x="4723"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1" name="Freeform: Shape 290">
                <a:extLst>
                  <a:ext uri="{FF2B5EF4-FFF2-40B4-BE49-F238E27FC236}">
                    <a16:creationId xmlns:a16="http://schemas.microsoft.com/office/drawing/2014/main" id="{8ECC055D-F9B3-58B0-6D5B-7D8B809F2BB9}"/>
                  </a:ext>
                </a:extLst>
              </p:cNvPr>
              <p:cNvSpPr/>
              <p:nvPr/>
            </p:nvSpPr>
            <p:spPr>
              <a:xfrm>
                <a:off x="6764269" y="4966422"/>
                <a:ext cx="6199" cy="1103"/>
              </a:xfrm>
              <a:custGeom>
                <a:avLst/>
                <a:gdLst>
                  <a:gd name="connsiteX0" fmla="*/ 2691 w 6199"/>
                  <a:gd name="connsiteY0" fmla="*/ 44 h 1103"/>
                  <a:gd name="connsiteX1" fmla="*/ 5365 w 6199"/>
                  <a:gd name="connsiteY1" fmla="*/ 50 h 1103"/>
                  <a:gd name="connsiteX2" fmla="*/ 2691 w 6199"/>
                  <a:gd name="connsiteY2" fmla="*/ 44 h 1103"/>
                </a:gdLst>
                <a:ahLst/>
                <a:cxnLst>
                  <a:cxn ang="0">
                    <a:pos x="connsiteX0" y="connsiteY0"/>
                  </a:cxn>
                  <a:cxn ang="0">
                    <a:pos x="connsiteX1" y="connsiteY1"/>
                  </a:cxn>
                  <a:cxn ang="0">
                    <a:pos x="connsiteX2" y="connsiteY2"/>
                  </a:cxn>
                </a:cxnLst>
                <a:rect l="l" t="t" r="r" b="b"/>
                <a:pathLst>
                  <a:path w="6199" h="1103">
                    <a:moveTo>
                      <a:pt x="2691" y="44"/>
                    </a:moveTo>
                    <a:cubicBezTo>
                      <a:pt x="-6122" y="1056"/>
                      <a:pt x="9926" y="1805"/>
                      <a:pt x="5365" y="50"/>
                    </a:cubicBezTo>
                    <a:cubicBezTo>
                      <a:pt x="4605" y="-13"/>
                      <a:pt x="3628" y="-18"/>
                      <a:pt x="269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2" name="Freeform: Shape 291">
                <a:extLst>
                  <a:ext uri="{FF2B5EF4-FFF2-40B4-BE49-F238E27FC236}">
                    <a16:creationId xmlns:a16="http://schemas.microsoft.com/office/drawing/2014/main" id="{347F9D4E-07A6-04D9-BE54-374B87F30C79}"/>
                  </a:ext>
                </a:extLst>
              </p:cNvPr>
              <p:cNvSpPr/>
              <p:nvPr/>
            </p:nvSpPr>
            <p:spPr>
              <a:xfrm>
                <a:off x="7479276" y="6364236"/>
                <a:ext cx="10802" cy="1528"/>
              </a:xfrm>
              <a:custGeom>
                <a:avLst/>
                <a:gdLst>
                  <a:gd name="connsiteX0" fmla="*/ 4351 w 10802"/>
                  <a:gd name="connsiteY0" fmla="*/ 216 h 1528"/>
                  <a:gd name="connsiteX1" fmla="*/ 10803 w 10802"/>
                  <a:gd name="connsiteY1" fmla="*/ 239 h 1528"/>
                  <a:gd name="connsiteX2" fmla="*/ 4351 w 10802"/>
                  <a:gd name="connsiteY2" fmla="*/ 216 h 1528"/>
                </a:gdLst>
                <a:ahLst/>
                <a:cxnLst>
                  <a:cxn ang="0">
                    <a:pos x="connsiteX0" y="connsiteY0"/>
                  </a:cxn>
                  <a:cxn ang="0">
                    <a:pos x="connsiteX1" y="connsiteY1"/>
                  </a:cxn>
                  <a:cxn ang="0">
                    <a:pos x="connsiteX2" y="connsiteY2"/>
                  </a:cxn>
                </a:cxnLst>
                <a:rect l="l" t="t" r="r" b="b"/>
                <a:pathLst>
                  <a:path w="10802" h="1528">
                    <a:moveTo>
                      <a:pt x="4351" y="216"/>
                    </a:moveTo>
                    <a:cubicBezTo>
                      <a:pt x="-8331" y="1925"/>
                      <a:pt x="10740" y="1999"/>
                      <a:pt x="10803" y="239"/>
                    </a:cubicBezTo>
                    <a:cubicBezTo>
                      <a:pt x="10163" y="-70"/>
                      <a:pt x="7277" y="-81"/>
                      <a:pt x="4351" y="2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3" name="Freeform: Shape 292">
                <a:extLst>
                  <a:ext uri="{FF2B5EF4-FFF2-40B4-BE49-F238E27FC236}">
                    <a16:creationId xmlns:a16="http://schemas.microsoft.com/office/drawing/2014/main" id="{B0FA0AA8-FD6F-411F-8BC9-D278CF5E5E1D}"/>
                  </a:ext>
                </a:extLst>
              </p:cNvPr>
              <p:cNvSpPr/>
              <p:nvPr/>
            </p:nvSpPr>
            <p:spPr>
              <a:xfrm>
                <a:off x="7613828" y="6539867"/>
                <a:ext cx="11485" cy="5107"/>
              </a:xfrm>
              <a:custGeom>
                <a:avLst/>
                <a:gdLst>
                  <a:gd name="connsiteX0" fmla="*/ 4792 w 11485"/>
                  <a:gd name="connsiteY0" fmla="*/ 64 h 5107"/>
                  <a:gd name="connsiteX1" fmla="*/ 11485 w 11485"/>
                  <a:gd name="connsiteY1" fmla="*/ 2007 h 5107"/>
                  <a:gd name="connsiteX2" fmla="*/ 4792 w 11485"/>
                  <a:gd name="connsiteY2" fmla="*/ 64 h 5107"/>
                </a:gdLst>
                <a:ahLst/>
                <a:cxnLst>
                  <a:cxn ang="0">
                    <a:pos x="connsiteX0" y="connsiteY0"/>
                  </a:cxn>
                  <a:cxn ang="0">
                    <a:pos x="connsiteX1" y="connsiteY1"/>
                  </a:cxn>
                  <a:cxn ang="0">
                    <a:pos x="connsiteX2" y="connsiteY2"/>
                  </a:cxn>
                </a:cxnLst>
                <a:rect l="l" t="t" r="r" b="b"/>
                <a:pathLst>
                  <a:path w="11485" h="5107">
                    <a:moveTo>
                      <a:pt x="4792" y="64"/>
                    </a:moveTo>
                    <a:cubicBezTo>
                      <a:pt x="-9090" y="2984"/>
                      <a:pt x="11616" y="8654"/>
                      <a:pt x="11485" y="2007"/>
                    </a:cubicBezTo>
                    <a:cubicBezTo>
                      <a:pt x="10890" y="624"/>
                      <a:pt x="7896" y="-250"/>
                      <a:pt x="4792" y="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4" name="Freeform: Shape 293">
                <a:extLst>
                  <a:ext uri="{FF2B5EF4-FFF2-40B4-BE49-F238E27FC236}">
                    <a16:creationId xmlns:a16="http://schemas.microsoft.com/office/drawing/2014/main" id="{8308B31C-9A0D-5721-2D39-CE49CECBA302}"/>
                  </a:ext>
                </a:extLst>
              </p:cNvPr>
              <p:cNvSpPr/>
              <p:nvPr/>
            </p:nvSpPr>
            <p:spPr>
              <a:xfrm>
                <a:off x="7548326" y="6420778"/>
                <a:ext cx="10928" cy="3082"/>
              </a:xfrm>
              <a:custGeom>
                <a:avLst/>
                <a:gdLst>
                  <a:gd name="connsiteX0" fmla="*/ 4349 w 10928"/>
                  <a:gd name="connsiteY0" fmla="*/ 144 h 3082"/>
                  <a:gd name="connsiteX1" fmla="*/ 6589 w 10928"/>
                  <a:gd name="connsiteY1" fmla="*/ 2933 h 3082"/>
                  <a:gd name="connsiteX2" fmla="*/ 4349 w 10928"/>
                  <a:gd name="connsiteY2" fmla="*/ 144 h 3082"/>
                </a:gdLst>
                <a:ahLst/>
                <a:cxnLst>
                  <a:cxn ang="0">
                    <a:pos x="connsiteX0" y="connsiteY0"/>
                  </a:cxn>
                  <a:cxn ang="0">
                    <a:pos x="connsiteX1" y="connsiteY1"/>
                  </a:cxn>
                  <a:cxn ang="0">
                    <a:pos x="connsiteX2" y="connsiteY2"/>
                  </a:cxn>
                </a:cxnLst>
                <a:rect l="l" t="t" r="r" b="b"/>
                <a:pathLst>
                  <a:path w="10928" h="3082">
                    <a:moveTo>
                      <a:pt x="4349" y="144"/>
                    </a:moveTo>
                    <a:cubicBezTo>
                      <a:pt x="-3795" y="1179"/>
                      <a:pt x="988" y="3722"/>
                      <a:pt x="6589" y="2933"/>
                    </a:cubicBezTo>
                    <a:cubicBezTo>
                      <a:pt x="14733" y="1938"/>
                      <a:pt x="9915" y="-633"/>
                      <a:pt x="4349" y="1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5" name="Freeform: Shape 294">
                <a:extLst>
                  <a:ext uri="{FF2B5EF4-FFF2-40B4-BE49-F238E27FC236}">
                    <a16:creationId xmlns:a16="http://schemas.microsoft.com/office/drawing/2014/main" id="{0473BAA3-A970-C70D-265F-F61B83790987}"/>
                  </a:ext>
                </a:extLst>
              </p:cNvPr>
              <p:cNvSpPr/>
              <p:nvPr/>
            </p:nvSpPr>
            <p:spPr>
              <a:xfrm>
                <a:off x="7341646" y="6348623"/>
                <a:ext cx="10106" cy="314"/>
              </a:xfrm>
              <a:custGeom>
                <a:avLst/>
                <a:gdLst>
                  <a:gd name="connsiteX0" fmla="*/ 4043 w 10106"/>
                  <a:gd name="connsiteY0" fmla="*/ 194 h 314"/>
                  <a:gd name="connsiteX1" fmla="*/ 10107 w 10106"/>
                  <a:gd name="connsiteY1" fmla="*/ 4 h 314"/>
                  <a:gd name="connsiteX2" fmla="*/ 4043 w 10106"/>
                  <a:gd name="connsiteY2" fmla="*/ 194 h 314"/>
                </a:gdLst>
                <a:ahLst/>
                <a:cxnLst>
                  <a:cxn ang="0">
                    <a:pos x="connsiteX0" y="connsiteY0"/>
                  </a:cxn>
                  <a:cxn ang="0">
                    <a:pos x="connsiteX1" y="connsiteY1"/>
                  </a:cxn>
                  <a:cxn ang="0">
                    <a:pos x="connsiteX2" y="connsiteY2"/>
                  </a:cxn>
                </a:cxnLst>
                <a:rect l="l" t="t" r="r" b="b"/>
                <a:pathLst>
                  <a:path w="10106" h="314">
                    <a:moveTo>
                      <a:pt x="4043" y="194"/>
                    </a:moveTo>
                    <a:cubicBezTo>
                      <a:pt x="-7712" y="570"/>
                      <a:pt x="9884" y="-58"/>
                      <a:pt x="10107" y="4"/>
                    </a:cubicBezTo>
                    <a:cubicBezTo>
                      <a:pt x="9495" y="33"/>
                      <a:pt x="6781" y="113"/>
                      <a:pt x="4043" y="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6" name="Freeform: Shape 295">
                <a:extLst>
                  <a:ext uri="{FF2B5EF4-FFF2-40B4-BE49-F238E27FC236}">
                    <a16:creationId xmlns:a16="http://schemas.microsoft.com/office/drawing/2014/main" id="{93C03E7A-65EE-F2A5-CEF4-C2AAE0F5ED67}"/>
                  </a:ext>
                </a:extLst>
              </p:cNvPr>
              <p:cNvSpPr/>
              <p:nvPr/>
            </p:nvSpPr>
            <p:spPr>
              <a:xfrm>
                <a:off x="7409607" y="6347352"/>
                <a:ext cx="10485" cy="760"/>
              </a:xfrm>
              <a:custGeom>
                <a:avLst/>
                <a:gdLst>
                  <a:gd name="connsiteX0" fmla="*/ 4205 w 10485"/>
                  <a:gd name="connsiteY0" fmla="*/ 304 h 760"/>
                  <a:gd name="connsiteX1" fmla="*/ 10486 w 10485"/>
                  <a:gd name="connsiteY1" fmla="*/ 7 h 760"/>
                  <a:gd name="connsiteX2" fmla="*/ 4205 w 10485"/>
                  <a:gd name="connsiteY2" fmla="*/ 304 h 760"/>
                </a:gdLst>
                <a:ahLst/>
                <a:cxnLst>
                  <a:cxn ang="0">
                    <a:pos x="connsiteX0" y="connsiteY0"/>
                  </a:cxn>
                  <a:cxn ang="0">
                    <a:pos x="connsiteX1" y="connsiteY1"/>
                  </a:cxn>
                  <a:cxn ang="0">
                    <a:pos x="connsiteX2" y="connsiteY2"/>
                  </a:cxn>
                </a:cxnLst>
                <a:rect l="l" t="t" r="r" b="b"/>
                <a:pathLst>
                  <a:path w="10485" h="760">
                    <a:moveTo>
                      <a:pt x="4205" y="304"/>
                    </a:moveTo>
                    <a:cubicBezTo>
                      <a:pt x="-8031" y="1293"/>
                      <a:pt x="10314" y="430"/>
                      <a:pt x="10486" y="7"/>
                    </a:cubicBezTo>
                    <a:cubicBezTo>
                      <a:pt x="9851" y="-33"/>
                      <a:pt x="7039" y="99"/>
                      <a:pt x="4205" y="3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7" name="Freeform: Shape 296">
                <a:extLst>
                  <a:ext uri="{FF2B5EF4-FFF2-40B4-BE49-F238E27FC236}">
                    <a16:creationId xmlns:a16="http://schemas.microsoft.com/office/drawing/2014/main" id="{4E981ADE-AC18-7689-178D-3B791375DE6D}"/>
                  </a:ext>
                </a:extLst>
              </p:cNvPr>
              <p:cNvSpPr/>
              <p:nvPr/>
            </p:nvSpPr>
            <p:spPr>
              <a:xfrm>
                <a:off x="7896328" y="7345707"/>
                <a:ext cx="12769" cy="6554"/>
              </a:xfrm>
              <a:custGeom>
                <a:avLst/>
                <a:gdLst>
                  <a:gd name="connsiteX0" fmla="*/ 4996 w 12769"/>
                  <a:gd name="connsiteY0" fmla="*/ 16 h 6554"/>
                  <a:gd name="connsiteX1" fmla="*/ 7779 w 12769"/>
                  <a:gd name="connsiteY1" fmla="*/ 6538 h 6554"/>
                  <a:gd name="connsiteX2" fmla="*/ 4996 w 12769"/>
                  <a:gd name="connsiteY2" fmla="*/ 16 h 6554"/>
                </a:gdLst>
                <a:ahLst/>
                <a:cxnLst>
                  <a:cxn ang="0">
                    <a:pos x="connsiteX0" y="connsiteY0"/>
                  </a:cxn>
                  <a:cxn ang="0">
                    <a:pos x="connsiteX1" y="connsiteY1"/>
                  </a:cxn>
                  <a:cxn ang="0">
                    <a:pos x="connsiteX2" y="connsiteY2"/>
                  </a:cxn>
                </a:cxnLst>
                <a:rect l="l" t="t" r="r" b="b"/>
                <a:pathLst>
                  <a:path w="12769" h="6554">
                    <a:moveTo>
                      <a:pt x="4996" y="16"/>
                    </a:moveTo>
                    <a:cubicBezTo>
                      <a:pt x="-4462" y="377"/>
                      <a:pt x="1258" y="6926"/>
                      <a:pt x="7779" y="6538"/>
                    </a:cubicBezTo>
                    <a:cubicBezTo>
                      <a:pt x="17243" y="6200"/>
                      <a:pt x="11488" y="-366"/>
                      <a:pt x="4996"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8" name="Freeform: Shape 297">
                <a:extLst>
                  <a:ext uri="{FF2B5EF4-FFF2-40B4-BE49-F238E27FC236}">
                    <a16:creationId xmlns:a16="http://schemas.microsoft.com/office/drawing/2014/main" id="{23038884-0C6C-D70E-BFDD-1A373E44D3B5}"/>
                  </a:ext>
                </a:extLst>
              </p:cNvPr>
              <p:cNvSpPr/>
              <p:nvPr/>
            </p:nvSpPr>
            <p:spPr>
              <a:xfrm>
                <a:off x="7277731" y="6346210"/>
                <a:ext cx="9796" cy="391"/>
              </a:xfrm>
              <a:custGeom>
                <a:avLst/>
                <a:gdLst>
                  <a:gd name="connsiteX0" fmla="*/ 3972 w 9796"/>
                  <a:gd name="connsiteY0" fmla="*/ 0 h 391"/>
                  <a:gd name="connsiteX1" fmla="*/ 9796 w 9796"/>
                  <a:gd name="connsiteY1" fmla="*/ 229 h 391"/>
                  <a:gd name="connsiteX2" fmla="*/ 3972 w 9796"/>
                  <a:gd name="connsiteY2" fmla="*/ 0 h 391"/>
                </a:gdLst>
                <a:ahLst/>
                <a:cxnLst>
                  <a:cxn ang="0">
                    <a:pos x="connsiteX0" y="connsiteY0"/>
                  </a:cxn>
                  <a:cxn ang="0">
                    <a:pos x="connsiteX1" y="connsiteY1"/>
                  </a:cxn>
                  <a:cxn ang="0">
                    <a:pos x="connsiteX2" y="connsiteY2"/>
                  </a:cxn>
                </a:cxnLst>
                <a:rect l="l" t="t" r="r" b="b"/>
                <a:pathLst>
                  <a:path w="9796" h="391">
                    <a:moveTo>
                      <a:pt x="3972" y="0"/>
                    </a:moveTo>
                    <a:cubicBezTo>
                      <a:pt x="-7509" y="40"/>
                      <a:pt x="9522" y="686"/>
                      <a:pt x="9796" y="229"/>
                    </a:cubicBezTo>
                    <a:cubicBezTo>
                      <a:pt x="9236" y="126"/>
                      <a:pt x="6630" y="17"/>
                      <a:pt x="397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299" name="Freeform: Shape 298">
                <a:extLst>
                  <a:ext uri="{FF2B5EF4-FFF2-40B4-BE49-F238E27FC236}">
                    <a16:creationId xmlns:a16="http://schemas.microsoft.com/office/drawing/2014/main" id="{0259732B-7000-B7B3-0E29-27D89B73E365}"/>
                  </a:ext>
                </a:extLst>
              </p:cNvPr>
              <p:cNvSpPr/>
              <p:nvPr/>
            </p:nvSpPr>
            <p:spPr>
              <a:xfrm>
                <a:off x="7817027" y="7136547"/>
                <a:ext cx="12304" cy="7204"/>
              </a:xfrm>
              <a:custGeom>
                <a:avLst/>
                <a:gdLst>
                  <a:gd name="connsiteX0" fmla="*/ 4916 w 12304"/>
                  <a:gd name="connsiteY0" fmla="*/ 25 h 7204"/>
                  <a:gd name="connsiteX1" fmla="*/ 7396 w 12304"/>
                  <a:gd name="connsiteY1" fmla="*/ 7180 h 7204"/>
                  <a:gd name="connsiteX2" fmla="*/ 4916 w 12304"/>
                  <a:gd name="connsiteY2" fmla="*/ 25 h 7204"/>
                </a:gdLst>
                <a:ahLst/>
                <a:cxnLst>
                  <a:cxn ang="0">
                    <a:pos x="connsiteX0" y="connsiteY0"/>
                  </a:cxn>
                  <a:cxn ang="0">
                    <a:pos x="connsiteX1" y="connsiteY1"/>
                  </a:cxn>
                  <a:cxn ang="0">
                    <a:pos x="connsiteX2" y="connsiteY2"/>
                  </a:cxn>
                </a:cxnLst>
                <a:rect l="l" t="t" r="r" b="b"/>
                <a:pathLst>
                  <a:path w="12304" h="7204">
                    <a:moveTo>
                      <a:pt x="4916" y="25"/>
                    </a:moveTo>
                    <a:cubicBezTo>
                      <a:pt x="-4068" y="516"/>
                      <a:pt x="778" y="7677"/>
                      <a:pt x="7396" y="7180"/>
                    </a:cubicBezTo>
                    <a:cubicBezTo>
                      <a:pt x="16380" y="6711"/>
                      <a:pt x="11505" y="-473"/>
                      <a:pt x="491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0" name="Freeform: Shape 299">
                <a:extLst>
                  <a:ext uri="{FF2B5EF4-FFF2-40B4-BE49-F238E27FC236}">
                    <a16:creationId xmlns:a16="http://schemas.microsoft.com/office/drawing/2014/main" id="{E2BE88CC-331E-33DC-6A75-0D1E84931586}"/>
                  </a:ext>
                </a:extLst>
              </p:cNvPr>
              <p:cNvSpPr/>
              <p:nvPr/>
            </p:nvSpPr>
            <p:spPr>
              <a:xfrm>
                <a:off x="7678764" y="6713111"/>
                <a:ext cx="11556" cy="6549"/>
              </a:xfrm>
              <a:custGeom>
                <a:avLst/>
                <a:gdLst>
                  <a:gd name="connsiteX0" fmla="*/ 4704 w 11556"/>
                  <a:gd name="connsiteY0" fmla="*/ 82 h 6549"/>
                  <a:gd name="connsiteX1" fmla="*/ 6864 w 11556"/>
                  <a:gd name="connsiteY1" fmla="*/ 6466 h 6549"/>
                  <a:gd name="connsiteX2" fmla="*/ 4704 w 11556"/>
                  <a:gd name="connsiteY2" fmla="*/ 82 h 6549"/>
                </a:gdLst>
                <a:ahLst/>
                <a:cxnLst>
                  <a:cxn ang="0">
                    <a:pos x="connsiteX0" y="connsiteY0"/>
                  </a:cxn>
                  <a:cxn ang="0">
                    <a:pos x="connsiteX1" y="connsiteY1"/>
                  </a:cxn>
                  <a:cxn ang="0">
                    <a:pos x="connsiteX2" y="connsiteY2"/>
                  </a:cxn>
                </a:cxnLst>
                <a:rect l="l" t="t" r="r" b="b"/>
                <a:pathLst>
                  <a:path w="11556" h="6549">
                    <a:moveTo>
                      <a:pt x="4704" y="82"/>
                    </a:moveTo>
                    <a:cubicBezTo>
                      <a:pt x="-3543" y="1030"/>
                      <a:pt x="263" y="7345"/>
                      <a:pt x="6864" y="6466"/>
                    </a:cubicBezTo>
                    <a:cubicBezTo>
                      <a:pt x="15111" y="5551"/>
                      <a:pt x="11265" y="-787"/>
                      <a:pt x="4704" y="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1" name="Freeform: Shape 300">
                <a:extLst>
                  <a:ext uri="{FF2B5EF4-FFF2-40B4-BE49-F238E27FC236}">
                    <a16:creationId xmlns:a16="http://schemas.microsoft.com/office/drawing/2014/main" id="{1A129C77-A52E-F910-BB6E-9CE248D66A5F}"/>
                  </a:ext>
                </a:extLst>
              </p:cNvPr>
              <p:cNvSpPr/>
              <p:nvPr/>
            </p:nvSpPr>
            <p:spPr>
              <a:xfrm>
                <a:off x="7745461" y="6918852"/>
                <a:ext cx="11906" cy="7203"/>
              </a:xfrm>
              <a:custGeom>
                <a:avLst/>
                <a:gdLst>
                  <a:gd name="connsiteX0" fmla="*/ 4822 w 11906"/>
                  <a:gd name="connsiteY0" fmla="*/ 47 h 7203"/>
                  <a:gd name="connsiteX1" fmla="*/ 7096 w 11906"/>
                  <a:gd name="connsiteY1" fmla="*/ 7156 h 7203"/>
                  <a:gd name="connsiteX2" fmla="*/ 4822 w 11906"/>
                  <a:gd name="connsiteY2" fmla="*/ 47 h 7203"/>
                </a:gdLst>
                <a:ahLst/>
                <a:cxnLst>
                  <a:cxn ang="0">
                    <a:pos x="connsiteX0" y="connsiteY0"/>
                  </a:cxn>
                  <a:cxn ang="0">
                    <a:pos x="connsiteX1" y="connsiteY1"/>
                  </a:cxn>
                  <a:cxn ang="0">
                    <a:pos x="connsiteX2" y="connsiteY2"/>
                  </a:cxn>
                </a:cxnLst>
                <a:rect l="l" t="t" r="r" b="b"/>
                <a:pathLst>
                  <a:path w="11906" h="7203">
                    <a:moveTo>
                      <a:pt x="4822" y="47"/>
                    </a:moveTo>
                    <a:cubicBezTo>
                      <a:pt x="-3739" y="767"/>
                      <a:pt x="416" y="7848"/>
                      <a:pt x="7096" y="7156"/>
                    </a:cubicBezTo>
                    <a:cubicBezTo>
                      <a:pt x="15657" y="6459"/>
                      <a:pt x="11463" y="-639"/>
                      <a:pt x="4822" y="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2" name="Freeform: Shape 301">
                <a:extLst>
                  <a:ext uri="{FF2B5EF4-FFF2-40B4-BE49-F238E27FC236}">
                    <a16:creationId xmlns:a16="http://schemas.microsoft.com/office/drawing/2014/main" id="{037C5BE7-C93D-3B03-FDD1-FFC4A5BBD637}"/>
                  </a:ext>
                </a:extLst>
              </p:cNvPr>
              <p:cNvSpPr/>
              <p:nvPr/>
            </p:nvSpPr>
            <p:spPr>
              <a:xfrm>
                <a:off x="7000459" y="4633413"/>
                <a:ext cx="8313" cy="3942"/>
              </a:xfrm>
              <a:custGeom>
                <a:avLst/>
                <a:gdLst>
                  <a:gd name="connsiteX0" fmla="*/ 3479 w 8313"/>
                  <a:gd name="connsiteY0" fmla="*/ 2178 h 3942"/>
                  <a:gd name="connsiteX1" fmla="*/ 8313 w 8313"/>
                  <a:gd name="connsiteY1" fmla="*/ 0 h 3942"/>
                  <a:gd name="connsiteX2" fmla="*/ 3479 w 8313"/>
                  <a:gd name="connsiteY2" fmla="*/ 2178 h 3942"/>
                </a:gdLst>
                <a:ahLst/>
                <a:cxnLst>
                  <a:cxn ang="0">
                    <a:pos x="connsiteX0" y="connsiteY0"/>
                  </a:cxn>
                  <a:cxn ang="0">
                    <a:pos x="connsiteX1" y="connsiteY1"/>
                  </a:cxn>
                  <a:cxn ang="0">
                    <a:pos x="connsiteX2" y="connsiteY2"/>
                  </a:cxn>
                </a:cxnLst>
                <a:rect l="l" t="t" r="r" b="b"/>
                <a:pathLst>
                  <a:path w="8313" h="3942">
                    <a:moveTo>
                      <a:pt x="3479" y="2178"/>
                    </a:moveTo>
                    <a:cubicBezTo>
                      <a:pt x="-6397" y="7069"/>
                      <a:pt x="7845" y="269"/>
                      <a:pt x="8313" y="0"/>
                    </a:cubicBezTo>
                    <a:cubicBezTo>
                      <a:pt x="7902" y="155"/>
                      <a:pt x="5742" y="1097"/>
                      <a:pt x="3479" y="2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3" name="Freeform: Shape 302">
                <a:extLst>
                  <a:ext uri="{FF2B5EF4-FFF2-40B4-BE49-F238E27FC236}">
                    <a16:creationId xmlns:a16="http://schemas.microsoft.com/office/drawing/2014/main" id="{3FA27477-B878-DEB8-2554-B543529E1B76}"/>
                  </a:ext>
                </a:extLst>
              </p:cNvPr>
              <p:cNvSpPr/>
              <p:nvPr/>
            </p:nvSpPr>
            <p:spPr>
              <a:xfrm>
                <a:off x="6951862" y="4684070"/>
                <a:ext cx="8126" cy="4276"/>
              </a:xfrm>
              <a:custGeom>
                <a:avLst/>
                <a:gdLst>
                  <a:gd name="connsiteX0" fmla="*/ 3286 w 8126"/>
                  <a:gd name="connsiteY0" fmla="*/ 3378 h 4276"/>
                  <a:gd name="connsiteX1" fmla="*/ 8127 w 8126"/>
                  <a:gd name="connsiteY1" fmla="*/ 424 h 4276"/>
                  <a:gd name="connsiteX2" fmla="*/ 3286 w 8126"/>
                  <a:gd name="connsiteY2" fmla="*/ 3378 h 4276"/>
                </a:gdLst>
                <a:ahLst/>
                <a:cxnLst>
                  <a:cxn ang="0">
                    <a:pos x="connsiteX0" y="connsiteY0"/>
                  </a:cxn>
                  <a:cxn ang="0">
                    <a:pos x="connsiteX1" y="connsiteY1"/>
                  </a:cxn>
                  <a:cxn ang="0">
                    <a:pos x="connsiteX2" y="connsiteY2"/>
                  </a:cxn>
                </a:cxnLst>
                <a:rect l="l" t="t" r="r" b="b"/>
                <a:pathLst>
                  <a:path w="8126" h="4276">
                    <a:moveTo>
                      <a:pt x="3286" y="3378"/>
                    </a:moveTo>
                    <a:cubicBezTo>
                      <a:pt x="-6178" y="7082"/>
                      <a:pt x="7773" y="-2022"/>
                      <a:pt x="8127" y="424"/>
                    </a:cubicBezTo>
                    <a:cubicBezTo>
                      <a:pt x="7653" y="1144"/>
                      <a:pt x="5486" y="2441"/>
                      <a:pt x="3286" y="33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4" name="Freeform: Shape 303">
                <a:extLst>
                  <a:ext uri="{FF2B5EF4-FFF2-40B4-BE49-F238E27FC236}">
                    <a16:creationId xmlns:a16="http://schemas.microsoft.com/office/drawing/2014/main" id="{9EA9DFC5-27AA-E87C-1DB4-5280CD0815B7}"/>
                  </a:ext>
                </a:extLst>
              </p:cNvPr>
              <p:cNvSpPr/>
              <p:nvPr/>
            </p:nvSpPr>
            <p:spPr>
              <a:xfrm>
                <a:off x="7039739" y="4665203"/>
                <a:ext cx="8203" cy="4782"/>
              </a:xfrm>
              <a:custGeom>
                <a:avLst/>
                <a:gdLst>
                  <a:gd name="connsiteX0" fmla="*/ 3597 w 8203"/>
                  <a:gd name="connsiteY0" fmla="*/ 768 h 4782"/>
                  <a:gd name="connsiteX1" fmla="*/ 4615 w 8203"/>
                  <a:gd name="connsiteY1" fmla="*/ 3946 h 4782"/>
                  <a:gd name="connsiteX2" fmla="*/ 3597 w 8203"/>
                  <a:gd name="connsiteY2" fmla="*/ 768 h 4782"/>
                </a:gdLst>
                <a:ahLst/>
                <a:cxnLst>
                  <a:cxn ang="0">
                    <a:pos x="connsiteX0" y="connsiteY0"/>
                  </a:cxn>
                  <a:cxn ang="0">
                    <a:pos x="connsiteX1" y="connsiteY1"/>
                  </a:cxn>
                  <a:cxn ang="0">
                    <a:pos x="connsiteX2" y="connsiteY2"/>
                  </a:cxn>
                </a:cxnLst>
                <a:rect l="l" t="t" r="r" b="b"/>
                <a:pathLst>
                  <a:path w="8203" h="4782">
                    <a:moveTo>
                      <a:pt x="3597" y="768"/>
                    </a:moveTo>
                    <a:cubicBezTo>
                      <a:pt x="-1655" y="2940"/>
                      <a:pt x="-1020" y="6380"/>
                      <a:pt x="4615" y="3946"/>
                    </a:cubicBezTo>
                    <a:cubicBezTo>
                      <a:pt x="9918" y="1843"/>
                      <a:pt x="9147" y="-1524"/>
                      <a:pt x="3597" y="7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5" name="Freeform: Shape 304">
                <a:extLst>
                  <a:ext uri="{FF2B5EF4-FFF2-40B4-BE49-F238E27FC236}">
                    <a16:creationId xmlns:a16="http://schemas.microsoft.com/office/drawing/2014/main" id="{3A005D08-0A18-06DB-186D-1F73526475FA}"/>
                  </a:ext>
                </a:extLst>
              </p:cNvPr>
              <p:cNvSpPr/>
              <p:nvPr/>
            </p:nvSpPr>
            <p:spPr>
              <a:xfrm>
                <a:off x="6899243" y="4778457"/>
                <a:ext cx="7828" cy="3984"/>
              </a:xfrm>
              <a:custGeom>
                <a:avLst/>
                <a:gdLst>
                  <a:gd name="connsiteX0" fmla="*/ 3036 w 7828"/>
                  <a:gd name="connsiteY0" fmla="*/ 3695 h 3984"/>
                  <a:gd name="connsiteX1" fmla="*/ 4796 w 7828"/>
                  <a:gd name="connsiteY1" fmla="*/ 260 h 3984"/>
                  <a:gd name="connsiteX2" fmla="*/ 3036 w 7828"/>
                  <a:gd name="connsiteY2" fmla="*/ 3695 h 3984"/>
                </a:gdLst>
                <a:ahLst/>
                <a:cxnLst>
                  <a:cxn ang="0">
                    <a:pos x="connsiteX0" y="connsiteY0"/>
                  </a:cxn>
                  <a:cxn ang="0">
                    <a:pos x="connsiteX1" y="connsiteY1"/>
                  </a:cxn>
                  <a:cxn ang="0">
                    <a:pos x="connsiteX2" y="connsiteY2"/>
                  </a:cxn>
                </a:cxnLst>
                <a:rect l="l" t="t" r="r" b="b"/>
                <a:pathLst>
                  <a:path w="7828" h="3984">
                    <a:moveTo>
                      <a:pt x="3036" y="3695"/>
                    </a:moveTo>
                    <a:cubicBezTo>
                      <a:pt x="-3119" y="5106"/>
                      <a:pt x="1447" y="946"/>
                      <a:pt x="4796" y="260"/>
                    </a:cubicBezTo>
                    <a:cubicBezTo>
                      <a:pt x="10917" y="-1066"/>
                      <a:pt x="6431" y="3077"/>
                      <a:pt x="3036" y="36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6" name="Freeform: Shape 305">
                <a:extLst>
                  <a:ext uri="{FF2B5EF4-FFF2-40B4-BE49-F238E27FC236}">
                    <a16:creationId xmlns:a16="http://schemas.microsoft.com/office/drawing/2014/main" id="{544599D2-321C-5859-4F60-A6AC99B4B261}"/>
                  </a:ext>
                </a:extLst>
              </p:cNvPr>
              <p:cNvSpPr/>
              <p:nvPr/>
            </p:nvSpPr>
            <p:spPr>
              <a:xfrm>
                <a:off x="6847040" y="4880785"/>
                <a:ext cx="7639" cy="3239"/>
              </a:xfrm>
              <a:custGeom>
                <a:avLst/>
                <a:gdLst>
                  <a:gd name="connsiteX0" fmla="*/ 3073 w 7639"/>
                  <a:gd name="connsiteY0" fmla="*/ 3231 h 3239"/>
                  <a:gd name="connsiteX1" fmla="*/ 7639 w 7639"/>
                  <a:gd name="connsiteY1" fmla="*/ 1293 h 3239"/>
                  <a:gd name="connsiteX2" fmla="*/ 3073 w 7639"/>
                  <a:gd name="connsiteY2" fmla="*/ 3231 h 3239"/>
                </a:gdLst>
                <a:ahLst/>
                <a:cxnLst>
                  <a:cxn ang="0">
                    <a:pos x="connsiteX0" y="connsiteY0"/>
                  </a:cxn>
                  <a:cxn ang="0">
                    <a:pos x="connsiteX1" y="connsiteY1"/>
                  </a:cxn>
                  <a:cxn ang="0">
                    <a:pos x="connsiteX2" y="connsiteY2"/>
                  </a:cxn>
                </a:cxnLst>
                <a:rect l="l" t="t" r="r" b="b"/>
                <a:pathLst>
                  <a:path w="7639" h="3239">
                    <a:moveTo>
                      <a:pt x="3073" y="3231"/>
                    </a:moveTo>
                    <a:cubicBezTo>
                      <a:pt x="-5934" y="3494"/>
                      <a:pt x="7736" y="-2576"/>
                      <a:pt x="7639" y="1293"/>
                    </a:cubicBezTo>
                    <a:cubicBezTo>
                      <a:pt x="7176" y="2156"/>
                      <a:pt x="5136" y="3002"/>
                      <a:pt x="3073" y="32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7" name="Freeform: Shape 306">
                <a:extLst>
                  <a:ext uri="{FF2B5EF4-FFF2-40B4-BE49-F238E27FC236}">
                    <a16:creationId xmlns:a16="http://schemas.microsoft.com/office/drawing/2014/main" id="{1C839015-556F-236D-5538-AB336B30D20C}"/>
                  </a:ext>
                </a:extLst>
              </p:cNvPr>
              <p:cNvSpPr/>
              <p:nvPr/>
            </p:nvSpPr>
            <p:spPr>
              <a:xfrm>
                <a:off x="6800359" y="4955726"/>
                <a:ext cx="7388" cy="1624"/>
              </a:xfrm>
              <a:custGeom>
                <a:avLst/>
                <a:gdLst>
                  <a:gd name="connsiteX0" fmla="*/ 3056 w 7388"/>
                  <a:gd name="connsiteY0" fmla="*/ 1625 h 1624"/>
                  <a:gd name="connsiteX1" fmla="*/ 7388 w 7388"/>
                  <a:gd name="connsiteY1" fmla="*/ 830 h 1624"/>
                  <a:gd name="connsiteX2" fmla="*/ 3056 w 7388"/>
                  <a:gd name="connsiteY2" fmla="*/ 1625 h 1624"/>
                </a:gdLst>
                <a:ahLst/>
                <a:cxnLst>
                  <a:cxn ang="0">
                    <a:pos x="connsiteX0" y="connsiteY0"/>
                  </a:cxn>
                  <a:cxn ang="0">
                    <a:pos x="connsiteX1" y="connsiteY1"/>
                  </a:cxn>
                  <a:cxn ang="0">
                    <a:pos x="connsiteX2" y="connsiteY2"/>
                  </a:cxn>
                </a:cxnLst>
                <a:rect l="l" t="t" r="r" b="b"/>
                <a:pathLst>
                  <a:path w="7388" h="1624">
                    <a:moveTo>
                      <a:pt x="3056" y="1625"/>
                    </a:moveTo>
                    <a:cubicBezTo>
                      <a:pt x="-5750" y="1293"/>
                      <a:pt x="7263" y="-1296"/>
                      <a:pt x="7388" y="830"/>
                    </a:cubicBezTo>
                    <a:cubicBezTo>
                      <a:pt x="7000" y="1270"/>
                      <a:pt x="5057" y="1607"/>
                      <a:pt x="3056" y="1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8" name="Freeform: Shape 307">
                <a:extLst>
                  <a:ext uri="{FF2B5EF4-FFF2-40B4-BE49-F238E27FC236}">
                    <a16:creationId xmlns:a16="http://schemas.microsoft.com/office/drawing/2014/main" id="{FC881D33-C67E-3CE3-59C5-6B6A200F2ED4}"/>
                  </a:ext>
                </a:extLst>
              </p:cNvPr>
              <p:cNvSpPr/>
              <p:nvPr/>
            </p:nvSpPr>
            <p:spPr>
              <a:xfrm>
                <a:off x="7064084" y="4807464"/>
                <a:ext cx="8347" cy="6760"/>
              </a:xfrm>
              <a:custGeom>
                <a:avLst/>
                <a:gdLst>
                  <a:gd name="connsiteX0" fmla="*/ 3851 w 8347"/>
                  <a:gd name="connsiteY0" fmla="*/ 423 h 6760"/>
                  <a:gd name="connsiteX1" fmla="*/ 4508 w 8347"/>
                  <a:gd name="connsiteY1" fmla="*/ 6297 h 6760"/>
                  <a:gd name="connsiteX2" fmla="*/ 3851 w 8347"/>
                  <a:gd name="connsiteY2" fmla="*/ 423 h 6760"/>
                </a:gdLst>
                <a:ahLst/>
                <a:cxnLst>
                  <a:cxn ang="0">
                    <a:pos x="connsiteX0" y="connsiteY0"/>
                  </a:cxn>
                  <a:cxn ang="0">
                    <a:pos x="connsiteX1" y="connsiteY1"/>
                  </a:cxn>
                  <a:cxn ang="0">
                    <a:pos x="connsiteX2" y="connsiteY2"/>
                  </a:cxn>
                </a:cxnLst>
                <a:rect l="l" t="t" r="r" b="b"/>
                <a:pathLst>
                  <a:path w="8347" h="6760">
                    <a:moveTo>
                      <a:pt x="3851" y="423"/>
                    </a:moveTo>
                    <a:cubicBezTo>
                      <a:pt x="-1001" y="2046"/>
                      <a:pt x="-1784" y="8532"/>
                      <a:pt x="4508" y="6297"/>
                    </a:cubicBezTo>
                    <a:cubicBezTo>
                      <a:pt x="9440" y="4737"/>
                      <a:pt x="10034" y="-1692"/>
                      <a:pt x="3851" y="4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09" name="Freeform: Shape 308">
                <a:extLst>
                  <a:ext uri="{FF2B5EF4-FFF2-40B4-BE49-F238E27FC236}">
                    <a16:creationId xmlns:a16="http://schemas.microsoft.com/office/drawing/2014/main" id="{0B08DE4F-1D64-0CEE-D02F-302C0833E22F}"/>
                  </a:ext>
                </a:extLst>
              </p:cNvPr>
              <p:cNvSpPr/>
              <p:nvPr/>
            </p:nvSpPr>
            <p:spPr>
              <a:xfrm>
                <a:off x="7220359" y="6318115"/>
                <a:ext cx="9515" cy="1612"/>
              </a:xfrm>
              <a:custGeom>
                <a:avLst/>
                <a:gdLst>
                  <a:gd name="connsiteX0" fmla="*/ 3955 w 9515"/>
                  <a:gd name="connsiteY0" fmla="*/ 0 h 1612"/>
                  <a:gd name="connsiteX1" fmla="*/ 9515 w 9515"/>
                  <a:gd name="connsiteY1" fmla="*/ 863 h 1612"/>
                  <a:gd name="connsiteX2" fmla="*/ 3955 w 9515"/>
                  <a:gd name="connsiteY2" fmla="*/ 0 h 1612"/>
                </a:gdLst>
                <a:ahLst/>
                <a:cxnLst>
                  <a:cxn ang="0">
                    <a:pos x="connsiteX0" y="connsiteY0"/>
                  </a:cxn>
                  <a:cxn ang="0">
                    <a:pos x="connsiteX1" y="connsiteY1"/>
                  </a:cxn>
                  <a:cxn ang="0">
                    <a:pos x="connsiteX2" y="connsiteY2"/>
                  </a:cxn>
                </a:cxnLst>
                <a:rect l="l" t="t" r="r" b="b"/>
                <a:pathLst>
                  <a:path w="9515" h="1612">
                    <a:moveTo>
                      <a:pt x="3955" y="0"/>
                    </a:moveTo>
                    <a:cubicBezTo>
                      <a:pt x="-7378" y="297"/>
                      <a:pt x="9218" y="2846"/>
                      <a:pt x="9515" y="863"/>
                    </a:cubicBezTo>
                    <a:cubicBezTo>
                      <a:pt x="9030" y="429"/>
                      <a:pt x="6544" y="40"/>
                      <a:pt x="395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0" name="Freeform: Shape 309">
                <a:extLst>
                  <a:ext uri="{FF2B5EF4-FFF2-40B4-BE49-F238E27FC236}">
                    <a16:creationId xmlns:a16="http://schemas.microsoft.com/office/drawing/2014/main" id="{FDA8B3B0-4303-7193-6292-68BB22EBEDEC}"/>
                  </a:ext>
                </a:extLst>
              </p:cNvPr>
              <p:cNvSpPr/>
              <p:nvPr/>
            </p:nvSpPr>
            <p:spPr>
              <a:xfrm>
                <a:off x="7110401" y="5154459"/>
                <a:ext cx="8686" cy="4671"/>
              </a:xfrm>
              <a:custGeom>
                <a:avLst/>
                <a:gdLst>
                  <a:gd name="connsiteX0" fmla="*/ 3779 w 8686"/>
                  <a:gd name="connsiteY0" fmla="*/ 351 h 4671"/>
                  <a:gd name="connsiteX1" fmla="*/ 4922 w 8686"/>
                  <a:gd name="connsiteY1" fmla="*/ 4265 h 4671"/>
                  <a:gd name="connsiteX2" fmla="*/ 3779 w 8686"/>
                  <a:gd name="connsiteY2" fmla="*/ 351 h 4671"/>
                </a:gdLst>
                <a:ahLst/>
                <a:cxnLst>
                  <a:cxn ang="0">
                    <a:pos x="connsiteX0" y="connsiteY0"/>
                  </a:cxn>
                  <a:cxn ang="0">
                    <a:pos x="connsiteX1" y="connsiteY1"/>
                  </a:cxn>
                  <a:cxn ang="0">
                    <a:pos x="connsiteX2" y="connsiteY2"/>
                  </a:cxn>
                </a:cxnLst>
                <a:rect l="l" t="t" r="r" b="b"/>
                <a:pathLst>
                  <a:path w="8686" h="4671">
                    <a:moveTo>
                      <a:pt x="3779" y="351"/>
                    </a:moveTo>
                    <a:cubicBezTo>
                      <a:pt x="-1965" y="1945"/>
                      <a:pt x="-822" y="5951"/>
                      <a:pt x="4922" y="4265"/>
                    </a:cubicBezTo>
                    <a:cubicBezTo>
                      <a:pt x="10740" y="2768"/>
                      <a:pt x="9391" y="-1192"/>
                      <a:pt x="3779" y="3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1" name="Freeform: Shape 310">
                <a:extLst>
                  <a:ext uri="{FF2B5EF4-FFF2-40B4-BE49-F238E27FC236}">
                    <a16:creationId xmlns:a16="http://schemas.microsoft.com/office/drawing/2014/main" id="{2C8B82E8-07EF-E454-DE4B-C4D005F8D35F}"/>
                  </a:ext>
                </a:extLst>
              </p:cNvPr>
              <p:cNvSpPr/>
              <p:nvPr/>
            </p:nvSpPr>
            <p:spPr>
              <a:xfrm>
                <a:off x="7083500" y="4995389"/>
                <a:ext cx="8684" cy="6746"/>
              </a:xfrm>
              <a:custGeom>
                <a:avLst/>
                <a:gdLst>
                  <a:gd name="connsiteX0" fmla="*/ 3997 w 8684"/>
                  <a:gd name="connsiteY0" fmla="*/ 161 h 6746"/>
                  <a:gd name="connsiteX1" fmla="*/ 14 w 8684"/>
                  <a:gd name="connsiteY1" fmla="*/ 4647 h 6746"/>
                  <a:gd name="connsiteX2" fmla="*/ 3997 w 8684"/>
                  <a:gd name="connsiteY2" fmla="*/ 161 h 6746"/>
                </a:gdLst>
                <a:ahLst/>
                <a:cxnLst>
                  <a:cxn ang="0">
                    <a:pos x="connsiteX0" y="connsiteY0"/>
                  </a:cxn>
                  <a:cxn ang="0">
                    <a:pos x="connsiteX1" y="connsiteY1"/>
                  </a:cxn>
                  <a:cxn ang="0">
                    <a:pos x="connsiteX2" y="connsiteY2"/>
                  </a:cxn>
                </a:cxnLst>
                <a:rect l="l" t="t" r="r" b="b"/>
                <a:pathLst>
                  <a:path w="8684" h="6746">
                    <a:moveTo>
                      <a:pt x="3997" y="161"/>
                    </a:moveTo>
                    <a:cubicBezTo>
                      <a:pt x="1608" y="915"/>
                      <a:pt x="-175" y="2961"/>
                      <a:pt x="14" y="4647"/>
                    </a:cubicBezTo>
                    <a:cubicBezTo>
                      <a:pt x="2934" y="11751"/>
                      <a:pt x="15324" y="-1594"/>
                      <a:pt x="3997" y="1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2" name="Freeform: Shape 311">
                <a:extLst>
                  <a:ext uri="{FF2B5EF4-FFF2-40B4-BE49-F238E27FC236}">
                    <a16:creationId xmlns:a16="http://schemas.microsoft.com/office/drawing/2014/main" id="{627CF98C-B890-E673-31C7-0E8342E0D752}"/>
                  </a:ext>
                </a:extLst>
              </p:cNvPr>
              <p:cNvSpPr/>
              <p:nvPr/>
            </p:nvSpPr>
            <p:spPr>
              <a:xfrm>
                <a:off x="7147016" y="5419747"/>
                <a:ext cx="8834" cy="20473"/>
              </a:xfrm>
              <a:custGeom>
                <a:avLst/>
                <a:gdLst>
                  <a:gd name="connsiteX0" fmla="*/ 3935 w 8834"/>
                  <a:gd name="connsiteY0" fmla="*/ 61 h 20473"/>
                  <a:gd name="connsiteX1" fmla="*/ 4901 w 8834"/>
                  <a:gd name="connsiteY1" fmla="*/ 20418 h 20473"/>
                  <a:gd name="connsiteX2" fmla="*/ 3935 w 8834"/>
                  <a:gd name="connsiteY2" fmla="*/ 61 h 20473"/>
                </a:gdLst>
                <a:ahLst/>
                <a:cxnLst>
                  <a:cxn ang="0">
                    <a:pos x="connsiteX0" y="connsiteY0"/>
                  </a:cxn>
                  <a:cxn ang="0">
                    <a:pos x="connsiteX1" y="connsiteY1"/>
                  </a:cxn>
                  <a:cxn ang="0">
                    <a:pos x="connsiteX2" y="connsiteY2"/>
                  </a:cxn>
                </a:cxnLst>
                <a:rect l="l" t="t" r="r" b="b"/>
                <a:pathLst>
                  <a:path w="8834" h="20473">
                    <a:moveTo>
                      <a:pt x="3935" y="61"/>
                    </a:moveTo>
                    <a:cubicBezTo>
                      <a:pt x="-1272" y="570"/>
                      <a:pt x="-1666" y="21698"/>
                      <a:pt x="4901" y="20418"/>
                    </a:cubicBezTo>
                    <a:cubicBezTo>
                      <a:pt x="10072" y="19949"/>
                      <a:pt x="10535" y="-1282"/>
                      <a:pt x="3935" y="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3" name="Freeform: Shape 312">
                <a:extLst>
                  <a:ext uri="{FF2B5EF4-FFF2-40B4-BE49-F238E27FC236}">
                    <a16:creationId xmlns:a16="http://schemas.microsoft.com/office/drawing/2014/main" id="{084B02AF-ED7A-E243-0A9B-A9937EC1BEC3}"/>
                  </a:ext>
                </a:extLst>
              </p:cNvPr>
              <p:cNvSpPr/>
              <p:nvPr/>
            </p:nvSpPr>
            <p:spPr>
              <a:xfrm>
                <a:off x="7175257" y="6104334"/>
                <a:ext cx="8973" cy="18430"/>
              </a:xfrm>
              <a:custGeom>
                <a:avLst/>
                <a:gdLst>
                  <a:gd name="connsiteX0" fmla="*/ 3942 w 8973"/>
                  <a:gd name="connsiteY0" fmla="*/ 5 h 18430"/>
                  <a:gd name="connsiteX1" fmla="*/ 5034 w 8973"/>
                  <a:gd name="connsiteY1" fmla="*/ 18425 h 18430"/>
                  <a:gd name="connsiteX2" fmla="*/ 3942 w 8973"/>
                  <a:gd name="connsiteY2" fmla="*/ 5 h 18430"/>
                </a:gdLst>
                <a:ahLst/>
                <a:cxnLst>
                  <a:cxn ang="0">
                    <a:pos x="connsiteX0" y="connsiteY0"/>
                  </a:cxn>
                  <a:cxn ang="0">
                    <a:pos x="connsiteX1" y="connsiteY1"/>
                  </a:cxn>
                  <a:cxn ang="0">
                    <a:pos x="connsiteX2" y="connsiteY2"/>
                  </a:cxn>
                </a:cxnLst>
                <a:rect l="l" t="t" r="r" b="b"/>
                <a:pathLst>
                  <a:path w="8973" h="18430">
                    <a:moveTo>
                      <a:pt x="3942" y="5"/>
                    </a:moveTo>
                    <a:cubicBezTo>
                      <a:pt x="-2190" y="-109"/>
                      <a:pt x="-658" y="18785"/>
                      <a:pt x="5034" y="18425"/>
                    </a:cubicBezTo>
                    <a:cubicBezTo>
                      <a:pt x="11286" y="18608"/>
                      <a:pt x="9475" y="-366"/>
                      <a:pt x="3942"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4" name="Freeform: Shape 313">
                <a:extLst>
                  <a:ext uri="{FF2B5EF4-FFF2-40B4-BE49-F238E27FC236}">
                    <a16:creationId xmlns:a16="http://schemas.microsoft.com/office/drawing/2014/main" id="{F9F26B56-FD09-C2F6-1039-3EF4275021F1}"/>
                  </a:ext>
                </a:extLst>
              </p:cNvPr>
              <p:cNvSpPr/>
              <p:nvPr/>
            </p:nvSpPr>
            <p:spPr>
              <a:xfrm>
                <a:off x="7986435" y="7525882"/>
                <a:ext cx="13084" cy="5394"/>
              </a:xfrm>
              <a:custGeom>
                <a:avLst/>
                <a:gdLst>
                  <a:gd name="connsiteX0" fmla="*/ 4872 w 13084"/>
                  <a:gd name="connsiteY0" fmla="*/ 6 h 5394"/>
                  <a:gd name="connsiteX1" fmla="*/ 12233 w 13084"/>
                  <a:gd name="connsiteY1" fmla="*/ 4464 h 5394"/>
                  <a:gd name="connsiteX2" fmla="*/ 4872 w 13084"/>
                  <a:gd name="connsiteY2" fmla="*/ 6 h 5394"/>
                </a:gdLst>
                <a:ahLst/>
                <a:cxnLst>
                  <a:cxn ang="0">
                    <a:pos x="connsiteX0" y="connsiteY0"/>
                  </a:cxn>
                  <a:cxn ang="0">
                    <a:pos x="connsiteX1" y="connsiteY1"/>
                  </a:cxn>
                  <a:cxn ang="0">
                    <a:pos x="connsiteX2" y="connsiteY2"/>
                  </a:cxn>
                </a:cxnLst>
                <a:rect l="l" t="t" r="r" b="b"/>
                <a:pathLst>
                  <a:path w="13084" h="5394">
                    <a:moveTo>
                      <a:pt x="4872" y="6"/>
                    </a:moveTo>
                    <a:cubicBezTo>
                      <a:pt x="-7759" y="1087"/>
                      <a:pt x="7626" y="7824"/>
                      <a:pt x="12233" y="4464"/>
                    </a:cubicBezTo>
                    <a:cubicBezTo>
                      <a:pt x="15776" y="1384"/>
                      <a:pt x="7272" y="-108"/>
                      <a:pt x="4872"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5" name="Freeform: Shape 314">
                <a:extLst>
                  <a:ext uri="{FF2B5EF4-FFF2-40B4-BE49-F238E27FC236}">
                    <a16:creationId xmlns:a16="http://schemas.microsoft.com/office/drawing/2014/main" id="{55ECD358-8AFC-32DA-4FA3-A57D53AD5AF4}"/>
                  </a:ext>
                </a:extLst>
              </p:cNvPr>
              <p:cNvSpPr/>
              <p:nvPr/>
            </p:nvSpPr>
            <p:spPr>
              <a:xfrm>
                <a:off x="6568485" y="5008810"/>
                <a:ext cx="6895" cy="2440"/>
              </a:xfrm>
              <a:custGeom>
                <a:avLst/>
                <a:gdLst>
                  <a:gd name="connsiteX0" fmla="*/ 2878 w 6895"/>
                  <a:gd name="connsiteY0" fmla="*/ 804 h 2440"/>
                  <a:gd name="connsiteX1" fmla="*/ 6896 w 6895"/>
                  <a:gd name="connsiteY1" fmla="*/ 73 h 2440"/>
                  <a:gd name="connsiteX2" fmla="*/ 2878 w 6895"/>
                  <a:gd name="connsiteY2" fmla="*/ 804 h 2440"/>
                </a:gdLst>
                <a:ahLst/>
                <a:cxnLst>
                  <a:cxn ang="0">
                    <a:pos x="connsiteX0" y="connsiteY0"/>
                  </a:cxn>
                  <a:cxn ang="0">
                    <a:pos x="connsiteX1" y="connsiteY1"/>
                  </a:cxn>
                  <a:cxn ang="0">
                    <a:pos x="connsiteX2" y="connsiteY2"/>
                  </a:cxn>
                </a:cxnLst>
                <a:rect l="l" t="t" r="r" b="b"/>
                <a:pathLst>
                  <a:path w="6895" h="2440">
                    <a:moveTo>
                      <a:pt x="2878" y="804"/>
                    </a:moveTo>
                    <a:cubicBezTo>
                      <a:pt x="-4974" y="3736"/>
                      <a:pt x="5587" y="2250"/>
                      <a:pt x="6896" y="73"/>
                    </a:cubicBezTo>
                    <a:cubicBezTo>
                      <a:pt x="5976" y="-219"/>
                      <a:pt x="4124" y="438"/>
                      <a:pt x="2878" y="8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6" name="Freeform: Shape 315">
                <a:extLst>
                  <a:ext uri="{FF2B5EF4-FFF2-40B4-BE49-F238E27FC236}">
                    <a16:creationId xmlns:a16="http://schemas.microsoft.com/office/drawing/2014/main" id="{6771B2B9-5849-D6BB-9E4A-913239918A3C}"/>
                  </a:ext>
                </a:extLst>
              </p:cNvPr>
              <p:cNvSpPr/>
              <p:nvPr/>
            </p:nvSpPr>
            <p:spPr>
              <a:xfrm>
                <a:off x="7184276" y="6435270"/>
                <a:ext cx="10855" cy="4072"/>
              </a:xfrm>
              <a:custGeom>
                <a:avLst/>
                <a:gdLst>
                  <a:gd name="connsiteX0" fmla="*/ 4439 w 10855"/>
                  <a:gd name="connsiteY0" fmla="*/ 1237 h 4072"/>
                  <a:gd name="connsiteX1" fmla="*/ 6417 w 10855"/>
                  <a:gd name="connsiteY1" fmla="*/ 2825 h 4072"/>
                  <a:gd name="connsiteX2" fmla="*/ 4439 w 10855"/>
                  <a:gd name="connsiteY2" fmla="*/ 1237 h 4072"/>
                </a:gdLst>
                <a:ahLst/>
                <a:cxnLst>
                  <a:cxn ang="0">
                    <a:pos x="connsiteX0" y="connsiteY0"/>
                  </a:cxn>
                  <a:cxn ang="0">
                    <a:pos x="connsiteX1" y="connsiteY1"/>
                  </a:cxn>
                  <a:cxn ang="0">
                    <a:pos x="connsiteX2" y="connsiteY2"/>
                  </a:cxn>
                </a:cxnLst>
                <a:rect l="l" t="t" r="r" b="b"/>
                <a:pathLst>
                  <a:path w="10855" h="4072">
                    <a:moveTo>
                      <a:pt x="4439" y="1237"/>
                    </a:moveTo>
                    <a:cubicBezTo>
                      <a:pt x="-3470" y="4111"/>
                      <a:pt x="450" y="5083"/>
                      <a:pt x="6417" y="2825"/>
                    </a:cubicBezTo>
                    <a:cubicBezTo>
                      <a:pt x="14332" y="-55"/>
                      <a:pt x="10394" y="-992"/>
                      <a:pt x="4439" y="12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7" name="Freeform: Shape 316">
                <a:extLst>
                  <a:ext uri="{FF2B5EF4-FFF2-40B4-BE49-F238E27FC236}">
                    <a16:creationId xmlns:a16="http://schemas.microsoft.com/office/drawing/2014/main" id="{136255E5-EA44-D3BD-79B5-4F0270EB1C2E}"/>
                  </a:ext>
                </a:extLst>
              </p:cNvPr>
              <p:cNvSpPr/>
              <p:nvPr/>
            </p:nvSpPr>
            <p:spPr>
              <a:xfrm>
                <a:off x="7124735" y="6400192"/>
                <a:ext cx="10704" cy="2988"/>
              </a:xfrm>
              <a:custGeom>
                <a:avLst/>
                <a:gdLst>
                  <a:gd name="connsiteX0" fmla="*/ 4464 w 10704"/>
                  <a:gd name="connsiteY0" fmla="*/ 1077 h 2988"/>
                  <a:gd name="connsiteX1" fmla="*/ 10705 w 10704"/>
                  <a:gd name="connsiteY1" fmla="*/ 59 h 2988"/>
                  <a:gd name="connsiteX2" fmla="*/ 4464 w 10704"/>
                  <a:gd name="connsiteY2" fmla="*/ 1077 h 2988"/>
                </a:gdLst>
                <a:ahLst/>
                <a:cxnLst>
                  <a:cxn ang="0">
                    <a:pos x="connsiteX0" y="connsiteY0"/>
                  </a:cxn>
                  <a:cxn ang="0">
                    <a:pos x="connsiteX1" y="connsiteY1"/>
                  </a:cxn>
                  <a:cxn ang="0">
                    <a:pos x="connsiteX2" y="connsiteY2"/>
                  </a:cxn>
                </a:cxnLst>
                <a:rect l="l" t="t" r="r" b="b"/>
                <a:pathLst>
                  <a:path w="10704" h="2988">
                    <a:moveTo>
                      <a:pt x="4464" y="1077"/>
                    </a:moveTo>
                    <a:cubicBezTo>
                      <a:pt x="-8366" y="5048"/>
                      <a:pt x="10522" y="1888"/>
                      <a:pt x="10705" y="59"/>
                    </a:cubicBezTo>
                    <a:cubicBezTo>
                      <a:pt x="10162" y="-169"/>
                      <a:pt x="7373" y="282"/>
                      <a:pt x="4464" y="10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8" name="Freeform: Shape 317">
                <a:extLst>
                  <a:ext uri="{FF2B5EF4-FFF2-40B4-BE49-F238E27FC236}">
                    <a16:creationId xmlns:a16="http://schemas.microsoft.com/office/drawing/2014/main" id="{89C2FEA5-70AD-E8EE-C252-CE9258A1AE4D}"/>
                  </a:ext>
                </a:extLst>
              </p:cNvPr>
              <p:cNvSpPr/>
              <p:nvPr/>
            </p:nvSpPr>
            <p:spPr>
              <a:xfrm>
                <a:off x="7012844" y="6358080"/>
                <a:ext cx="9884" cy="1225"/>
              </a:xfrm>
              <a:custGeom>
                <a:avLst/>
                <a:gdLst>
                  <a:gd name="connsiteX0" fmla="*/ 4152 w 9884"/>
                  <a:gd name="connsiteY0" fmla="*/ 160 h 1225"/>
                  <a:gd name="connsiteX1" fmla="*/ 9884 w 9884"/>
                  <a:gd name="connsiteY1" fmla="*/ 206 h 1225"/>
                  <a:gd name="connsiteX2" fmla="*/ 4152 w 9884"/>
                  <a:gd name="connsiteY2" fmla="*/ 160 h 1225"/>
                </a:gdLst>
                <a:ahLst/>
                <a:cxnLst>
                  <a:cxn ang="0">
                    <a:pos x="connsiteX0" y="connsiteY0"/>
                  </a:cxn>
                  <a:cxn ang="0">
                    <a:pos x="connsiteX1" y="connsiteY1"/>
                  </a:cxn>
                  <a:cxn ang="0">
                    <a:pos x="connsiteX2" y="connsiteY2"/>
                  </a:cxn>
                </a:cxnLst>
                <a:rect l="l" t="t" r="r" b="b"/>
                <a:pathLst>
                  <a:path w="9884" h="1225">
                    <a:moveTo>
                      <a:pt x="4152" y="160"/>
                    </a:moveTo>
                    <a:cubicBezTo>
                      <a:pt x="-7684" y="1526"/>
                      <a:pt x="9507" y="1617"/>
                      <a:pt x="9884" y="206"/>
                    </a:cubicBezTo>
                    <a:cubicBezTo>
                      <a:pt x="9410" y="-51"/>
                      <a:pt x="6844" y="-69"/>
                      <a:pt x="4152"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19" name="Freeform: Shape 318">
                <a:extLst>
                  <a:ext uri="{FF2B5EF4-FFF2-40B4-BE49-F238E27FC236}">
                    <a16:creationId xmlns:a16="http://schemas.microsoft.com/office/drawing/2014/main" id="{ADA98140-C907-AA89-56F6-6A992D954C4F}"/>
                  </a:ext>
                </a:extLst>
              </p:cNvPr>
              <p:cNvSpPr/>
              <p:nvPr/>
            </p:nvSpPr>
            <p:spPr>
              <a:xfrm>
                <a:off x="7067096" y="6379799"/>
                <a:ext cx="10279" cy="1910"/>
              </a:xfrm>
              <a:custGeom>
                <a:avLst/>
                <a:gdLst>
                  <a:gd name="connsiteX0" fmla="*/ 4284 w 10279"/>
                  <a:gd name="connsiteY0" fmla="*/ 649 h 1910"/>
                  <a:gd name="connsiteX1" fmla="*/ 10279 w 10279"/>
                  <a:gd name="connsiteY1" fmla="*/ 49 h 1910"/>
                  <a:gd name="connsiteX2" fmla="*/ 4284 w 10279"/>
                  <a:gd name="connsiteY2" fmla="*/ 649 h 1910"/>
                </a:gdLst>
                <a:ahLst/>
                <a:cxnLst>
                  <a:cxn ang="0">
                    <a:pos x="connsiteX0" y="connsiteY0"/>
                  </a:cxn>
                  <a:cxn ang="0">
                    <a:pos x="connsiteX1" y="connsiteY1"/>
                  </a:cxn>
                  <a:cxn ang="0">
                    <a:pos x="connsiteX2" y="connsiteY2"/>
                  </a:cxn>
                </a:cxnLst>
                <a:rect l="l" t="t" r="r" b="b"/>
                <a:pathLst>
                  <a:path w="10279" h="1910">
                    <a:moveTo>
                      <a:pt x="4284" y="649"/>
                    </a:moveTo>
                    <a:cubicBezTo>
                      <a:pt x="-7986" y="3170"/>
                      <a:pt x="9970" y="1347"/>
                      <a:pt x="10279" y="49"/>
                    </a:cubicBezTo>
                    <a:cubicBezTo>
                      <a:pt x="9759" y="-116"/>
                      <a:pt x="7079" y="146"/>
                      <a:pt x="4284" y="6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0" name="Freeform: Shape 319">
                <a:extLst>
                  <a:ext uri="{FF2B5EF4-FFF2-40B4-BE49-F238E27FC236}">
                    <a16:creationId xmlns:a16="http://schemas.microsoft.com/office/drawing/2014/main" id="{535CFA78-8478-49D0-5963-4E91260FE068}"/>
                  </a:ext>
                </a:extLst>
              </p:cNvPr>
              <p:cNvSpPr/>
              <p:nvPr/>
            </p:nvSpPr>
            <p:spPr>
              <a:xfrm>
                <a:off x="7243312" y="6500765"/>
                <a:ext cx="11522" cy="5119"/>
              </a:xfrm>
              <a:custGeom>
                <a:avLst/>
                <a:gdLst>
                  <a:gd name="connsiteX0" fmla="*/ 4891 w 11522"/>
                  <a:gd name="connsiteY0" fmla="*/ 1196 h 5119"/>
                  <a:gd name="connsiteX1" fmla="*/ 11520 w 11522"/>
                  <a:gd name="connsiteY1" fmla="*/ 424 h 5119"/>
                  <a:gd name="connsiteX2" fmla="*/ 4891 w 11522"/>
                  <a:gd name="connsiteY2" fmla="*/ 1196 h 5119"/>
                </a:gdLst>
                <a:ahLst/>
                <a:cxnLst>
                  <a:cxn ang="0">
                    <a:pos x="connsiteX0" y="connsiteY0"/>
                  </a:cxn>
                  <a:cxn ang="0">
                    <a:pos x="connsiteX1" y="connsiteY1"/>
                  </a:cxn>
                  <a:cxn ang="0">
                    <a:pos x="connsiteX2" y="connsiteY2"/>
                  </a:cxn>
                </a:cxnLst>
                <a:rect l="l" t="t" r="r" b="b"/>
                <a:pathLst>
                  <a:path w="11522" h="5119">
                    <a:moveTo>
                      <a:pt x="4891" y="1196"/>
                    </a:moveTo>
                    <a:cubicBezTo>
                      <a:pt x="-9237" y="7894"/>
                      <a:pt x="11760" y="4916"/>
                      <a:pt x="11520" y="424"/>
                    </a:cubicBezTo>
                    <a:cubicBezTo>
                      <a:pt x="10983" y="-365"/>
                      <a:pt x="8017" y="-22"/>
                      <a:pt x="4891" y="1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1" name="Freeform: Shape 320">
                <a:extLst>
                  <a:ext uri="{FF2B5EF4-FFF2-40B4-BE49-F238E27FC236}">
                    <a16:creationId xmlns:a16="http://schemas.microsoft.com/office/drawing/2014/main" id="{B566FEE1-5C0E-CC22-F8C1-5107FC47AE0E}"/>
                  </a:ext>
                </a:extLst>
              </p:cNvPr>
              <p:cNvSpPr/>
              <p:nvPr/>
            </p:nvSpPr>
            <p:spPr>
              <a:xfrm>
                <a:off x="7549075" y="7351551"/>
                <a:ext cx="12738" cy="6214"/>
              </a:xfrm>
              <a:custGeom>
                <a:avLst/>
                <a:gdLst>
                  <a:gd name="connsiteX0" fmla="*/ 5154 w 12738"/>
                  <a:gd name="connsiteY0" fmla="*/ 48 h 6214"/>
                  <a:gd name="connsiteX1" fmla="*/ 7589 w 12738"/>
                  <a:gd name="connsiteY1" fmla="*/ 6168 h 6214"/>
                  <a:gd name="connsiteX2" fmla="*/ 5154 w 12738"/>
                  <a:gd name="connsiteY2" fmla="*/ 48 h 6214"/>
                </a:gdLst>
                <a:ahLst/>
                <a:cxnLst>
                  <a:cxn ang="0">
                    <a:pos x="connsiteX0" y="connsiteY0"/>
                  </a:cxn>
                  <a:cxn ang="0">
                    <a:pos x="connsiteX1" y="connsiteY1"/>
                  </a:cxn>
                  <a:cxn ang="0">
                    <a:pos x="connsiteX2" y="connsiteY2"/>
                  </a:cxn>
                </a:cxnLst>
                <a:rect l="l" t="t" r="r" b="b"/>
                <a:pathLst>
                  <a:path w="12738" h="6214">
                    <a:moveTo>
                      <a:pt x="5154" y="48"/>
                    </a:moveTo>
                    <a:cubicBezTo>
                      <a:pt x="-4150" y="745"/>
                      <a:pt x="674" y="6803"/>
                      <a:pt x="7589" y="6168"/>
                    </a:cubicBezTo>
                    <a:cubicBezTo>
                      <a:pt x="16893" y="5494"/>
                      <a:pt x="12052" y="-598"/>
                      <a:pt x="5154"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2" name="Freeform: Shape 321">
                <a:extLst>
                  <a:ext uri="{FF2B5EF4-FFF2-40B4-BE49-F238E27FC236}">
                    <a16:creationId xmlns:a16="http://schemas.microsoft.com/office/drawing/2014/main" id="{389E34DC-C38A-AF4F-CD51-067C27037ADB}"/>
                  </a:ext>
                </a:extLst>
              </p:cNvPr>
              <p:cNvSpPr/>
              <p:nvPr/>
            </p:nvSpPr>
            <p:spPr>
              <a:xfrm>
                <a:off x="6963890" y="6318827"/>
                <a:ext cx="9316" cy="1779"/>
              </a:xfrm>
              <a:custGeom>
                <a:avLst/>
                <a:gdLst>
                  <a:gd name="connsiteX0" fmla="*/ 3895 w 9316"/>
                  <a:gd name="connsiteY0" fmla="*/ 20 h 1779"/>
                  <a:gd name="connsiteX1" fmla="*/ 5420 w 9316"/>
                  <a:gd name="connsiteY1" fmla="*/ 1757 h 1779"/>
                  <a:gd name="connsiteX2" fmla="*/ 3895 w 9316"/>
                  <a:gd name="connsiteY2" fmla="*/ 20 h 1779"/>
                </a:gdLst>
                <a:ahLst/>
                <a:cxnLst>
                  <a:cxn ang="0">
                    <a:pos x="connsiteX0" y="connsiteY0"/>
                  </a:cxn>
                  <a:cxn ang="0">
                    <a:pos x="connsiteX1" y="connsiteY1"/>
                  </a:cxn>
                  <a:cxn ang="0">
                    <a:pos x="connsiteX2" y="connsiteY2"/>
                  </a:cxn>
                </a:cxnLst>
                <a:rect l="l" t="t" r="r" b="b"/>
                <a:pathLst>
                  <a:path w="9316" h="1779">
                    <a:moveTo>
                      <a:pt x="3895" y="20"/>
                    </a:moveTo>
                    <a:cubicBezTo>
                      <a:pt x="-3129" y="271"/>
                      <a:pt x="568" y="1997"/>
                      <a:pt x="5420" y="1757"/>
                    </a:cubicBezTo>
                    <a:cubicBezTo>
                      <a:pt x="12456" y="1512"/>
                      <a:pt x="8735" y="-203"/>
                      <a:pt x="3895"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3" name="Freeform: Shape 322">
                <a:extLst>
                  <a:ext uri="{FF2B5EF4-FFF2-40B4-BE49-F238E27FC236}">
                    <a16:creationId xmlns:a16="http://schemas.microsoft.com/office/drawing/2014/main" id="{58EA90FF-4D0B-AA7C-203E-C9C2BA334663}"/>
                  </a:ext>
                </a:extLst>
              </p:cNvPr>
              <p:cNvSpPr/>
              <p:nvPr/>
            </p:nvSpPr>
            <p:spPr>
              <a:xfrm>
                <a:off x="7357419" y="6777707"/>
                <a:ext cx="11749" cy="6824"/>
              </a:xfrm>
              <a:custGeom>
                <a:avLst/>
                <a:gdLst>
                  <a:gd name="connsiteX0" fmla="*/ 4924 w 11749"/>
                  <a:gd name="connsiteY0" fmla="*/ 523 h 6824"/>
                  <a:gd name="connsiteX1" fmla="*/ 6827 w 11749"/>
                  <a:gd name="connsiteY1" fmla="*/ 6306 h 6824"/>
                  <a:gd name="connsiteX2" fmla="*/ 4924 w 11749"/>
                  <a:gd name="connsiteY2" fmla="*/ 523 h 6824"/>
                </a:gdLst>
                <a:ahLst/>
                <a:cxnLst>
                  <a:cxn ang="0">
                    <a:pos x="connsiteX0" y="connsiteY0"/>
                  </a:cxn>
                  <a:cxn ang="0">
                    <a:pos x="connsiteX1" y="connsiteY1"/>
                  </a:cxn>
                  <a:cxn ang="0">
                    <a:pos x="connsiteX2" y="connsiteY2"/>
                  </a:cxn>
                </a:cxnLst>
                <a:rect l="l" t="t" r="r" b="b"/>
                <a:pathLst>
                  <a:path w="11749" h="6824">
                    <a:moveTo>
                      <a:pt x="4924" y="523"/>
                    </a:moveTo>
                    <a:cubicBezTo>
                      <a:pt x="-2911" y="2769"/>
                      <a:pt x="-740" y="8581"/>
                      <a:pt x="6827" y="6306"/>
                    </a:cubicBezTo>
                    <a:cubicBezTo>
                      <a:pt x="14668" y="4084"/>
                      <a:pt x="12479" y="-1769"/>
                      <a:pt x="4924" y="5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4" name="Freeform: Shape 323">
                <a:extLst>
                  <a:ext uri="{FF2B5EF4-FFF2-40B4-BE49-F238E27FC236}">
                    <a16:creationId xmlns:a16="http://schemas.microsoft.com/office/drawing/2014/main" id="{270A3A52-7CAB-1B6D-0E03-2AAD617E9FDE}"/>
                  </a:ext>
                </a:extLst>
              </p:cNvPr>
              <p:cNvSpPr/>
              <p:nvPr/>
            </p:nvSpPr>
            <p:spPr>
              <a:xfrm>
                <a:off x="7479483" y="7159119"/>
                <a:ext cx="12349" cy="6731"/>
              </a:xfrm>
              <a:custGeom>
                <a:avLst/>
                <a:gdLst>
                  <a:gd name="connsiteX0" fmla="*/ 5081 w 12349"/>
                  <a:gd name="connsiteY0" fmla="*/ 124 h 6731"/>
                  <a:gd name="connsiteX1" fmla="*/ 7270 w 12349"/>
                  <a:gd name="connsiteY1" fmla="*/ 6610 h 6731"/>
                  <a:gd name="connsiteX2" fmla="*/ 5081 w 12349"/>
                  <a:gd name="connsiteY2" fmla="*/ 124 h 6731"/>
                </a:gdLst>
                <a:ahLst/>
                <a:cxnLst>
                  <a:cxn ang="0">
                    <a:pos x="connsiteX0" y="connsiteY0"/>
                  </a:cxn>
                  <a:cxn ang="0">
                    <a:pos x="connsiteX1" y="connsiteY1"/>
                  </a:cxn>
                  <a:cxn ang="0">
                    <a:pos x="connsiteX2" y="connsiteY2"/>
                  </a:cxn>
                </a:cxnLst>
                <a:rect l="l" t="t" r="r" b="b"/>
                <a:pathLst>
                  <a:path w="12349" h="6731">
                    <a:moveTo>
                      <a:pt x="5081" y="124"/>
                    </a:moveTo>
                    <a:cubicBezTo>
                      <a:pt x="-3663" y="1296"/>
                      <a:pt x="80" y="7685"/>
                      <a:pt x="7270" y="6610"/>
                    </a:cubicBezTo>
                    <a:cubicBezTo>
                      <a:pt x="16019" y="5467"/>
                      <a:pt x="12259" y="-968"/>
                      <a:pt x="5081" y="1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5" name="Freeform: Shape 324">
                <a:extLst>
                  <a:ext uri="{FF2B5EF4-FFF2-40B4-BE49-F238E27FC236}">
                    <a16:creationId xmlns:a16="http://schemas.microsoft.com/office/drawing/2014/main" id="{BCCC77B6-B494-9188-3797-F8336474F4A2}"/>
                  </a:ext>
                </a:extLst>
              </p:cNvPr>
              <p:cNvSpPr/>
              <p:nvPr/>
            </p:nvSpPr>
            <p:spPr>
              <a:xfrm>
                <a:off x="7300664" y="6617849"/>
                <a:ext cx="11484" cy="6384"/>
              </a:xfrm>
              <a:custGeom>
                <a:avLst/>
                <a:gdLst>
                  <a:gd name="connsiteX0" fmla="*/ 4809 w 11484"/>
                  <a:gd name="connsiteY0" fmla="*/ 841 h 6384"/>
                  <a:gd name="connsiteX1" fmla="*/ 6678 w 11484"/>
                  <a:gd name="connsiteY1" fmla="*/ 5550 h 6384"/>
                  <a:gd name="connsiteX2" fmla="*/ 4809 w 11484"/>
                  <a:gd name="connsiteY2" fmla="*/ 841 h 6384"/>
                </a:gdLst>
                <a:ahLst/>
                <a:cxnLst>
                  <a:cxn ang="0">
                    <a:pos x="connsiteX0" y="connsiteY0"/>
                  </a:cxn>
                  <a:cxn ang="0">
                    <a:pos x="connsiteX1" y="connsiteY1"/>
                  </a:cxn>
                  <a:cxn ang="0">
                    <a:pos x="connsiteX2" y="connsiteY2"/>
                  </a:cxn>
                </a:cxnLst>
                <a:rect l="l" t="t" r="r" b="b"/>
                <a:pathLst>
                  <a:path w="11484" h="6384">
                    <a:moveTo>
                      <a:pt x="4809" y="841"/>
                    </a:moveTo>
                    <a:cubicBezTo>
                      <a:pt x="-2827" y="3573"/>
                      <a:pt x="-746" y="8310"/>
                      <a:pt x="6678" y="5550"/>
                    </a:cubicBezTo>
                    <a:cubicBezTo>
                      <a:pt x="14318" y="2830"/>
                      <a:pt x="12221" y="-1937"/>
                      <a:pt x="4809" y="8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6" name="Freeform: Shape 325">
                <a:extLst>
                  <a:ext uri="{FF2B5EF4-FFF2-40B4-BE49-F238E27FC236}">
                    <a16:creationId xmlns:a16="http://schemas.microsoft.com/office/drawing/2014/main" id="{3AB25C1E-87B1-0951-67D6-0DD52FF49370}"/>
                  </a:ext>
                </a:extLst>
              </p:cNvPr>
              <p:cNvSpPr/>
              <p:nvPr/>
            </p:nvSpPr>
            <p:spPr>
              <a:xfrm>
                <a:off x="7416032" y="6963045"/>
                <a:ext cx="12359" cy="6688"/>
              </a:xfrm>
              <a:custGeom>
                <a:avLst/>
                <a:gdLst>
                  <a:gd name="connsiteX0" fmla="*/ 5289 w 12359"/>
                  <a:gd name="connsiteY0" fmla="*/ 225 h 6688"/>
                  <a:gd name="connsiteX1" fmla="*/ 12359 w 12359"/>
                  <a:gd name="connsiteY1" fmla="*/ 2214 h 6688"/>
                  <a:gd name="connsiteX2" fmla="*/ 5289 w 12359"/>
                  <a:gd name="connsiteY2" fmla="*/ 225 h 6688"/>
                </a:gdLst>
                <a:ahLst/>
                <a:cxnLst>
                  <a:cxn ang="0">
                    <a:pos x="connsiteX0" y="connsiteY0"/>
                  </a:cxn>
                  <a:cxn ang="0">
                    <a:pos x="connsiteX1" y="connsiteY1"/>
                  </a:cxn>
                  <a:cxn ang="0">
                    <a:pos x="connsiteX2" y="connsiteY2"/>
                  </a:cxn>
                </a:cxnLst>
                <a:rect l="l" t="t" r="r" b="b"/>
                <a:pathLst>
                  <a:path w="12359" h="6688">
                    <a:moveTo>
                      <a:pt x="5289" y="225"/>
                    </a:moveTo>
                    <a:cubicBezTo>
                      <a:pt x="-9895" y="5151"/>
                      <a:pt x="12451" y="10872"/>
                      <a:pt x="12359" y="2214"/>
                    </a:cubicBezTo>
                    <a:cubicBezTo>
                      <a:pt x="11805" y="442"/>
                      <a:pt x="8644" y="-449"/>
                      <a:pt x="5289" y="2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7" name="Freeform: Shape 326">
                <a:extLst>
                  <a:ext uri="{FF2B5EF4-FFF2-40B4-BE49-F238E27FC236}">
                    <a16:creationId xmlns:a16="http://schemas.microsoft.com/office/drawing/2014/main" id="{B24BBD93-FB0B-96C7-F201-5EC997E08E2B}"/>
                  </a:ext>
                </a:extLst>
              </p:cNvPr>
              <p:cNvSpPr/>
              <p:nvPr/>
            </p:nvSpPr>
            <p:spPr>
              <a:xfrm>
                <a:off x="6638214" y="4989646"/>
                <a:ext cx="7896" cy="6567"/>
              </a:xfrm>
              <a:custGeom>
                <a:avLst/>
                <a:gdLst>
                  <a:gd name="connsiteX0" fmla="*/ 3330 w 7896"/>
                  <a:gd name="connsiteY0" fmla="*/ 3766 h 6567"/>
                  <a:gd name="connsiteX1" fmla="*/ 7896 w 7896"/>
                  <a:gd name="connsiteY1" fmla="*/ 0 h 6567"/>
                  <a:gd name="connsiteX2" fmla="*/ 3330 w 7896"/>
                  <a:gd name="connsiteY2" fmla="*/ 3766 h 6567"/>
                </a:gdLst>
                <a:ahLst/>
                <a:cxnLst>
                  <a:cxn ang="0">
                    <a:pos x="connsiteX0" y="connsiteY0"/>
                  </a:cxn>
                  <a:cxn ang="0">
                    <a:pos x="connsiteX1" y="connsiteY1"/>
                  </a:cxn>
                  <a:cxn ang="0">
                    <a:pos x="connsiteX2" y="connsiteY2"/>
                  </a:cxn>
                </a:cxnLst>
                <a:rect l="l" t="t" r="r" b="b"/>
                <a:pathLst>
                  <a:path w="7896" h="6567">
                    <a:moveTo>
                      <a:pt x="3330" y="3766"/>
                    </a:moveTo>
                    <a:cubicBezTo>
                      <a:pt x="-6129" y="11693"/>
                      <a:pt x="7530" y="309"/>
                      <a:pt x="7896" y="0"/>
                    </a:cubicBezTo>
                    <a:cubicBezTo>
                      <a:pt x="7513" y="320"/>
                      <a:pt x="5467" y="1995"/>
                      <a:pt x="3330" y="37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8" name="Freeform: Shape 327">
                <a:extLst>
                  <a:ext uri="{FF2B5EF4-FFF2-40B4-BE49-F238E27FC236}">
                    <a16:creationId xmlns:a16="http://schemas.microsoft.com/office/drawing/2014/main" id="{E92017B2-5A36-8BB4-F801-C2F404C56184}"/>
                  </a:ext>
                </a:extLst>
              </p:cNvPr>
              <p:cNvSpPr/>
              <p:nvPr/>
            </p:nvSpPr>
            <p:spPr>
              <a:xfrm>
                <a:off x="6681074" y="4951076"/>
                <a:ext cx="8281" cy="9732"/>
              </a:xfrm>
              <a:custGeom>
                <a:avLst/>
                <a:gdLst>
                  <a:gd name="connsiteX0" fmla="*/ 3481 w 8281"/>
                  <a:gd name="connsiteY0" fmla="*/ 5412 h 9732"/>
                  <a:gd name="connsiteX1" fmla="*/ 8281 w 8281"/>
                  <a:gd name="connsiteY1" fmla="*/ 0 h 9732"/>
                  <a:gd name="connsiteX2" fmla="*/ 3481 w 8281"/>
                  <a:gd name="connsiteY2" fmla="*/ 5412 h 9732"/>
                </a:gdLst>
                <a:ahLst/>
                <a:cxnLst>
                  <a:cxn ang="0">
                    <a:pos x="connsiteX0" y="connsiteY0"/>
                  </a:cxn>
                  <a:cxn ang="0">
                    <a:pos x="connsiteX1" y="connsiteY1"/>
                  </a:cxn>
                  <a:cxn ang="0">
                    <a:pos x="connsiteX2" y="connsiteY2"/>
                  </a:cxn>
                </a:cxnLst>
                <a:rect l="l" t="t" r="r" b="b"/>
                <a:pathLst>
                  <a:path w="8281" h="9732">
                    <a:moveTo>
                      <a:pt x="3481" y="5412"/>
                    </a:moveTo>
                    <a:cubicBezTo>
                      <a:pt x="-6458" y="17339"/>
                      <a:pt x="8018" y="886"/>
                      <a:pt x="8281" y="0"/>
                    </a:cubicBezTo>
                    <a:cubicBezTo>
                      <a:pt x="7875" y="354"/>
                      <a:pt x="5732" y="2766"/>
                      <a:pt x="3481" y="54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29" name="Freeform: Shape 328">
                <a:extLst>
                  <a:ext uri="{FF2B5EF4-FFF2-40B4-BE49-F238E27FC236}">
                    <a16:creationId xmlns:a16="http://schemas.microsoft.com/office/drawing/2014/main" id="{522286C4-2B07-1F23-76DD-BA4925569CA0}"/>
                  </a:ext>
                </a:extLst>
              </p:cNvPr>
              <p:cNvSpPr/>
              <p:nvPr/>
            </p:nvSpPr>
            <p:spPr>
              <a:xfrm>
                <a:off x="6599453" y="5014992"/>
                <a:ext cx="7515" cy="3871"/>
              </a:xfrm>
              <a:custGeom>
                <a:avLst/>
                <a:gdLst>
                  <a:gd name="connsiteX0" fmla="*/ 3218 w 7515"/>
                  <a:gd name="connsiteY0" fmla="*/ 2097 h 3871"/>
                  <a:gd name="connsiteX1" fmla="*/ 7516 w 7515"/>
                  <a:gd name="connsiteY1" fmla="*/ 0 h 3871"/>
                  <a:gd name="connsiteX2" fmla="*/ 3218 w 7515"/>
                  <a:gd name="connsiteY2" fmla="*/ 2097 h 3871"/>
                </a:gdLst>
                <a:ahLst/>
                <a:cxnLst>
                  <a:cxn ang="0">
                    <a:pos x="connsiteX0" y="connsiteY0"/>
                  </a:cxn>
                  <a:cxn ang="0">
                    <a:pos x="connsiteX1" y="connsiteY1"/>
                  </a:cxn>
                  <a:cxn ang="0">
                    <a:pos x="connsiteX2" y="connsiteY2"/>
                  </a:cxn>
                </a:cxnLst>
                <a:rect l="l" t="t" r="r" b="b"/>
                <a:pathLst>
                  <a:path w="7515" h="3871">
                    <a:moveTo>
                      <a:pt x="3218" y="2097"/>
                    </a:moveTo>
                    <a:cubicBezTo>
                      <a:pt x="-5858" y="6904"/>
                      <a:pt x="7104" y="474"/>
                      <a:pt x="7516" y="0"/>
                    </a:cubicBezTo>
                    <a:cubicBezTo>
                      <a:pt x="7184" y="120"/>
                      <a:pt x="5264" y="1052"/>
                      <a:pt x="3218" y="20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0" name="Freeform: Shape 329">
                <a:extLst>
                  <a:ext uri="{FF2B5EF4-FFF2-40B4-BE49-F238E27FC236}">
                    <a16:creationId xmlns:a16="http://schemas.microsoft.com/office/drawing/2014/main" id="{66D0E172-35ED-55A9-F7A5-AD1B617EB0D1}"/>
                  </a:ext>
                </a:extLst>
              </p:cNvPr>
              <p:cNvSpPr/>
              <p:nvPr/>
            </p:nvSpPr>
            <p:spPr>
              <a:xfrm>
                <a:off x="6924207" y="6133137"/>
                <a:ext cx="8991" cy="14846"/>
              </a:xfrm>
              <a:custGeom>
                <a:avLst/>
                <a:gdLst>
                  <a:gd name="connsiteX0" fmla="*/ 3995 w 8991"/>
                  <a:gd name="connsiteY0" fmla="*/ 63 h 14846"/>
                  <a:gd name="connsiteX1" fmla="*/ 5001 w 8991"/>
                  <a:gd name="connsiteY1" fmla="*/ 14791 h 14846"/>
                  <a:gd name="connsiteX2" fmla="*/ 3995 w 8991"/>
                  <a:gd name="connsiteY2" fmla="*/ 63 h 14846"/>
                </a:gdLst>
                <a:ahLst/>
                <a:cxnLst>
                  <a:cxn ang="0">
                    <a:pos x="connsiteX0" y="connsiteY0"/>
                  </a:cxn>
                  <a:cxn ang="0">
                    <a:pos x="connsiteX1" y="connsiteY1"/>
                  </a:cxn>
                  <a:cxn ang="0">
                    <a:pos x="connsiteX2" y="connsiteY2"/>
                  </a:cxn>
                </a:cxnLst>
                <a:rect l="l" t="t" r="r" b="b"/>
                <a:pathLst>
                  <a:path w="8991" h="14846">
                    <a:moveTo>
                      <a:pt x="3995" y="63"/>
                    </a:moveTo>
                    <a:cubicBezTo>
                      <a:pt x="-1497" y="766"/>
                      <a:pt x="-1480" y="15871"/>
                      <a:pt x="5001" y="14791"/>
                    </a:cubicBezTo>
                    <a:cubicBezTo>
                      <a:pt x="10590" y="14236"/>
                      <a:pt x="10356" y="-1103"/>
                      <a:pt x="3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1" name="Freeform: Shape 330">
                <a:extLst>
                  <a:ext uri="{FF2B5EF4-FFF2-40B4-BE49-F238E27FC236}">
                    <a16:creationId xmlns:a16="http://schemas.microsoft.com/office/drawing/2014/main" id="{6A57D723-616E-EA43-D177-29A4E38E1649}"/>
                  </a:ext>
                </a:extLst>
              </p:cNvPr>
              <p:cNvSpPr/>
              <p:nvPr/>
            </p:nvSpPr>
            <p:spPr>
              <a:xfrm>
                <a:off x="6724536" y="4917511"/>
                <a:ext cx="8710" cy="12857"/>
              </a:xfrm>
              <a:custGeom>
                <a:avLst/>
                <a:gdLst>
                  <a:gd name="connsiteX0" fmla="*/ 3733 w 8710"/>
                  <a:gd name="connsiteY0" fmla="*/ 6709 h 12857"/>
                  <a:gd name="connsiteX1" fmla="*/ 8711 w 8710"/>
                  <a:gd name="connsiteY1" fmla="*/ 0 h 12857"/>
                  <a:gd name="connsiteX2" fmla="*/ 3733 w 8710"/>
                  <a:gd name="connsiteY2" fmla="*/ 6709 h 12857"/>
                </a:gdLst>
                <a:ahLst/>
                <a:cxnLst>
                  <a:cxn ang="0">
                    <a:pos x="connsiteX0" y="connsiteY0"/>
                  </a:cxn>
                  <a:cxn ang="0">
                    <a:pos x="connsiteX1" y="connsiteY1"/>
                  </a:cxn>
                  <a:cxn ang="0">
                    <a:pos x="connsiteX2" y="connsiteY2"/>
                  </a:cxn>
                </a:cxnLst>
                <a:rect l="l" t="t" r="r" b="b"/>
                <a:pathLst>
                  <a:path w="8710" h="12857">
                    <a:moveTo>
                      <a:pt x="3733" y="6709"/>
                    </a:moveTo>
                    <a:cubicBezTo>
                      <a:pt x="-6943" y="23117"/>
                      <a:pt x="8670" y="1675"/>
                      <a:pt x="8711" y="0"/>
                    </a:cubicBezTo>
                    <a:cubicBezTo>
                      <a:pt x="8322" y="229"/>
                      <a:pt x="6093" y="3218"/>
                      <a:pt x="3733" y="6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2" name="Freeform: Shape 331">
                <a:extLst>
                  <a:ext uri="{FF2B5EF4-FFF2-40B4-BE49-F238E27FC236}">
                    <a16:creationId xmlns:a16="http://schemas.microsoft.com/office/drawing/2014/main" id="{80FDF176-A025-210F-EABB-A07716543C2E}"/>
                  </a:ext>
                </a:extLst>
              </p:cNvPr>
              <p:cNvSpPr/>
              <p:nvPr/>
            </p:nvSpPr>
            <p:spPr>
              <a:xfrm>
                <a:off x="6765537" y="4907434"/>
                <a:ext cx="8707" cy="14508"/>
              </a:xfrm>
              <a:custGeom>
                <a:avLst/>
                <a:gdLst>
                  <a:gd name="connsiteX0" fmla="*/ 3720 w 8707"/>
                  <a:gd name="connsiteY0" fmla="*/ 7100 h 14508"/>
                  <a:gd name="connsiteX1" fmla="*/ 4989 w 8707"/>
                  <a:gd name="connsiteY1" fmla="*/ 7375 h 14508"/>
                  <a:gd name="connsiteX2" fmla="*/ 3720 w 8707"/>
                  <a:gd name="connsiteY2" fmla="*/ 7100 h 14508"/>
                </a:gdLst>
                <a:ahLst/>
                <a:cxnLst>
                  <a:cxn ang="0">
                    <a:pos x="connsiteX0" y="connsiteY0"/>
                  </a:cxn>
                  <a:cxn ang="0">
                    <a:pos x="connsiteX1" y="connsiteY1"/>
                  </a:cxn>
                  <a:cxn ang="0">
                    <a:pos x="connsiteX2" y="connsiteY2"/>
                  </a:cxn>
                </a:cxnLst>
                <a:rect l="l" t="t" r="r" b="b"/>
                <a:pathLst>
                  <a:path w="8707" h="14508">
                    <a:moveTo>
                      <a:pt x="3720" y="7100"/>
                    </a:moveTo>
                    <a:cubicBezTo>
                      <a:pt x="-2200" y="17084"/>
                      <a:pt x="-514" y="16781"/>
                      <a:pt x="4989" y="7375"/>
                    </a:cubicBezTo>
                    <a:cubicBezTo>
                      <a:pt x="10910" y="-2598"/>
                      <a:pt x="9218" y="-2227"/>
                      <a:pt x="3720" y="71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3" name="Freeform: Shape 332">
                <a:extLst>
                  <a:ext uri="{FF2B5EF4-FFF2-40B4-BE49-F238E27FC236}">
                    <a16:creationId xmlns:a16="http://schemas.microsoft.com/office/drawing/2014/main" id="{E456219F-BF77-056B-CE7D-472AB38605DE}"/>
                  </a:ext>
                </a:extLst>
              </p:cNvPr>
              <p:cNvSpPr/>
              <p:nvPr/>
            </p:nvSpPr>
            <p:spPr>
              <a:xfrm>
                <a:off x="6840642" y="5228611"/>
                <a:ext cx="8852" cy="13972"/>
              </a:xfrm>
              <a:custGeom>
                <a:avLst/>
                <a:gdLst>
                  <a:gd name="connsiteX0" fmla="*/ 4093 w 8852"/>
                  <a:gd name="connsiteY0" fmla="*/ 4392 h 13972"/>
                  <a:gd name="connsiteX1" fmla="*/ 4767 w 8852"/>
                  <a:gd name="connsiteY1" fmla="*/ 9541 h 13972"/>
                  <a:gd name="connsiteX2" fmla="*/ 4093 w 8852"/>
                  <a:gd name="connsiteY2" fmla="*/ 4392 h 13972"/>
                </a:gdLst>
                <a:ahLst/>
                <a:cxnLst>
                  <a:cxn ang="0">
                    <a:pos x="connsiteX0" y="connsiteY0"/>
                  </a:cxn>
                  <a:cxn ang="0">
                    <a:pos x="connsiteX1" y="connsiteY1"/>
                  </a:cxn>
                  <a:cxn ang="0">
                    <a:pos x="connsiteX2" y="connsiteY2"/>
                  </a:cxn>
                </a:cxnLst>
                <a:rect l="l" t="t" r="r" b="b"/>
                <a:pathLst>
                  <a:path w="8852" h="13972">
                    <a:moveTo>
                      <a:pt x="4093" y="4392"/>
                    </a:moveTo>
                    <a:cubicBezTo>
                      <a:pt x="-331" y="10261"/>
                      <a:pt x="-2571" y="19565"/>
                      <a:pt x="4767" y="9541"/>
                    </a:cubicBezTo>
                    <a:cubicBezTo>
                      <a:pt x="9202" y="3729"/>
                      <a:pt x="11402" y="-5569"/>
                      <a:pt x="4093" y="43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4" name="Freeform: Shape 333">
                <a:extLst>
                  <a:ext uri="{FF2B5EF4-FFF2-40B4-BE49-F238E27FC236}">
                    <a16:creationId xmlns:a16="http://schemas.microsoft.com/office/drawing/2014/main" id="{D644F790-85BF-FA5D-BC4A-ABB8194DCC94}"/>
                  </a:ext>
                </a:extLst>
              </p:cNvPr>
              <p:cNvSpPr/>
              <p:nvPr/>
            </p:nvSpPr>
            <p:spPr>
              <a:xfrm>
                <a:off x="6865253" y="5366254"/>
                <a:ext cx="8868" cy="12337"/>
              </a:xfrm>
              <a:custGeom>
                <a:avLst/>
                <a:gdLst>
                  <a:gd name="connsiteX0" fmla="*/ 3936 w 8868"/>
                  <a:gd name="connsiteY0" fmla="*/ 4348 h 12337"/>
                  <a:gd name="connsiteX1" fmla="*/ 4936 w 8868"/>
                  <a:gd name="connsiteY1" fmla="*/ 7937 h 12337"/>
                  <a:gd name="connsiteX2" fmla="*/ 3936 w 8868"/>
                  <a:gd name="connsiteY2" fmla="*/ 4348 h 12337"/>
                </a:gdLst>
                <a:ahLst/>
                <a:cxnLst>
                  <a:cxn ang="0">
                    <a:pos x="connsiteX0" y="connsiteY0"/>
                  </a:cxn>
                  <a:cxn ang="0">
                    <a:pos x="connsiteX1" y="connsiteY1"/>
                  </a:cxn>
                  <a:cxn ang="0">
                    <a:pos x="connsiteX2" y="connsiteY2"/>
                  </a:cxn>
                </a:cxnLst>
                <a:rect l="l" t="t" r="r" b="b"/>
                <a:pathLst>
                  <a:path w="8868" h="12337">
                    <a:moveTo>
                      <a:pt x="3936" y="4348"/>
                    </a:moveTo>
                    <a:cubicBezTo>
                      <a:pt x="-1002" y="10555"/>
                      <a:pt x="-1956" y="16790"/>
                      <a:pt x="4936" y="7937"/>
                    </a:cubicBezTo>
                    <a:cubicBezTo>
                      <a:pt x="9886" y="1788"/>
                      <a:pt x="10806" y="-4419"/>
                      <a:pt x="3936" y="4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5" name="Freeform: Shape 334">
                <a:extLst>
                  <a:ext uri="{FF2B5EF4-FFF2-40B4-BE49-F238E27FC236}">
                    <a16:creationId xmlns:a16="http://schemas.microsoft.com/office/drawing/2014/main" id="{F74679EA-BD3C-B094-D966-0594EA2EDA36}"/>
                  </a:ext>
                </a:extLst>
              </p:cNvPr>
              <p:cNvSpPr/>
              <p:nvPr/>
            </p:nvSpPr>
            <p:spPr>
              <a:xfrm>
                <a:off x="6897399" y="5595239"/>
                <a:ext cx="9129" cy="17981"/>
              </a:xfrm>
              <a:custGeom>
                <a:avLst/>
                <a:gdLst>
                  <a:gd name="connsiteX0" fmla="*/ 4115 w 9129"/>
                  <a:gd name="connsiteY0" fmla="*/ 974 h 17981"/>
                  <a:gd name="connsiteX1" fmla="*/ 5012 w 9129"/>
                  <a:gd name="connsiteY1" fmla="*/ 17067 h 17981"/>
                  <a:gd name="connsiteX2" fmla="*/ 4115 w 9129"/>
                  <a:gd name="connsiteY2" fmla="*/ 974 h 17981"/>
                </a:gdLst>
                <a:ahLst/>
                <a:cxnLst>
                  <a:cxn ang="0">
                    <a:pos x="connsiteX0" y="connsiteY0"/>
                  </a:cxn>
                  <a:cxn ang="0">
                    <a:pos x="connsiteX1" y="connsiteY1"/>
                  </a:cxn>
                  <a:cxn ang="0">
                    <a:pos x="connsiteX2" y="connsiteY2"/>
                  </a:cxn>
                </a:cxnLst>
                <a:rect l="l" t="t" r="r" b="b"/>
                <a:pathLst>
                  <a:path w="9129" h="17981">
                    <a:moveTo>
                      <a:pt x="4115" y="974"/>
                    </a:moveTo>
                    <a:cubicBezTo>
                      <a:pt x="371" y="3083"/>
                      <a:pt x="-3263" y="22354"/>
                      <a:pt x="5012" y="17067"/>
                    </a:cubicBezTo>
                    <a:cubicBezTo>
                      <a:pt x="8755" y="15073"/>
                      <a:pt x="12396" y="-4541"/>
                      <a:pt x="4115" y="9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6" name="Freeform: Shape 335">
                <a:extLst>
                  <a:ext uri="{FF2B5EF4-FFF2-40B4-BE49-F238E27FC236}">
                    <a16:creationId xmlns:a16="http://schemas.microsoft.com/office/drawing/2014/main" id="{7D7740F1-6570-F8D6-8C7F-B11F232D110B}"/>
                  </a:ext>
                </a:extLst>
              </p:cNvPr>
              <p:cNvSpPr/>
              <p:nvPr/>
            </p:nvSpPr>
            <p:spPr>
              <a:xfrm>
                <a:off x="6821446" y="5070370"/>
                <a:ext cx="9121" cy="15311"/>
              </a:xfrm>
              <a:custGeom>
                <a:avLst/>
                <a:gdLst>
                  <a:gd name="connsiteX0" fmla="*/ 4252 w 9121"/>
                  <a:gd name="connsiteY0" fmla="*/ 5361 h 15311"/>
                  <a:gd name="connsiteX1" fmla="*/ 11 w 9121"/>
                  <a:gd name="connsiteY1" fmla="*/ 15196 h 15311"/>
                  <a:gd name="connsiteX2" fmla="*/ 4252 w 9121"/>
                  <a:gd name="connsiteY2" fmla="*/ 5361 h 15311"/>
                </a:gdLst>
                <a:ahLst/>
                <a:cxnLst>
                  <a:cxn ang="0">
                    <a:pos x="connsiteX0" y="connsiteY0"/>
                  </a:cxn>
                  <a:cxn ang="0">
                    <a:pos x="connsiteX1" y="connsiteY1"/>
                  </a:cxn>
                  <a:cxn ang="0">
                    <a:pos x="connsiteX2" y="connsiteY2"/>
                  </a:cxn>
                </a:cxnLst>
                <a:rect l="l" t="t" r="r" b="b"/>
                <a:pathLst>
                  <a:path w="9121" h="15311">
                    <a:moveTo>
                      <a:pt x="4252" y="5361"/>
                    </a:moveTo>
                    <a:cubicBezTo>
                      <a:pt x="1737" y="9413"/>
                      <a:pt x="-166" y="13836"/>
                      <a:pt x="11" y="15196"/>
                    </a:cubicBezTo>
                    <a:cubicBezTo>
                      <a:pt x="3503" y="17357"/>
                      <a:pt x="15870" y="-11618"/>
                      <a:pt x="4252" y="5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7" name="Freeform: Shape 336">
                <a:extLst>
                  <a:ext uri="{FF2B5EF4-FFF2-40B4-BE49-F238E27FC236}">
                    <a16:creationId xmlns:a16="http://schemas.microsoft.com/office/drawing/2014/main" id="{8312C30E-00D9-0E20-ED36-9C212821D0B1}"/>
                  </a:ext>
                </a:extLst>
              </p:cNvPr>
              <p:cNvSpPr/>
              <p:nvPr/>
            </p:nvSpPr>
            <p:spPr>
              <a:xfrm>
                <a:off x="6799159" y="4945639"/>
                <a:ext cx="9169" cy="16004"/>
              </a:xfrm>
              <a:custGeom>
                <a:avLst/>
                <a:gdLst>
                  <a:gd name="connsiteX0" fmla="*/ 4131 w 9169"/>
                  <a:gd name="connsiteY0" fmla="*/ 6631 h 16004"/>
                  <a:gd name="connsiteX1" fmla="*/ 22 w 9169"/>
                  <a:gd name="connsiteY1" fmla="*/ 16004 h 16004"/>
                  <a:gd name="connsiteX2" fmla="*/ 4131 w 9169"/>
                  <a:gd name="connsiteY2" fmla="*/ 6631 h 16004"/>
                </a:gdLst>
                <a:ahLst/>
                <a:cxnLst>
                  <a:cxn ang="0">
                    <a:pos x="connsiteX0" y="connsiteY0"/>
                  </a:cxn>
                  <a:cxn ang="0">
                    <a:pos x="connsiteX1" y="connsiteY1"/>
                  </a:cxn>
                  <a:cxn ang="0">
                    <a:pos x="connsiteX2" y="connsiteY2"/>
                  </a:cxn>
                </a:cxnLst>
                <a:rect l="l" t="t" r="r" b="b"/>
                <a:pathLst>
                  <a:path w="9169" h="16004">
                    <a:moveTo>
                      <a:pt x="4131" y="6631"/>
                    </a:moveTo>
                    <a:cubicBezTo>
                      <a:pt x="1616" y="10974"/>
                      <a:pt x="-224" y="15186"/>
                      <a:pt x="22" y="16004"/>
                    </a:cubicBezTo>
                    <a:cubicBezTo>
                      <a:pt x="3257" y="16129"/>
                      <a:pt x="16178" y="-12600"/>
                      <a:pt x="4131" y="66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8" name="Freeform: Shape 337">
                <a:extLst>
                  <a:ext uri="{FF2B5EF4-FFF2-40B4-BE49-F238E27FC236}">
                    <a16:creationId xmlns:a16="http://schemas.microsoft.com/office/drawing/2014/main" id="{F4F50E9B-212E-FF9B-74C2-0EFD8E775E67}"/>
                  </a:ext>
                </a:extLst>
              </p:cNvPr>
              <p:cNvSpPr/>
              <p:nvPr/>
            </p:nvSpPr>
            <p:spPr>
              <a:xfrm>
                <a:off x="7627426" y="7525763"/>
                <a:ext cx="13021" cy="5458"/>
              </a:xfrm>
              <a:custGeom>
                <a:avLst/>
                <a:gdLst>
                  <a:gd name="connsiteX0" fmla="*/ 5036 w 13021"/>
                  <a:gd name="connsiteY0" fmla="*/ 11 h 5458"/>
                  <a:gd name="connsiteX1" fmla="*/ 12031 w 13021"/>
                  <a:gd name="connsiteY1" fmla="*/ 4509 h 5458"/>
                  <a:gd name="connsiteX2" fmla="*/ 5036 w 13021"/>
                  <a:gd name="connsiteY2" fmla="*/ 11 h 5458"/>
                </a:gdLst>
                <a:ahLst/>
                <a:cxnLst>
                  <a:cxn ang="0">
                    <a:pos x="connsiteX0" y="connsiteY0"/>
                  </a:cxn>
                  <a:cxn ang="0">
                    <a:pos x="connsiteX1" y="connsiteY1"/>
                  </a:cxn>
                  <a:cxn ang="0">
                    <a:pos x="connsiteX2" y="connsiteY2"/>
                  </a:cxn>
                </a:cxnLst>
                <a:rect l="l" t="t" r="r" b="b"/>
                <a:pathLst>
                  <a:path w="13021" h="5458">
                    <a:moveTo>
                      <a:pt x="5036" y="11"/>
                    </a:moveTo>
                    <a:cubicBezTo>
                      <a:pt x="-7714" y="1080"/>
                      <a:pt x="7190" y="7932"/>
                      <a:pt x="12031" y="4509"/>
                    </a:cubicBezTo>
                    <a:cubicBezTo>
                      <a:pt x="15871" y="1480"/>
                      <a:pt x="7476" y="-149"/>
                      <a:pt x="5036"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39" name="Freeform: Shape 338">
                <a:extLst>
                  <a:ext uri="{FF2B5EF4-FFF2-40B4-BE49-F238E27FC236}">
                    <a16:creationId xmlns:a16="http://schemas.microsoft.com/office/drawing/2014/main" id="{EEDE963B-D409-B928-E7A8-EF0B2A984590}"/>
                  </a:ext>
                </a:extLst>
              </p:cNvPr>
              <p:cNvSpPr/>
              <p:nvPr/>
            </p:nvSpPr>
            <p:spPr>
              <a:xfrm>
                <a:off x="6372775" y="5082830"/>
                <a:ext cx="6837" cy="3038"/>
              </a:xfrm>
              <a:custGeom>
                <a:avLst/>
                <a:gdLst>
                  <a:gd name="connsiteX0" fmla="*/ 2947 w 6837"/>
                  <a:gd name="connsiteY0" fmla="*/ 736 h 3038"/>
                  <a:gd name="connsiteX1" fmla="*/ 6073 w 6837"/>
                  <a:gd name="connsiteY1" fmla="*/ 1233 h 3038"/>
                  <a:gd name="connsiteX2" fmla="*/ 2947 w 6837"/>
                  <a:gd name="connsiteY2" fmla="*/ 736 h 3038"/>
                </a:gdLst>
                <a:ahLst/>
                <a:cxnLst>
                  <a:cxn ang="0">
                    <a:pos x="connsiteX0" y="connsiteY0"/>
                  </a:cxn>
                  <a:cxn ang="0">
                    <a:pos x="connsiteX1" y="connsiteY1"/>
                  </a:cxn>
                  <a:cxn ang="0">
                    <a:pos x="connsiteX2" y="connsiteY2"/>
                  </a:cxn>
                </a:cxnLst>
                <a:rect l="l" t="t" r="r" b="b"/>
                <a:pathLst>
                  <a:path w="6837" h="3038">
                    <a:moveTo>
                      <a:pt x="2947" y="736"/>
                    </a:moveTo>
                    <a:cubicBezTo>
                      <a:pt x="-4122" y="3788"/>
                      <a:pt x="3404" y="3651"/>
                      <a:pt x="6073" y="1233"/>
                    </a:cubicBezTo>
                    <a:cubicBezTo>
                      <a:pt x="8599" y="-767"/>
                      <a:pt x="4153" y="125"/>
                      <a:pt x="2947" y="7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0" name="Freeform: Shape 339">
                <a:extLst>
                  <a:ext uri="{FF2B5EF4-FFF2-40B4-BE49-F238E27FC236}">
                    <a16:creationId xmlns:a16="http://schemas.microsoft.com/office/drawing/2014/main" id="{9BE35B7C-C45E-9451-FD4A-18BB0FED2AB0}"/>
                  </a:ext>
                </a:extLst>
              </p:cNvPr>
              <p:cNvSpPr/>
              <p:nvPr/>
            </p:nvSpPr>
            <p:spPr>
              <a:xfrm>
                <a:off x="6835840" y="6487858"/>
                <a:ext cx="10734" cy="3681"/>
              </a:xfrm>
              <a:custGeom>
                <a:avLst/>
                <a:gdLst>
                  <a:gd name="connsiteX0" fmla="*/ 4666 w 10734"/>
                  <a:gd name="connsiteY0" fmla="*/ 947 h 3681"/>
                  <a:gd name="connsiteX1" fmla="*/ 10735 w 10734"/>
                  <a:gd name="connsiteY1" fmla="*/ 243 h 3681"/>
                  <a:gd name="connsiteX2" fmla="*/ 4666 w 10734"/>
                  <a:gd name="connsiteY2" fmla="*/ 947 h 3681"/>
                </a:gdLst>
                <a:ahLst/>
                <a:cxnLst>
                  <a:cxn ang="0">
                    <a:pos x="connsiteX0" y="connsiteY0"/>
                  </a:cxn>
                  <a:cxn ang="0">
                    <a:pos x="connsiteX1" y="connsiteY1"/>
                  </a:cxn>
                  <a:cxn ang="0">
                    <a:pos x="connsiteX2" y="connsiteY2"/>
                  </a:cxn>
                </a:cxnLst>
                <a:rect l="l" t="t" r="r" b="b"/>
                <a:pathLst>
                  <a:path w="10734" h="3681">
                    <a:moveTo>
                      <a:pt x="4666" y="947"/>
                    </a:moveTo>
                    <a:cubicBezTo>
                      <a:pt x="-8570" y="5815"/>
                      <a:pt x="10541" y="3296"/>
                      <a:pt x="10735" y="243"/>
                    </a:cubicBezTo>
                    <a:cubicBezTo>
                      <a:pt x="10301" y="-265"/>
                      <a:pt x="7586" y="49"/>
                      <a:pt x="4666" y="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1" name="Freeform: Shape 340">
                <a:extLst>
                  <a:ext uri="{FF2B5EF4-FFF2-40B4-BE49-F238E27FC236}">
                    <a16:creationId xmlns:a16="http://schemas.microsoft.com/office/drawing/2014/main" id="{9CA1C972-F300-22AC-9BD2-5AD18357B9CB}"/>
                  </a:ext>
                </a:extLst>
              </p:cNvPr>
              <p:cNvSpPr/>
              <p:nvPr/>
            </p:nvSpPr>
            <p:spPr>
              <a:xfrm>
                <a:off x="6932522" y="6635047"/>
                <a:ext cx="11195" cy="5934"/>
              </a:xfrm>
              <a:custGeom>
                <a:avLst/>
                <a:gdLst>
                  <a:gd name="connsiteX0" fmla="*/ 4791 w 11195"/>
                  <a:gd name="connsiteY0" fmla="*/ 1348 h 5934"/>
                  <a:gd name="connsiteX1" fmla="*/ 6397 w 11195"/>
                  <a:gd name="connsiteY1" fmla="*/ 4594 h 5934"/>
                  <a:gd name="connsiteX2" fmla="*/ 4791 w 11195"/>
                  <a:gd name="connsiteY2" fmla="*/ 1348 h 5934"/>
                </a:gdLst>
                <a:ahLst/>
                <a:cxnLst>
                  <a:cxn ang="0">
                    <a:pos x="connsiteX0" y="connsiteY0"/>
                  </a:cxn>
                  <a:cxn ang="0">
                    <a:pos x="connsiteX1" y="connsiteY1"/>
                  </a:cxn>
                  <a:cxn ang="0">
                    <a:pos x="connsiteX2" y="connsiteY2"/>
                  </a:cxn>
                </a:cxnLst>
                <a:rect l="l" t="t" r="r" b="b"/>
                <a:pathLst>
                  <a:path w="11195" h="5934">
                    <a:moveTo>
                      <a:pt x="4791" y="1348"/>
                    </a:moveTo>
                    <a:cubicBezTo>
                      <a:pt x="-2708" y="4588"/>
                      <a:pt x="-816" y="7834"/>
                      <a:pt x="6397" y="4594"/>
                    </a:cubicBezTo>
                    <a:cubicBezTo>
                      <a:pt x="13906" y="1330"/>
                      <a:pt x="12014" y="-1898"/>
                      <a:pt x="4791" y="13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2" name="Freeform: Shape 341">
                <a:extLst>
                  <a:ext uri="{FF2B5EF4-FFF2-40B4-BE49-F238E27FC236}">
                    <a16:creationId xmlns:a16="http://schemas.microsoft.com/office/drawing/2014/main" id="{381F91DF-680D-3332-E9C2-C5C54B79DEB0}"/>
                  </a:ext>
                </a:extLst>
              </p:cNvPr>
              <p:cNvSpPr/>
              <p:nvPr/>
            </p:nvSpPr>
            <p:spPr>
              <a:xfrm>
                <a:off x="6746246" y="6384586"/>
                <a:ext cx="9888" cy="2014"/>
              </a:xfrm>
              <a:custGeom>
                <a:avLst/>
                <a:gdLst>
                  <a:gd name="connsiteX0" fmla="*/ 4317 w 9888"/>
                  <a:gd name="connsiteY0" fmla="*/ 126 h 2014"/>
                  <a:gd name="connsiteX1" fmla="*/ 9889 w 9888"/>
                  <a:gd name="connsiteY1" fmla="*/ 520 h 2014"/>
                  <a:gd name="connsiteX2" fmla="*/ 4317 w 9888"/>
                  <a:gd name="connsiteY2" fmla="*/ 126 h 2014"/>
                </a:gdLst>
                <a:ahLst/>
                <a:cxnLst>
                  <a:cxn ang="0">
                    <a:pos x="connsiteX0" y="connsiteY0"/>
                  </a:cxn>
                  <a:cxn ang="0">
                    <a:pos x="connsiteX1" y="connsiteY1"/>
                  </a:cxn>
                  <a:cxn ang="0">
                    <a:pos x="connsiteX2" y="connsiteY2"/>
                  </a:cxn>
                </a:cxnLst>
                <a:rect l="l" t="t" r="r" b="b"/>
                <a:pathLst>
                  <a:path w="9888" h="2014">
                    <a:moveTo>
                      <a:pt x="4317" y="126"/>
                    </a:moveTo>
                    <a:cubicBezTo>
                      <a:pt x="-7804" y="1994"/>
                      <a:pt x="9398" y="3046"/>
                      <a:pt x="9889" y="520"/>
                    </a:cubicBezTo>
                    <a:cubicBezTo>
                      <a:pt x="9500" y="34"/>
                      <a:pt x="7009" y="-143"/>
                      <a:pt x="4317" y="1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3" name="Freeform: Shape 342">
                <a:extLst>
                  <a:ext uri="{FF2B5EF4-FFF2-40B4-BE49-F238E27FC236}">
                    <a16:creationId xmlns:a16="http://schemas.microsoft.com/office/drawing/2014/main" id="{0C7AFE59-EB3C-C6D4-9800-381CBF61607E}"/>
                  </a:ext>
                </a:extLst>
              </p:cNvPr>
              <p:cNvSpPr/>
              <p:nvPr/>
            </p:nvSpPr>
            <p:spPr>
              <a:xfrm>
                <a:off x="6706491" y="6324276"/>
                <a:ext cx="9530" cy="2278"/>
              </a:xfrm>
              <a:custGeom>
                <a:avLst/>
                <a:gdLst>
                  <a:gd name="connsiteX0" fmla="*/ 4204 w 9530"/>
                  <a:gd name="connsiteY0" fmla="*/ 5 h 2278"/>
                  <a:gd name="connsiteX1" fmla="*/ 9531 w 9530"/>
                  <a:gd name="connsiteY1" fmla="*/ 1022 h 2278"/>
                  <a:gd name="connsiteX2" fmla="*/ 4204 w 9530"/>
                  <a:gd name="connsiteY2" fmla="*/ 5 h 2278"/>
                </a:gdLst>
                <a:ahLst/>
                <a:cxnLst>
                  <a:cxn ang="0">
                    <a:pos x="connsiteX0" y="connsiteY0"/>
                  </a:cxn>
                  <a:cxn ang="0">
                    <a:pos x="connsiteX1" y="connsiteY1"/>
                  </a:cxn>
                  <a:cxn ang="0">
                    <a:pos x="connsiteX2" y="connsiteY2"/>
                  </a:cxn>
                </a:cxnLst>
                <a:rect l="l" t="t" r="r" b="b"/>
                <a:pathLst>
                  <a:path w="9530" h="2278">
                    <a:moveTo>
                      <a:pt x="4204" y="5"/>
                    </a:moveTo>
                    <a:cubicBezTo>
                      <a:pt x="-7529" y="1000"/>
                      <a:pt x="8959" y="3937"/>
                      <a:pt x="9531" y="1022"/>
                    </a:cubicBezTo>
                    <a:cubicBezTo>
                      <a:pt x="9188" y="405"/>
                      <a:pt x="6805" y="-52"/>
                      <a:pt x="420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4" name="Freeform: Shape 343">
                <a:extLst>
                  <a:ext uri="{FF2B5EF4-FFF2-40B4-BE49-F238E27FC236}">
                    <a16:creationId xmlns:a16="http://schemas.microsoft.com/office/drawing/2014/main" id="{0EFA237A-C83E-0C72-7342-A06C2D4236CB}"/>
                  </a:ext>
                </a:extLst>
              </p:cNvPr>
              <p:cNvSpPr/>
              <p:nvPr/>
            </p:nvSpPr>
            <p:spPr>
              <a:xfrm>
                <a:off x="6981470" y="6745608"/>
                <a:ext cx="11495" cy="6296"/>
              </a:xfrm>
              <a:custGeom>
                <a:avLst/>
                <a:gdLst>
                  <a:gd name="connsiteX0" fmla="*/ 4928 w 11495"/>
                  <a:gd name="connsiteY0" fmla="*/ 1104 h 6296"/>
                  <a:gd name="connsiteX1" fmla="*/ 6563 w 11495"/>
                  <a:gd name="connsiteY1" fmla="*/ 5207 h 6296"/>
                  <a:gd name="connsiteX2" fmla="*/ 4928 w 11495"/>
                  <a:gd name="connsiteY2" fmla="*/ 1104 h 6296"/>
                </a:gdLst>
                <a:ahLst/>
                <a:cxnLst>
                  <a:cxn ang="0">
                    <a:pos x="connsiteX0" y="connsiteY0"/>
                  </a:cxn>
                  <a:cxn ang="0">
                    <a:pos x="connsiteX1" y="connsiteY1"/>
                  </a:cxn>
                  <a:cxn ang="0">
                    <a:pos x="connsiteX2" y="connsiteY2"/>
                  </a:cxn>
                </a:cxnLst>
                <a:rect l="l" t="t" r="r" b="b"/>
                <a:pathLst>
                  <a:path w="11495" h="6296">
                    <a:moveTo>
                      <a:pt x="4928" y="1104"/>
                    </a:moveTo>
                    <a:cubicBezTo>
                      <a:pt x="-2650" y="4104"/>
                      <a:pt x="-1004" y="8310"/>
                      <a:pt x="6563" y="5207"/>
                    </a:cubicBezTo>
                    <a:cubicBezTo>
                      <a:pt x="14147" y="2212"/>
                      <a:pt x="12500" y="-2034"/>
                      <a:pt x="4928" y="1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5" name="Freeform: Shape 344">
                <a:extLst>
                  <a:ext uri="{FF2B5EF4-FFF2-40B4-BE49-F238E27FC236}">
                    <a16:creationId xmlns:a16="http://schemas.microsoft.com/office/drawing/2014/main" id="{1C7C226C-15E5-CE53-D8B1-F32B8C961009}"/>
                  </a:ext>
                </a:extLst>
              </p:cNvPr>
              <p:cNvSpPr/>
              <p:nvPr/>
            </p:nvSpPr>
            <p:spPr>
              <a:xfrm>
                <a:off x="6789695" y="6435761"/>
                <a:ext cx="10296" cy="2602"/>
              </a:xfrm>
              <a:custGeom>
                <a:avLst/>
                <a:gdLst>
                  <a:gd name="connsiteX0" fmla="*/ 4474 w 10296"/>
                  <a:gd name="connsiteY0" fmla="*/ 500 h 2602"/>
                  <a:gd name="connsiteX1" fmla="*/ 10297 w 10296"/>
                  <a:gd name="connsiteY1" fmla="*/ 289 h 2602"/>
                  <a:gd name="connsiteX2" fmla="*/ 4474 w 10296"/>
                  <a:gd name="connsiteY2" fmla="*/ 500 h 2602"/>
                </a:gdLst>
                <a:ahLst/>
                <a:cxnLst>
                  <a:cxn ang="0">
                    <a:pos x="connsiteX0" y="connsiteY0"/>
                  </a:cxn>
                  <a:cxn ang="0">
                    <a:pos x="connsiteX1" y="connsiteY1"/>
                  </a:cxn>
                  <a:cxn ang="0">
                    <a:pos x="connsiteX2" y="connsiteY2"/>
                  </a:cxn>
                </a:cxnLst>
                <a:rect l="l" t="t" r="r" b="b"/>
                <a:pathLst>
                  <a:path w="10296" h="2602">
                    <a:moveTo>
                      <a:pt x="4474" y="500"/>
                    </a:moveTo>
                    <a:cubicBezTo>
                      <a:pt x="-8157" y="3746"/>
                      <a:pt x="9931" y="2883"/>
                      <a:pt x="10297" y="289"/>
                    </a:cubicBezTo>
                    <a:cubicBezTo>
                      <a:pt x="9886" y="-168"/>
                      <a:pt x="7280" y="-71"/>
                      <a:pt x="4474" y="5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6" name="Freeform: Shape 345">
                <a:extLst>
                  <a:ext uri="{FF2B5EF4-FFF2-40B4-BE49-F238E27FC236}">
                    <a16:creationId xmlns:a16="http://schemas.microsoft.com/office/drawing/2014/main" id="{07FFF81F-AAF0-2E65-732B-7DEF4D65FA41}"/>
                  </a:ext>
                </a:extLst>
              </p:cNvPr>
              <p:cNvSpPr/>
              <p:nvPr/>
            </p:nvSpPr>
            <p:spPr>
              <a:xfrm>
                <a:off x="7200358" y="7367767"/>
                <a:ext cx="12976" cy="5468"/>
              </a:xfrm>
              <a:custGeom>
                <a:avLst/>
                <a:gdLst>
                  <a:gd name="connsiteX0" fmla="*/ 5536 w 12976"/>
                  <a:gd name="connsiteY0" fmla="*/ 17 h 5468"/>
                  <a:gd name="connsiteX1" fmla="*/ 12977 w 12976"/>
                  <a:gd name="connsiteY1" fmla="*/ 2422 h 5468"/>
                  <a:gd name="connsiteX2" fmla="*/ 5536 w 12976"/>
                  <a:gd name="connsiteY2" fmla="*/ 17 h 5468"/>
                </a:gdLst>
                <a:ahLst/>
                <a:cxnLst>
                  <a:cxn ang="0">
                    <a:pos x="connsiteX0" y="connsiteY0"/>
                  </a:cxn>
                  <a:cxn ang="0">
                    <a:pos x="connsiteX1" y="connsiteY1"/>
                  </a:cxn>
                  <a:cxn ang="0">
                    <a:pos x="connsiteX2" y="connsiteY2"/>
                  </a:cxn>
                </a:cxnLst>
                <a:rect l="l" t="t" r="r" b="b"/>
                <a:pathLst>
                  <a:path w="12976" h="5468">
                    <a:moveTo>
                      <a:pt x="5536" y="17"/>
                    </a:moveTo>
                    <a:cubicBezTo>
                      <a:pt x="-10260" y="2366"/>
                      <a:pt x="12743" y="9487"/>
                      <a:pt x="12977" y="2422"/>
                    </a:cubicBezTo>
                    <a:cubicBezTo>
                      <a:pt x="12389" y="925"/>
                      <a:pt x="9057" y="-149"/>
                      <a:pt x="5536"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7" name="Freeform: Shape 346">
                <a:extLst>
                  <a:ext uri="{FF2B5EF4-FFF2-40B4-BE49-F238E27FC236}">
                    <a16:creationId xmlns:a16="http://schemas.microsoft.com/office/drawing/2014/main" id="{3AE33D5D-4D55-E338-54E4-297647D4FF7A}"/>
                  </a:ext>
                </a:extLst>
              </p:cNvPr>
              <p:cNvSpPr/>
              <p:nvPr/>
            </p:nvSpPr>
            <p:spPr>
              <a:xfrm>
                <a:off x="7139324" y="7201855"/>
                <a:ext cx="12643" cy="5672"/>
              </a:xfrm>
              <a:custGeom>
                <a:avLst/>
                <a:gdLst>
                  <a:gd name="connsiteX0" fmla="*/ 5460 w 12643"/>
                  <a:gd name="connsiteY0" fmla="*/ 113 h 5672"/>
                  <a:gd name="connsiteX1" fmla="*/ 12643 w 12643"/>
                  <a:gd name="connsiteY1" fmla="*/ 2079 h 5672"/>
                  <a:gd name="connsiteX2" fmla="*/ 5460 w 12643"/>
                  <a:gd name="connsiteY2" fmla="*/ 113 h 5672"/>
                </a:gdLst>
                <a:ahLst/>
                <a:cxnLst>
                  <a:cxn ang="0">
                    <a:pos x="connsiteX0" y="connsiteY0"/>
                  </a:cxn>
                  <a:cxn ang="0">
                    <a:pos x="connsiteX1" y="connsiteY1"/>
                  </a:cxn>
                  <a:cxn ang="0">
                    <a:pos x="connsiteX2" y="connsiteY2"/>
                  </a:cxn>
                </a:cxnLst>
                <a:rect l="l" t="t" r="r" b="b"/>
                <a:pathLst>
                  <a:path w="12643" h="5672">
                    <a:moveTo>
                      <a:pt x="5460" y="113"/>
                    </a:moveTo>
                    <a:cubicBezTo>
                      <a:pt x="-10073" y="3759"/>
                      <a:pt x="12455" y="9463"/>
                      <a:pt x="12643" y="2079"/>
                    </a:cubicBezTo>
                    <a:cubicBezTo>
                      <a:pt x="12106" y="554"/>
                      <a:pt x="8894" y="-327"/>
                      <a:pt x="5460"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8" name="Freeform: Shape 347">
                <a:extLst>
                  <a:ext uri="{FF2B5EF4-FFF2-40B4-BE49-F238E27FC236}">
                    <a16:creationId xmlns:a16="http://schemas.microsoft.com/office/drawing/2014/main" id="{5E08FF6F-C8C1-7F3C-705E-7DC38439C9EC}"/>
                  </a:ext>
                </a:extLst>
              </p:cNvPr>
              <p:cNvSpPr/>
              <p:nvPr/>
            </p:nvSpPr>
            <p:spPr>
              <a:xfrm>
                <a:off x="7031440" y="6882074"/>
                <a:ext cx="11743" cy="6280"/>
              </a:xfrm>
              <a:custGeom>
                <a:avLst/>
                <a:gdLst>
                  <a:gd name="connsiteX0" fmla="*/ 5027 w 11743"/>
                  <a:gd name="connsiteY0" fmla="*/ 717 h 6280"/>
                  <a:gd name="connsiteX1" fmla="*/ 6708 w 11743"/>
                  <a:gd name="connsiteY1" fmla="*/ 5575 h 6280"/>
                  <a:gd name="connsiteX2" fmla="*/ 5027 w 11743"/>
                  <a:gd name="connsiteY2" fmla="*/ 717 h 6280"/>
                </a:gdLst>
                <a:ahLst/>
                <a:cxnLst>
                  <a:cxn ang="0">
                    <a:pos x="connsiteX0" y="connsiteY0"/>
                  </a:cxn>
                  <a:cxn ang="0">
                    <a:pos x="connsiteX1" y="connsiteY1"/>
                  </a:cxn>
                  <a:cxn ang="0">
                    <a:pos x="connsiteX2" y="connsiteY2"/>
                  </a:cxn>
                </a:cxnLst>
                <a:rect l="l" t="t" r="r" b="b"/>
                <a:pathLst>
                  <a:path w="11743" h="6280">
                    <a:moveTo>
                      <a:pt x="5027" y="717"/>
                    </a:moveTo>
                    <a:cubicBezTo>
                      <a:pt x="-2779" y="3197"/>
                      <a:pt x="-933" y="8107"/>
                      <a:pt x="6708" y="5575"/>
                    </a:cubicBezTo>
                    <a:cubicBezTo>
                      <a:pt x="14526" y="3106"/>
                      <a:pt x="12680" y="-1849"/>
                      <a:pt x="5027" y="7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49" name="Freeform: Shape 348">
                <a:extLst>
                  <a:ext uri="{FF2B5EF4-FFF2-40B4-BE49-F238E27FC236}">
                    <a16:creationId xmlns:a16="http://schemas.microsoft.com/office/drawing/2014/main" id="{26ECCEF2-43B6-6AA3-BBBE-81A380EE4DCA}"/>
                  </a:ext>
                </a:extLst>
              </p:cNvPr>
              <p:cNvSpPr/>
              <p:nvPr/>
            </p:nvSpPr>
            <p:spPr>
              <a:xfrm>
                <a:off x="7083672" y="7037034"/>
                <a:ext cx="12010" cy="6087"/>
              </a:xfrm>
              <a:custGeom>
                <a:avLst/>
                <a:gdLst>
                  <a:gd name="connsiteX0" fmla="*/ 5111 w 12010"/>
                  <a:gd name="connsiteY0" fmla="*/ 388 h 6087"/>
                  <a:gd name="connsiteX1" fmla="*/ 6894 w 12010"/>
                  <a:gd name="connsiteY1" fmla="*/ 5709 h 6087"/>
                  <a:gd name="connsiteX2" fmla="*/ 5111 w 12010"/>
                  <a:gd name="connsiteY2" fmla="*/ 388 h 6087"/>
                </a:gdLst>
                <a:ahLst/>
                <a:cxnLst>
                  <a:cxn ang="0">
                    <a:pos x="connsiteX0" y="connsiteY0"/>
                  </a:cxn>
                  <a:cxn ang="0">
                    <a:pos x="connsiteX1" y="connsiteY1"/>
                  </a:cxn>
                  <a:cxn ang="0">
                    <a:pos x="connsiteX2" y="connsiteY2"/>
                  </a:cxn>
                </a:cxnLst>
                <a:rect l="l" t="t" r="r" b="b"/>
                <a:pathLst>
                  <a:path w="12010" h="6087">
                    <a:moveTo>
                      <a:pt x="5111" y="388"/>
                    </a:moveTo>
                    <a:cubicBezTo>
                      <a:pt x="-3096" y="2274"/>
                      <a:pt x="-622" y="7532"/>
                      <a:pt x="6894" y="5709"/>
                    </a:cubicBezTo>
                    <a:cubicBezTo>
                      <a:pt x="15112" y="3846"/>
                      <a:pt x="12632" y="-1470"/>
                      <a:pt x="5111" y="3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0" name="Freeform: Shape 349">
                <a:extLst>
                  <a:ext uri="{FF2B5EF4-FFF2-40B4-BE49-F238E27FC236}">
                    <a16:creationId xmlns:a16="http://schemas.microsoft.com/office/drawing/2014/main" id="{C78B9689-C5E5-765D-02C7-493531D83D24}"/>
                  </a:ext>
                </a:extLst>
              </p:cNvPr>
              <p:cNvSpPr/>
              <p:nvPr/>
            </p:nvSpPr>
            <p:spPr>
              <a:xfrm>
                <a:off x="6883695" y="6550959"/>
                <a:ext cx="11160" cy="4812"/>
              </a:xfrm>
              <a:custGeom>
                <a:avLst/>
                <a:gdLst>
                  <a:gd name="connsiteX0" fmla="*/ 4862 w 11160"/>
                  <a:gd name="connsiteY0" fmla="*/ 1265 h 4812"/>
                  <a:gd name="connsiteX1" fmla="*/ 11160 w 11160"/>
                  <a:gd name="connsiteY1" fmla="*/ 311 h 4812"/>
                  <a:gd name="connsiteX2" fmla="*/ 4862 w 11160"/>
                  <a:gd name="connsiteY2" fmla="*/ 1265 h 4812"/>
                </a:gdLst>
                <a:ahLst/>
                <a:cxnLst>
                  <a:cxn ang="0">
                    <a:pos x="connsiteX0" y="connsiteY0"/>
                  </a:cxn>
                  <a:cxn ang="0">
                    <a:pos x="connsiteX1" y="connsiteY1"/>
                  </a:cxn>
                  <a:cxn ang="0">
                    <a:pos x="connsiteX2" y="connsiteY2"/>
                  </a:cxn>
                </a:cxnLst>
                <a:rect l="l" t="t" r="r" b="b"/>
                <a:pathLst>
                  <a:path w="11160" h="4812">
                    <a:moveTo>
                      <a:pt x="4862" y="1265"/>
                    </a:moveTo>
                    <a:cubicBezTo>
                      <a:pt x="-8979" y="7694"/>
                      <a:pt x="11126" y="4151"/>
                      <a:pt x="11160" y="311"/>
                    </a:cubicBezTo>
                    <a:cubicBezTo>
                      <a:pt x="10720" y="-352"/>
                      <a:pt x="7897" y="82"/>
                      <a:pt x="4862"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1" name="Freeform: Shape 350">
                <a:extLst>
                  <a:ext uri="{FF2B5EF4-FFF2-40B4-BE49-F238E27FC236}">
                    <a16:creationId xmlns:a16="http://schemas.microsoft.com/office/drawing/2014/main" id="{EAFD3A9B-76AB-ED03-6CF9-E8BE798A7F51}"/>
                  </a:ext>
                </a:extLst>
              </p:cNvPr>
              <p:cNvSpPr/>
              <p:nvPr/>
            </p:nvSpPr>
            <p:spPr>
              <a:xfrm>
                <a:off x="6547147" y="5425834"/>
                <a:ext cx="9331" cy="18074"/>
              </a:xfrm>
              <a:custGeom>
                <a:avLst/>
                <a:gdLst>
                  <a:gd name="connsiteX0" fmla="*/ 4209 w 9331"/>
                  <a:gd name="connsiteY0" fmla="*/ 8033 h 18074"/>
                  <a:gd name="connsiteX1" fmla="*/ 20 w 9331"/>
                  <a:gd name="connsiteY1" fmla="*/ 18075 h 18074"/>
                  <a:gd name="connsiteX2" fmla="*/ 4209 w 9331"/>
                  <a:gd name="connsiteY2" fmla="*/ 8033 h 18074"/>
                </a:gdLst>
                <a:ahLst/>
                <a:cxnLst>
                  <a:cxn ang="0">
                    <a:pos x="connsiteX0" y="connsiteY0"/>
                  </a:cxn>
                  <a:cxn ang="0">
                    <a:pos x="connsiteX1" y="connsiteY1"/>
                  </a:cxn>
                  <a:cxn ang="0">
                    <a:pos x="connsiteX2" y="connsiteY2"/>
                  </a:cxn>
                </a:cxnLst>
                <a:rect l="l" t="t" r="r" b="b"/>
                <a:pathLst>
                  <a:path w="9331" h="18074">
                    <a:moveTo>
                      <a:pt x="4209" y="8033"/>
                    </a:moveTo>
                    <a:cubicBezTo>
                      <a:pt x="1660" y="12954"/>
                      <a:pt x="-215" y="17434"/>
                      <a:pt x="20" y="18075"/>
                    </a:cubicBezTo>
                    <a:cubicBezTo>
                      <a:pt x="3037" y="17269"/>
                      <a:pt x="16582" y="-14432"/>
                      <a:pt x="4209" y="80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2" name="Freeform: Shape 351">
                <a:extLst>
                  <a:ext uri="{FF2B5EF4-FFF2-40B4-BE49-F238E27FC236}">
                    <a16:creationId xmlns:a16="http://schemas.microsoft.com/office/drawing/2014/main" id="{E77F79D3-5604-B6CF-421C-0DC2C9455695}"/>
                  </a:ext>
                </a:extLst>
              </p:cNvPr>
              <p:cNvSpPr/>
              <p:nvPr/>
            </p:nvSpPr>
            <p:spPr>
              <a:xfrm>
                <a:off x="6519724" y="5363233"/>
                <a:ext cx="8776" cy="16530"/>
              </a:xfrm>
              <a:custGeom>
                <a:avLst/>
                <a:gdLst>
                  <a:gd name="connsiteX0" fmla="*/ 3896 w 8776"/>
                  <a:gd name="connsiteY0" fmla="*/ 7238 h 16530"/>
                  <a:gd name="connsiteX1" fmla="*/ 4874 w 8776"/>
                  <a:gd name="connsiteY1" fmla="*/ 9318 h 16530"/>
                  <a:gd name="connsiteX2" fmla="*/ 3896 w 8776"/>
                  <a:gd name="connsiteY2" fmla="*/ 7238 h 16530"/>
                </a:gdLst>
                <a:ahLst/>
                <a:cxnLst>
                  <a:cxn ang="0">
                    <a:pos x="connsiteX0" y="connsiteY0"/>
                  </a:cxn>
                  <a:cxn ang="0">
                    <a:pos x="connsiteX1" y="connsiteY1"/>
                  </a:cxn>
                  <a:cxn ang="0">
                    <a:pos x="connsiteX2" y="connsiteY2"/>
                  </a:cxn>
                </a:cxnLst>
                <a:rect l="l" t="t" r="r" b="b"/>
                <a:pathLst>
                  <a:path w="8776" h="16530">
                    <a:moveTo>
                      <a:pt x="3896" y="7238"/>
                    </a:moveTo>
                    <a:cubicBezTo>
                      <a:pt x="-1413" y="16948"/>
                      <a:pt x="-1493" y="21166"/>
                      <a:pt x="4874" y="9318"/>
                    </a:cubicBezTo>
                    <a:cubicBezTo>
                      <a:pt x="10194" y="-466"/>
                      <a:pt x="10269" y="-4615"/>
                      <a:pt x="3896" y="7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3" name="Freeform: Shape 352">
                <a:extLst>
                  <a:ext uri="{FF2B5EF4-FFF2-40B4-BE49-F238E27FC236}">
                    <a16:creationId xmlns:a16="http://schemas.microsoft.com/office/drawing/2014/main" id="{0954BD86-A5EF-C793-B23B-80D8127F3123}"/>
                  </a:ext>
                </a:extLst>
              </p:cNvPr>
              <p:cNvSpPr/>
              <p:nvPr/>
            </p:nvSpPr>
            <p:spPr>
              <a:xfrm>
                <a:off x="6456622" y="5244628"/>
                <a:ext cx="8334" cy="11107"/>
              </a:xfrm>
              <a:custGeom>
                <a:avLst/>
                <a:gdLst>
                  <a:gd name="connsiteX0" fmla="*/ 3607 w 8334"/>
                  <a:gd name="connsiteY0" fmla="*/ 4702 h 11107"/>
                  <a:gd name="connsiteX1" fmla="*/ 36 w 8334"/>
                  <a:gd name="connsiteY1" fmla="*/ 11103 h 11107"/>
                  <a:gd name="connsiteX2" fmla="*/ 3607 w 8334"/>
                  <a:gd name="connsiteY2" fmla="*/ 4702 h 11107"/>
                </a:gdLst>
                <a:ahLst/>
                <a:cxnLst>
                  <a:cxn ang="0">
                    <a:pos x="connsiteX0" y="connsiteY0"/>
                  </a:cxn>
                  <a:cxn ang="0">
                    <a:pos x="connsiteX1" y="connsiteY1"/>
                  </a:cxn>
                  <a:cxn ang="0">
                    <a:pos x="connsiteX2" y="connsiteY2"/>
                  </a:cxn>
                </a:cxnLst>
                <a:rect l="l" t="t" r="r" b="b"/>
                <a:pathLst>
                  <a:path w="8334" h="11107">
                    <a:moveTo>
                      <a:pt x="3607" y="4702"/>
                    </a:moveTo>
                    <a:cubicBezTo>
                      <a:pt x="1339" y="7691"/>
                      <a:pt x="-262" y="10554"/>
                      <a:pt x="36" y="11103"/>
                    </a:cubicBezTo>
                    <a:cubicBezTo>
                      <a:pt x="2973" y="11446"/>
                      <a:pt x="14809" y="-8928"/>
                      <a:pt x="3607" y="47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4" name="Freeform: Shape 353">
                <a:extLst>
                  <a:ext uri="{FF2B5EF4-FFF2-40B4-BE49-F238E27FC236}">
                    <a16:creationId xmlns:a16="http://schemas.microsoft.com/office/drawing/2014/main" id="{1AC3CFD8-E436-8AE3-6236-F427901828F5}"/>
                  </a:ext>
                </a:extLst>
              </p:cNvPr>
              <p:cNvSpPr/>
              <p:nvPr/>
            </p:nvSpPr>
            <p:spPr>
              <a:xfrm>
                <a:off x="6488796" y="5302366"/>
                <a:ext cx="8761" cy="14503"/>
              </a:xfrm>
              <a:custGeom>
                <a:avLst/>
                <a:gdLst>
                  <a:gd name="connsiteX0" fmla="*/ 3820 w 8761"/>
                  <a:gd name="connsiteY0" fmla="*/ 6382 h 14503"/>
                  <a:gd name="connsiteX1" fmla="*/ 32 w 8761"/>
                  <a:gd name="connsiteY1" fmla="*/ 14504 h 14503"/>
                  <a:gd name="connsiteX2" fmla="*/ 3820 w 8761"/>
                  <a:gd name="connsiteY2" fmla="*/ 6382 h 14503"/>
                </a:gdLst>
                <a:ahLst/>
                <a:cxnLst>
                  <a:cxn ang="0">
                    <a:pos x="connsiteX0" y="connsiteY0"/>
                  </a:cxn>
                  <a:cxn ang="0">
                    <a:pos x="connsiteX1" y="connsiteY1"/>
                  </a:cxn>
                  <a:cxn ang="0">
                    <a:pos x="connsiteX2" y="connsiteY2"/>
                  </a:cxn>
                </a:cxnLst>
                <a:rect l="l" t="t" r="r" b="b"/>
                <a:pathLst>
                  <a:path w="8761" h="14503">
                    <a:moveTo>
                      <a:pt x="3820" y="6382"/>
                    </a:moveTo>
                    <a:cubicBezTo>
                      <a:pt x="1437" y="10309"/>
                      <a:pt x="-255" y="13938"/>
                      <a:pt x="32" y="14504"/>
                    </a:cubicBezTo>
                    <a:cubicBezTo>
                      <a:pt x="3083" y="14206"/>
                      <a:pt x="15565" y="-11643"/>
                      <a:pt x="3820" y="63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5" name="Freeform: Shape 354">
                <a:extLst>
                  <a:ext uri="{FF2B5EF4-FFF2-40B4-BE49-F238E27FC236}">
                    <a16:creationId xmlns:a16="http://schemas.microsoft.com/office/drawing/2014/main" id="{87BBB65D-6AB4-717D-6535-A6CA41121E50}"/>
                  </a:ext>
                </a:extLst>
              </p:cNvPr>
              <p:cNvSpPr/>
              <p:nvPr/>
            </p:nvSpPr>
            <p:spPr>
              <a:xfrm>
                <a:off x="6425131" y="5189100"/>
                <a:ext cx="7898" cy="7661"/>
              </a:xfrm>
              <a:custGeom>
                <a:avLst/>
                <a:gdLst>
                  <a:gd name="connsiteX0" fmla="*/ 3427 w 7898"/>
                  <a:gd name="connsiteY0" fmla="*/ 2983 h 7661"/>
                  <a:gd name="connsiteX1" fmla="*/ 32 w 7898"/>
                  <a:gd name="connsiteY1" fmla="*/ 7612 h 7661"/>
                  <a:gd name="connsiteX2" fmla="*/ 3427 w 7898"/>
                  <a:gd name="connsiteY2" fmla="*/ 2983 h 7661"/>
                </a:gdLst>
                <a:ahLst/>
                <a:cxnLst>
                  <a:cxn ang="0">
                    <a:pos x="connsiteX0" y="connsiteY0"/>
                  </a:cxn>
                  <a:cxn ang="0">
                    <a:pos x="connsiteX1" y="connsiteY1"/>
                  </a:cxn>
                  <a:cxn ang="0">
                    <a:pos x="connsiteX2" y="connsiteY2"/>
                  </a:cxn>
                </a:cxnLst>
                <a:rect l="l" t="t" r="r" b="b"/>
                <a:pathLst>
                  <a:path w="7898" h="7661">
                    <a:moveTo>
                      <a:pt x="3427" y="2983"/>
                    </a:moveTo>
                    <a:cubicBezTo>
                      <a:pt x="1278" y="5012"/>
                      <a:pt x="-242" y="7086"/>
                      <a:pt x="32" y="7612"/>
                    </a:cubicBezTo>
                    <a:cubicBezTo>
                      <a:pt x="2729" y="8612"/>
                      <a:pt x="14068" y="-6121"/>
                      <a:pt x="3427" y="2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6" name="Freeform: Shape 355">
                <a:extLst>
                  <a:ext uri="{FF2B5EF4-FFF2-40B4-BE49-F238E27FC236}">
                    <a16:creationId xmlns:a16="http://schemas.microsoft.com/office/drawing/2014/main" id="{23808186-EEEE-956B-227D-C81C24336463}"/>
                  </a:ext>
                </a:extLst>
              </p:cNvPr>
              <p:cNvSpPr/>
              <p:nvPr/>
            </p:nvSpPr>
            <p:spPr>
              <a:xfrm>
                <a:off x="6672420" y="6198451"/>
                <a:ext cx="9252" cy="9078"/>
              </a:xfrm>
              <a:custGeom>
                <a:avLst/>
                <a:gdLst>
                  <a:gd name="connsiteX0" fmla="*/ 4151 w 9252"/>
                  <a:gd name="connsiteY0" fmla="*/ 32 h 9078"/>
                  <a:gd name="connsiteX1" fmla="*/ 25 w 9252"/>
                  <a:gd name="connsiteY1" fmla="*/ 5581 h 9078"/>
                  <a:gd name="connsiteX2" fmla="*/ 4151 w 9252"/>
                  <a:gd name="connsiteY2" fmla="*/ 32 h 9078"/>
                </a:gdLst>
                <a:ahLst/>
                <a:cxnLst>
                  <a:cxn ang="0">
                    <a:pos x="connsiteX0" y="connsiteY0"/>
                  </a:cxn>
                  <a:cxn ang="0">
                    <a:pos x="connsiteX1" y="connsiteY1"/>
                  </a:cxn>
                  <a:cxn ang="0">
                    <a:pos x="connsiteX2" y="connsiteY2"/>
                  </a:cxn>
                </a:cxnLst>
                <a:rect l="l" t="t" r="r" b="b"/>
                <a:pathLst>
                  <a:path w="9252" h="9078">
                    <a:moveTo>
                      <a:pt x="4151" y="32"/>
                    </a:moveTo>
                    <a:cubicBezTo>
                      <a:pt x="1608" y="700"/>
                      <a:pt x="-238" y="3204"/>
                      <a:pt x="25" y="5581"/>
                    </a:cubicBezTo>
                    <a:cubicBezTo>
                      <a:pt x="3522" y="16200"/>
                      <a:pt x="16233" y="-831"/>
                      <a:pt x="415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7" name="Freeform: Shape 356">
                <a:extLst>
                  <a:ext uri="{FF2B5EF4-FFF2-40B4-BE49-F238E27FC236}">
                    <a16:creationId xmlns:a16="http://schemas.microsoft.com/office/drawing/2014/main" id="{323DE625-7F33-BBE6-4857-B3857628F20E}"/>
                  </a:ext>
                </a:extLst>
              </p:cNvPr>
              <p:cNvSpPr/>
              <p:nvPr/>
            </p:nvSpPr>
            <p:spPr>
              <a:xfrm>
                <a:off x="6396500" y="5135394"/>
                <a:ext cx="7269" cy="4758"/>
              </a:xfrm>
              <a:custGeom>
                <a:avLst/>
                <a:gdLst>
                  <a:gd name="connsiteX0" fmla="*/ 3191 w 7269"/>
                  <a:gd name="connsiteY0" fmla="*/ 1481 h 4758"/>
                  <a:gd name="connsiteX1" fmla="*/ 4077 w 7269"/>
                  <a:gd name="connsiteY1" fmla="*/ 3270 h 4758"/>
                  <a:gd name="connsiteX2" fmla="*/ 3191 w 7269"/>
                  <a:gd name="connsiteY2" fmla="*/ 1481 h 4758"/>
                </a:gdLst>
                <a:ahLst/>
                <a:cxnLst>
                  <a:cxn ang="0">
                    <a:pos x="connsiteX0" y="connsiteY0"/>
                  </a:cxn>
                  <a:cxn ang="0">
                    <a:pos x="connsiteX1" y="connsiteY1"/>
                  </a:cxn>
                  <a:cxn ang="0">
                    <a:pos x="connsiteX2" y="connsiteY2"/>
                  </a:cxn>
                </a:cxnLst>
                <a:rect l="l" t="t" r="r" b="b"/>
                <a:pathLst>
                  <a:path w="7269" h="4758">
                    <a:moveTo>
                      <a:pt x="3191" y="1481"/>
                    </a:moveTo>
                    <a:cubicBezTo>
                      <a:pt x="-1535" y="4248"/>
                      <a:pt x="-821" y="6271"/>
                      <a:pt x="4077" y="3270"/>
                    </a:cubicBezTo>
                    <a:cubicBezTo>
                      <a:pt x="8803" y="447"/>
                      <a:pt x="8094" y="-1473"/>
                      <a:pt x="3191" y="14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8" name="Freeform: Shape 357">
                <a:extLst>
                  <a:ext uri="{FF2B5EF4-FFF2-40B4-BE49-F238E27FC236}">
                    <a16:creationId xmlns:a16="http://schemas.microsoft.com/office/drawing/2014/main" id="{077D7406-D12B-26C9-C53E-01EC2CB0BDB5}"/>
                  </a:ext>
                </a:extLst>
              </p:cNvPr>
              <p:cNvSpPr/>
              <p:nvPr/>
            </p:nvSpPr>
            <p:spPr>
              <a:xfrm>
                <a:off x="6570036" y="5518309"/>
                <a:ext cx="9249" cy="16928"/>
              </a:xfrm>
              <a:custGeom>
                <a:avLst/>
                <a:gdLst>
                  <a:gd name="connsiteX0" fmla="*/ 4266 w 9249"/>
                  <a:gd name="connsiteY0" fmla="*/ 6855 h 16928"/>
                  <a:gd name="connsiteX1" fmla="*/ 14 w 9249"/>
                  <a:gd name="connsiteY1" fmla="*/ 16925 h 16928"/>
                  <a:gd name="connsiteX2" fmla="*/ 4266 w 9249"/>
                  <a:gd name="connsiteY2" fmla="*/ 6855 h 16928"/>
                </a:gdLst>
                <a:ahLst/>
                <a:cxnLst>
                  <a:cxn ang="0">
                    <a:pos x="connsiteX0" y="connsiteY0"/>
                  </a:cxn>
                  <a:cxn ang="0">
                    <a:pos x="connsiteX1" y="connsiteY1"/>
                  </a:cxn>
                  <a:cxn ang="0">
                    <a:pos x="connsiteX2" y="connsiteY2"/>
                  </a:cxn>
                </a:cxnLst>
                <a:rect l="l" t="t" r="r" b="b"/>
                <a:pathLst>
                  <a:path w="9249" h="16928">
                    <a:moveTo>
                      <a:pt x="4266" y="6855"/>
                    </a:moveTo>
                    <a:cubicBezTo>
                      <a:pt x="1722" y="11444"/>
                      <a:pt x="-181" y="15942"/>
                      <a:pt x="14" y="16925"/>
                    </a:cubicBezTo>
                    <a:cubicBezTo>
                      <a:pt x="3300" y="17291"/>
                      <a:pt x="16238" y="-13245"/>
                      <a:pt x="4266" y="68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59" name="Freeform: Shape 358">
                <a:extLst>
                  <a:ext uri="{FF2B5EF4-FFF2-40B4-BE49-F238E27FC236}">
                    <a16:creationId xmlns:a16="http://schemas.microsoft.com/office/drawing/2014/main" id="{DD6522BF-4AC7-E39A-976D-3C2B69B562D1}"/>
                  </a:ext>
                </a:extLst>
              </p:cNvPr>
              <p:cNvSpPr/>
              <p:nvPr/>
            </p:nvSpPr>
            <p:spPr>
              <a:xfrm>
                <a:off x="6616390" y="5734884"/>
                <a:ext cx="9174" cy="13954"/>
              </a:xfrm>
              <a:custGeom>
                <a:avLst/>
                <a:gdLst>
                  <a:gd name="connsiteX0" fmla="*/ 4100 w 9174"/>
                  <a:gd name="connsiteY0" fmla="*/ 5708 h 13954"/>
                  <a:gd name="connsiteX1" fmla="*/ 25 w 9174"/>
                  <a:gd name="connsiteY1" fmla="*/ 13949 h 13954"/>
                  <a:gd name="connsiteX2" fmla="*/ 4100 w 9174"/>
                  <a:gd name="connsiteY2" fmla="*/ 5708 h 13954"/>
                </a:gdLst>
                <a:ahLst/>
                <a:cxnLst>
                  <a:cxn ang="0">
                    <a:pos x="connsiteX0" y="connsiteY0"/>
                  </a:cxn>
                  <a:cxn ang="0">
                    <a:pos x="connsiteX1" y="connsiteY1"/>
                  </a:cxn>
                  <a:cxn ang="0">
                    <a:pos x="connsiteX2" y="connsiteY2"/>
                  </a:cxn>
                </a:cxnLst>
                <a:rect l="l" t="t" r="r" b="b"/>
                <a:pathLst>
                  <a:path w="9174" h="13954">
                    <a:moveTo>
                      <a:pt x="4100" y="5708"/>
                    </a:moveTo>
                    <a:cubicBezTo>
                      <a:pt x="1591" y="9485"/>
                      <a:pt x="-238" y="13172"/>
                      <a:pt x="25" y="13949"/>
                    </a:cubicBezTo>
                    <a:cubicBezTo>
                      <a:pt x="3340" y="14406"/>
                      <a:pt x="16176" y="-11026"/>
                      <a:pt x="4100" y="57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0" name="Freeform: Shape 359">
                <a:extLst>
                  <a:ext uri="{FF2B5EF4-FFF2-40B4-BE49-F238E27FC236}">
                    <a16:creationId xmlns:a16="http://schemas.microsoft.com/office/drawing/2014/main" id="{F02FD7AD-E6FB-57ED-D9A7-0E536486356E}"/>
                  </a:ext>
                </a:extLst>
              </p:cNvPr>
              <p:cNvSpPr/>
              <p:nvPr/>
            </p:nvSpPr>
            <p:spPr>
              <a:xfrm>
                <a:off x="6591323" y="5632367"/>
                <a:ext cx="9162" cy="15348"/>
              </a:xfrm>
              <a:custGeom>
                <a:avLst/>
                <a:gdLst>
                  <a:gd name="connsiteX0" fmla="*/ 4209 w 9162"/>
                  <a:gd name="connsiteY0" fmla="*/ 5983 h 15348"/>
                  <a:gd name="connsiteX1" fmla="*/ 15 w 9162"/>
                  <a:gd name="connsiteY1" fmla="*/ 15327 h 15348"/>
                  <a:gd name="connsiteX2" fmla="*/ 4209 w 9162"/>
                  <a:gd name="connsiteY2" fmla="*/ 5983 h 15348"/>
                </a:gdLst>
                <a:ahLst/>
                <a:cxnLst>
                  <a:cxn ang="0">
                    <a:pos x="connsiteX0" y="connsiteY0"/>
                  </a:cxn>
                  <a:cxn ang="0">
                    <a:pos x="connsiteX1" y="connsiteY1"/>
                  </a:cxn>
                  <a:cxn ang="0">
                    <a:pos x="connsiteX2" y="connsiteY2"/>
                  </a:cxn>
                </a:cxnLst>
                <a:rect l="l" t="t" r="r" b="b"/>
                <a:pathLst>
                  <a:path w="9162" h="15348">
                    <a:moveTo>
                      <a:pt x="4209" y="5983"/>
                    </a:moveTo>
                    <a:cubicBezTo>
                      <a:pt x="1689" y="10121"/>
                      <a:pt x="-185" y="14304"/>
                      <a:pt x="15" y="15327"/>
                    </a:cubicBezTo>
                    <a:cubicBezTo>
                      <a:pt x="3387" y="16236"/>
                      <a:pt x="16045" y="-11951"/>
                      <a:pt x="4209" y="59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1" name="Freeform: Shape 360">
                <a:extLst>
                  <a:ext uri="{FF2B5EF4-FFF2-40B4-BE49-F238E27FC236}">
                    <a16:creationId xmlns:a16="http://schemas.microsoft.com/office/drawing/2014/main" id="{80BD6A2B-8B2E-FCB9-DC60-765674CCBD26}"/>
                  </a:ext>
                </a:extLst>
              </p:cNvPr>
              <p:cNvSpPr/>
              <p:nvPr/>
            </p:nvSpPr>
            <p:spPr>
              <a:xfrm>
                <a:off x="6646124" y="5877329"/>
                <a:ext cx="9059" cy="13850"/>
              </a:xfrm>
              <a:custGeom>
                <a:avLst/>
                <a:gdLst>
                  <a:gd name="connsiteX0" fmla="*/ 4090 w 9059"/>
                  <a:gd name="connsiteY0" fmla="*/ 2222 h 13850"/>
                  <a:gd name="connsiteX1" fmla="*/ 4964 w 9059"/>
                  <a:gd name="connsiteY1" fmla="*/ 11720 h 13850"/>
                  <a:gd name="connsiteX2" fmla="*/ 4090 w 9059"/>
                  <a:gd name="connsiteY2" fmla="*/ 2222 h 13850"/>
                </a:gdLst>
                <a:ahLst/>
                <a:cxnLst>
                  <a:cxn ang="0">
                    <a:pos x="connsiteX0" y="connsiteY0"/>
                  </a:cxn>
                  <a:cxn ang="0">
                    <a:pos x="connsiteX1" y="connsiteY1"/>
                  </a:cxn>
                  <a:cxn ang="0">
                    <a:pos x="connsiteX2" y="connsiteY2"/>
                  </a:cxn>
                </a:cxnLst>
                <a:rect l="l" t="t" r="r" b="b"/>
                <a:pathLst>
                  <a:path w="9059" h="13850">
                    <a:moveTo>
                      <a:pt x="4090" y="2222"/>
                    </a:moveTo>
                    <a:cubicBezTo>
                      <a:pt x="78" y="5679"/>
                      <a:pt x="-2997" y="18967"/>
                      <a:pt x="4964" y="11720"/>
                    </a:cubicBezTo>
                    <a:cubicBezTo>
                      <a:pt x="8993" y="8371"/>
                      <a:pt x="12051" y="-5287"/>
                      <a:pt x="4090" y="2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2" name="Freeform: Shape 361">
                <a:extLst>
                  <a:ext uri="{FF2B5EF4-FFF2-40B4-BE49-F238E27FC236}">
                    <a16:creationId xmlns:a16="http://schemas.microsoft.com/office/drawing/2014/main" id="{283E55C4-654D-C5E9-30F9-98911223E49D}"/>
                  </a:ext>
                </a:extLst>
              </p:cNvPr>
              <p:cNvSpPr/>
              <p:nvPr/>
            </p:nvSpPr>
            <p:spPr>
              <a:xfrm>
                <a:off x="7268398" y="7526223"/>
                <a:ext cx="12918" cy="5193"/>
              </a:xfrm>
              <a:custGeom>
                <a:avLst/>
                <a:gdLst>
                  <a:gd name="connsiteX0" fmla="*/ 5156 w 12918"/>
                  <a:gd name="connsiteY0" fmla="*/ 14 h 5193"/>
                  <a:gd name="connsiteX1" fmla="*/ 11819 w 12918"/>
                  <a:gd name="connsiteY1" fmla="*/ 4283 h 5193"/>
                  <a:gd name="connsiteX2" fmla="*/ 5156 w 12918"/>
                  <a:gd name="connsiteY2" fmla="*/ 14 h 5193"/>
                </a:gdLst>
                <a:ahLst/>
                <a:cxnLst>
                  <a:cxn ang="0">
                    <a:pos x="connsiteX0" y="connsiteY0"/>
                  </a:cxn>
                  <a:cxn ang="0">
                    <a:pos x="connsiteX1" y="connsiteY1"/>
                  </a:cxn>
                  <a:cxn ang="0">
                    <a:pos x="connsiteX2" y="connsiteY2"/>
                  </a:cxn>
                </a:cxnLst>
                <a:rect l="l" t="t" r="r" b="b"/>
                <a:pathLst>
                  <a:path w="12918" h="5193">
                    <a:moveTo>
                      <a:pt x="5156" y="14"/>
                    </a:moveTo>
                    <a:cubicBezTo>
                      <a:pt x="-7669" y="1020"/>
                      <a:pt x="6865" y="7558"/>
                      <a:pt x="11819" y="4283"/>
                    </a:cubicBezTo>
                    <a:cubicBezTo>
                      <a:pt x="15883" y="1420"/>
                      <a:pt x="7545" y="-169"/>
                      <a:pt x="5156"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3" name="Freeform: Shape 362">
                <a:extLst>
                  <a:ext uri="{FF2B5EF4-FFF2-40B4-BE49-F238E27FC236}">
                    <a16:creationId xmlns:a16="http://schemas.microsoft.com/office/drawing/2014/main" id="{38A964FD-51AA-DDEE-449C-7D0ADE481449}"/>
                  </a:ext>
                </a:extLst>
              </p:cNvPr>
              <p:cNvSpPr/>
              <p:nvPr/>
            </p:nvSpPr>
            <p:spPr>
              <a:xfrm>
                <a:off x="6177065" y="5144530"/>
                <a:ext cx="6857" cy="2542"/>
              </a:xfrm>
              <a:custGeom>
                <a:avLst/>
                <a:gdLst>
                  <a:gd name="connsiteX0" fmla="*/ 3039 w 6857"/>
                  <a:gd name="connsiteY0" fmla="*/ 233 h 2542"/>
                  <a:gd name="connsiteX1" fmla="*/ 6028 w 6857"/>
                  <a:gd name="connsiteY1" fmla="*/ 1525 h 2542"/>
                  <a:gd name="connsiteX2" fmla="*/ 3039 w 6857"/>
                  <a:gd name="connsiteY2" fmla="*/ 233 h 2542"/>
                </a:gdLst>
                <a:ahLst/>
                <a:cxnLst>
                  <a:cxn ang="0">
                    <a:pos x="connsiteX0" y="connsiteY0"/>
                  </a:cxn>
                  <a:cxn ang="0">
                    <a:pos x="connsiteX1" y="connsiteY1"/>
                  </a:cxn>
                  <a:cxn ang="0">
                    <a:pos x="connsiteX2" y="connsiteY2"/>
                  </a:cxn>
                </a:cxnLst>
                <a:rect l="l" t="t" r="r" b="b"/>
                <a:pathLst>
                  <a:path w="6857" h="2542">
                    <a:moveTo>
                      <a:pt x="3039" y="233"/>
                    </a:moveTo>
                    <a:cubicBezTo>
                      <a:pt x="-4048" y="2010"/>
                      <a:pt x="3090" y="3679"/>
                      <a:pt x="6028" y="1525"/>
                    </a:cubicBezTo>
                    <a:cubicBezTo>
                      <a:pt x="8639" y="-162"/>
                      <a:pt x="4376" y="-201"/>
                      <a:pt x="303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4" name="Freeform: Shape 363">
                <a:extLst>
                  <a:ext uri="{FF2B5EF4-FFF2-40B4-BE49-F238E27FC236}">
                    <a16:creationId xmlns:a16="http://schemas.microsoft.com/office/drawing/2014/main" id="{CAA63F56-D4D2-80AD-8A83-9B9F1702C5F8}"/>
                  </a:ext>
                </a:extLst>
              </p:cNvPr>
              <p:cNvSpPr/>
              <p:nvPr/>
            </p:nvSpPr>
            <p:spPr>
              <a:xfrm>
                <a:off x="6585684" y="6649410"/>
                <a:ext cx="10911" cy="3822"/>
              </a:xfrm>
              <a:custGeom>
                <a:avLst/>
                <a:gdLst>
                  <a:gd name="connsiteX0" fmla="*/ 4900 w 10911"/>
                  <a:gd name="connsiteY0" fmla="*/ 449 h 3822"/>
                  <a:gd name="connsiteX1" fmla="*/ 10912 w 10911"/>
                  <a:gd name="connsiteY1" fmla="*/ 717 h 3822"/>
                  <a:gd name="connsiteX2" fmla="*/ 4900 w 10911"/>
                  <a:gd name="connsiteY2" fmla="*/ 449 h 3822"/>
                </a:gdLst>
                <a:ahLst/>
                <a:cxnLst>
                  <a:cxn ang="0">
                    <a:pos x="connsiteX0" y="connsiteY0"/>
                  </a:cxn>
                  <a:cxn ang="0">
                    <a:pos x="connsiteX1" y="connsiteY1"/>
                  </a:cxn>
                  <a:cxn ang="0">
                    <a:pos x="connsiteX2" y="connsiteY2"/>
                  </a:cxn>
                </a:cxnLst>
                <a:rect l="l" t="t" r="r" b="b"/>
                <a:pathLst>
                  <a:path w="10911" h="3822">
                    <a:moveTo>
                      <a:pt x="4900" y="449"/>
                    </a:moveTo>
                    <a:cubicBezTo>
                      <a:pt x="-8776" y="4690"/>
                      <a:pt x="10472" y="5101"/>
                      <a:pt x="10912" y="717"/>
                    </a:cubicBezTo>
                    <a:cubicBezTo>
                      <a:pt x="10563" y="-128"/>
                      <a:pt x="7866" y="-237"/>
                      <a:pt x="4900" y="4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5" name="Freeform: Shape 364">
                <a:extLst>
                  <a:ext uri="{FF2B5EF4-FFF2-40B4-BE49-F238E27FC236}">
                    <a16:creationId xmlns:a16="http://schemas.microsoft.com/office/drawing/2014/main" id="{E9A9D6E3-DC00-18F9-7AAF-396C0FEBB922}"/>
                  </a:ext>
                </a:extLst>
              </p:cNvPr>
              <p:cNvSpPr/>
              <p:nvPr/>
            </p:nvSpPr>
            <p:spPr>
              <a:xfrm>
                <a:off x="6548777" y="6562009"/>
                <a:ext cx="10534" cy="3227"/>
              </a:xfrm>
              <a:custGeom>
                <a:avLst/>
                <a:gdLst>
                  <a:gd name="connsiteX0" fmla="*/ 4733 w 10534"/>
                  <a:gd name="connsiteY0" fmla="*/ 285 h 3227"/>
                  <a:gd name="connsiteX1" fmla="*/ 10534 w 10534"/>
                  <a:gd name="connsiteY1" fmla="*/ 719 h 3227"/>
                  <a:gd name="connsiteX2" fmla="*/ 4733 w 10534"/>
                  <a:gd name="connsiteY2" fmla="*/ 285 h 3227"/>
                </a:gdLst>
                <a:ahLst/>
                <a:cxnLst>
                  <a:cxn ang="0">
                    <a:pos x="connsiteX0" y="connsiteY0"/>
                  </a:cxn>
                  <a:cxn ang="0">
                    <a:pos x="connsiteX1" y="connsiteY1"/>
                  </a:cxn>
                  <a:cxn ang="0">
                    <a:pos x="connsiteX2" y="connsiteY2"/>
                  </a:cxn>
                </a:cxnLst>
                <a:rect l="l" t="t" r="r" b="b"/>
                <a:pathLst>
                  <a:path w="10534" h="3227">
                    <a:moveTo>
                      <a:pt x="4733" y="285"/>
                    </a:moveTo>
                    <a:cubicBezTo>
                      <a:pt x="-8440" y="3594"/>
                      <a:pt x="10008" y="4606"/>
                      <a:pt x="10534" y="719"/>
                    </a:cubicBezTo>
                    <a:cubicBezTo>
                      <a:pt x="10202" y="-35"/>
                      <a:pt x="7602" y="-224"/>
                      <a:pt x="4733" y="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6" name="Freeform: Shape 365">
                <a:extLst>
                  <a:ext uri="{FF2B5EF4-FFF2-40B4-BE49-F238E27FC236}">
                    <a16:creationId xmlns:a16="http://schemas.microsoft.com/office/drawing/2014/main" id="{5D3ED08B-C35C-BBD7-836C-ED287FE8DFA6}"/>
                  </a:ext>
                </a:extLst>
              </p:cNvPr>
              <p:cNvSpPr/>
              <p:nvPr/>
            </p:nvSpPr>
            <p:spPr>
              <a:xfrm>
                <a:off x="6449535" y="6327767"/>
                <a:ext cx="9494" cy="2649"/>
              </a:xfrm>
              <a:custGeom>
                <a:avLst/>
                <a:gdLst>
                  <a:gd name="connsiteX0" fmla="*/ 4311 w 9494"/>
                  <a:gd name="connsiteY0" fmla="*/ 0 h 2649"/>
                  <a:gd name="connsiteX1" fmla="*/ 9495 w 9494"/>
                  <a:gd name="connsiteY1" fmla="*/ 1298 h 2649"/>
                  <a:gd name="connsiteX2" fmla="*/ 4311 w 9494"/>
                  <a:gd name="connsiteY2" fmla="*/ 0 h 2649"/>
                </a:gdLst>
                <a:ahLst/>
                <a:cxnLst>
                  <a:cxn ang="0">
                    <a:pos x="connsiteX0" y="connsiteY0"/>
                  </a:cxn>
                  <a:cxn ang="0">
                    <a:pos x="connsiteX1" y="connsiteY1"/>
                  </a:cxn>
                  <a:cxn ang="0">
                    <a:pos x="connsiteX2" y="connsiteY2"/>
                  </a:cxn>
                </a:cxnLst>
                <a:rect l="l" t="t" r="r" b="b"/>
                <a:pathLst>
                  <a:path w="9494" h="2649">
                    <a:moveTo>
                      <a:pt x="4311" y="0"/>
                    </a:moveTo>
                    <a:cubicBezTo>
                      <a:pt x="-7536" y="846"/>
                      <a:pt x="8706" y="4635"/>
                      <a:pt x="9495" y="1298"/>
                    </a:cubicBezTo>
                    <a:cubicBezTo>
                      <a:pt x="9220" y="578"/>
                      <a:pt x="6894" y="0"/>
                      <a:pt x="43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7" name="Freeform: Shape 366">
                <a:extLst>
                  <a:ext uri="{FF2B5EF4-FFF2-40B4-BE49-F238E27FC236}">
                    <a16:creationId xmlns:a16="http://schemas.microsoft.com/office/drawing/2014/main" id="{42688B4D-9F44-3AFC-14C2-828342D416B0}"/>
                  </a:ext>
                </a:extLst>
              </p:cNvPr>
              <p:cNvSpPr/>
              <p:nvPr/>
            </p:nvSpPr>
            <p:spPr>
              <a:xfrm>
                <a:off x="6513594" y="6481951"/>
                <a:ext cx="10157" cy="2754"/>
              </a:xfrm>
              <a:custGeom>
                <a:avLst/>
                <a:gdLst>
                  <a:gd name="connsiteX0" fmla="*/ 4574 w 10157"/>
                  <a:gd name="connsiteY0" fmla="*/ 110 h 2754"/>
                  <a:gd name="connsiteX1" fmla="*/ 10157 w 10157"/>
                  <a:gd name="connsiteY1" fmla="*/ 847 h 2754"/>
                  <a:gd name="connsiteX2" fmla="*/ 4574 w 10157"/>
                  <a:gd name="connsiteY2" fmla="*/ 110 h 2754"/>
                </a:gdLst>
                <a:ahLst/>
                <a:cxnLst>
                  <a:cxn ang="0">
                    <a:pos x="connsiteX0" y="connsiteY0"/>
                  </a:cxn>
                  <a:cxn ang="0">
                    <a:pos x="connsiteX1" y="connsiteY1"/>
                  </a:cxn>
                  <a:cxn ang="0">
                    <a:pos x="connsiteX2" y="connsiteY2"/>
                  </a:cxn>
                </a:cxnLst>
                <a:rect l="l" t="t" r="r" b="b"/>
                <a:pathLst>
                  <a:path w="10157" h="2754">
                    <a:moveTo>
                      <a:pt x="4574" y="110"/>
                    </a:moveTo>
                    <a:cubicBezTo>
                      <a:pt x="-8102" y="2350"/>
                      <a:pt x="9523" y="4367"/>
                      <a:pt x="10157" y="847"/>
                    </a:cubicBezTo>
                    <a:cubicBezTo>
                      <a:pt x="9843" y="138"/>
                      <a:pt x="7340" y="-187"/>
                      <a:pt x="4574" y="1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8" name="Freeform: Shape 367">
                <a:extLst>
                  <a:ext uri="{FF2B5EF4-FFF2-40B4-BE49-F238E27FC236}">
                    <a16:creationId xmlns:a16="http://schemas.microsoft.com/office/drawing/2014/main" id="{08B87CCD-967A-7A7F-C9E4-AE8BF608FDFE}"/>
                  </a:ext>
                </a:extLst>
              </p:cNvPr>
              <p:cNvSpPr/>
              <p:nvPr/>
            </p:nvSpPr>
            <p:spPr>
              <a:xfrm>
                <a:off x="6624281" y="6748192"/>
                <a:ext cx="10901" cy="4548"/>
              </a:xfrm>
              <a:custGeom>
                <a:avLst/>
                <a:gdLst>
                  <a:gd name="connsiteX0" fmla="*/ 4804 w 10901"/>
                  <a:gd name="connsiteY0" fmla="*/ 531 h 4548"/>
                  <a:gd name="connsiteX1" fmla="*/ 6096 w 10901"/>
                  <a:gd name="connsiteY1" fmla="*/ 4033 h 4548"/>
                  <a:gd name="connsiteX2" fmla="*/ 4804 w 10901"/>
                  <a:gd name="connsiteY2" fmla="*/ 531 h 4548"/>
                </a:gdLst>
                <a:ahLst/>
                <a:cxnLst>
                  <a:cxn ang="0">
                    <a:pos x="connsiteX0" y="connsiteY0"/>
                  </a:cxn>
                  <a:cxn ang="0">
                    <a:pos x="connsiteX1" y="connsiteY1"/>
                  </a:cxn>
                  <a:cxn ang="0">
                    <a:pos x="connsiteX2" y="connsiteY2"/>
                  </a:cxn>
                </a:cxnLst>
                <a:rect l="l" t="t" r="r" b="b"/>
                <a:pathLst>
                  <a:path w="10901" h="4548">
                    <a:moveTo>
                      <a:pt x="4804" y="531"/>
                    </a:moveTo>
                    <a:cubicBezTo>
                      <a:pt x="-2665" y="2393"/>
                      <a:pt x="-796" y="5857"/>
                      <a:pt x="6096" y="4033"/>
                    </a:cubicBezTo>
                    <a:cubicBezTo>
                      <a:pt x="13554" y="2142"/>
                      <a:pt x="11714" y="-1327"/>
                      <a:pt x="4804" y="5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69" name="Freeform: Shape 368">
                <a:extLst>
                  <a:ext uri="{FF2B5EF4-FFF2-40B4-BE49-F238E27FC236}">
                    <a16:creationId xmlns:a16="http://schemas.microsoft.com/office/drawing/2014/main" id="{6E09D7CC-673D-BB6B-1E80-01CE1F693596}"/>
                  </a:ext>
                </a:extLst>
              </p:cNvPr>
              <p:cNvSpPr/>
              <p:nvPr/>
            </p:nvSpPr>
            <p:spPr>
              <a:xfrm>
                <a:off x="6852700" y="7379677"/>
                <a:ext cx="12548" cy="4848"/>
              </a:xfrm>
              <a:custGeom>
                <a:avLst/>
                <a:gdLst>
                  <a:gd name="connsiteX0" fmla="*/ 5380 w 12548"/>
                  <a:gd name="connsiteY0" fmla="*/ 22 h 4848"/>
                  <a:gd name="connsiteX1" fmla="*/ 7168 w 12548"/>
                  <a:gd name="connsiteY1" fmla="*/ 4828 h 4848"/>
                  <a:gd name="connsiteX2" fmla="*/ 5380 w 12548"/>
                  <a:gd name="connsiteY2" fmla="*/ 22 h 4848"/>
                </a:gdLst>
                <a:ahLst/>
                <a:cxnLst>
                  <a:cxn ang="0">
                    <a:pos x="connsiteX0" y="connsiteY0"/>
                  </a:cxn>
                  <a:cxn ang="0">
                    <a:pos x="connsiteX1" y="connsiteY1"/>
                  </a:cxn>
                  <a:cxn ang="0">
                    <a:pos x="connsiteX2" y="connsiteY2"/>
                  </a:cxn>
                </a:cxnLst>
                <a:rect l="l" t="t" r="r" b="b"/>
                <a:pathLst>
                  <a:path w="12548" h="4848">
                    <a:moveTo>
                      <a:pt x="5380" y="22"/>
                    </a:moveTo>
                    <a:cubicBezTo>
                      <a:pt x="-3804" y="371"/>
                      <a:pt x="105" y="5200"/>
                      <a:pt x="7168" y="4828"/>
                    </a:cubicBezTo>
                    <a:cubicBezTo>
                      <a:pt x="16353" y="4486"/>
                      <a:pt x="12443" y="-366"/>
                      <a:pt x="5380"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0" name="Freeform: Shape 369">
                <a:extLst>
                  <a:ext uri="{FF2B5EF4-FFF2-40B4-BE49-F238E27FC236}">
                    <a16:creationId xmlns:a16="http://schemas.microsoft.com/office/drawing/2014/main" id="{995ED2A1-98F6-37AC-F019-47C96F531AE9}"/>
                  </a:ext>
                </a:extLst>
              </p:cNvPr>
              <p:cNvSpPr/>
              <p:nvPr/>
            </p:nvSpPr>
            <p:spPr>
              <a:xfrm>
                <a:off x="6800745" y="7236319"/>
                <a:ext cx="12164" cy="4781"/>
              </a:xfrm>
              <a:custGeom>
                <a:avLst/>
                <a:gdLst>
                  <a:gd name="connsiteX0" fmla="*/ 5259 w 12164"/>
                  <a:gd name="connsiteY0" fmla="*/ 70 h 4781"/>
                  <a:gd name="connsiteX1" fmla="*/ 6916 w 12164"/>
                  <a:gd name="connsiteY1" fmla="*/ 4716 h 4781"/>
                  <a:gd name="connsiteX2" fmla="*/ 5259 w 12164"/>
                  <a:gd name="connsiteY2" fmla="*/ 70 h 4781"/>
                </a:gdLst>
                <a:ahLst/>
                <a:cxnLst>
                  <a:cxn ang="0">
                    <a:pos x="connsiteX0" y="connsiteY0"/>
                  </a:cxn>
                  <a:cxn ang="0">
                    <a:pos x="connsiteX1" y="connsiteY1"/>
                  </a:cxn>
                  <a:cxn ang="0">
                    <a:pos x="connsiteX2" y="connsiteY2"/>
                  </a:cxn>
                </a:cxnLst>
                <a:rect l="l" t="t" r="r" b="b"/>
                <a:pathLst>
                  <a:path w="12164" h="4781">
                    <a:moveTo>
                      <a:pt x="5259" y="70"/>
                    </a:moveTo>
                    <a:cubicBezTo>
                      <a:pt x="-3514" y="768"/>
                      <a:pt x="-159" y="5380"/>
                      <a:pt x="6916" y="4716"/>
                    </a:cubicBezTo>
                    <a:cubicBezTo>
                      <a:pt x="15672" y="4019"/>
                      <a:pt x="12323" y="-621"/>
                      <a:pt x="525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1" name="Freeform: Shape 370">
                <a:extLst>
                  <a:ext uri="{FF2B5EF4-FFF2-40B4-BE49-F238E27FC236}">
                    <a16:creationId xmlns:a16="http://schemas.microsoft.com/office/drawing/2014/main" id="{EE1FCAAA-87F8-6C26-0EF5-C401CFF6561D}"/>
                  </a:ext>
                </a:extLst>
              </p:cNvPr>
              <p:cNvSpPr/>
              <p:nvPr/>
            </p:nvSpPr>
            <p:spPr>
              <a:xfrm>
                <a:off x="6752588" y="7099068"/>
                <a:ext cx="11829" cy="4749"/>
              </a:xfrm>
              <a:custGeom>
                <a:avLst/>
                <a:gdLst>
                  <a:gd name="connsiteX0" fmla="*/ 5148 w 11829"/>
                  <a:gd name="connsiteY0" fmla="*/ 179 h 4749"/>
                  <a:gd name="connsiteX1" fmla="*/ 6691 w 11829"/>
                  <a:gd name="connsiteY1" fmla="*/ 4580 h 4749"/>
                  <a:gd name="connsiteX2" fmla="*/ 5148 w 11829"/>
                  <a:gd name="connsiteY2" fmla="*/ 179 h 4749"/>
                </a:gdLst>
                <a:ahLst/>
                <a:cxnLst>
                  <a:cxn ang="0">
                    <a:pos x="connsiteX0" y="connsiteY0"/>
                  </a:cxn>
                  <a:cxn ang="0">
                    <a:pos x="connsiteX1" y="connsiteY1"/>
                  </a:cxn>
                  <a:cxn ang="0">
                    <a:pos x="connsiteX2" y="connsiteY2"/>
                  </a:cxn>
                </a:cxnLst>
                <a:rect l="l" t="t" r="r" b="b"/>
                <a:pathLst>
                  <a:path w="11829" h="4749">
                    <a:moveTo>
                      <a:pt x="5148" y="179"/>
                    </a:moveTo>
                    <a:cubicBezTo>
                      <a:pt x="-3219" y="1327"/>
                      <a:pt x="-430" y="5654"/>
                      <a:pt x="6691" y="4580"/>
                    </a:cubicBezTo>
                    <a:cubicBezTo>
                      <a:pt x="15040" y="3431"/>
                      <a:pt x="12263" y="-930"/>
                      <a:pt x="5148" y="1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2" name="Freeform: Shape 371">
                <a:extLst>
                  <a:ext uri="{FF2B5EF4-FFF2-40B4-BE49-F238E27FC236}">
                    <a16:creationId xmlns:a16="http://schemas.microsoft.com/office/drawing/2014/main" id="{391DF088-CC74-2D7A-B8F1-09BE77AAEB86}"/>
                  </a:ext>
                </a:extLst>
              </p:cNvPr>
              <p:cNvSpPr/>
              <p:nvPr/>
            </p:nvSpPr>
            <p:spPr>
              <a:xfrm>
                <a:off x="6664612" y="6853880"/>
                <a:ext cx="11587" cy="4389"/>
              </a:xfrm>
              <a:custGeom>
                <a:avLst/>
                <a:gdLst>
                  <a:gd name="connsiteX0" fmla="*/ 5176 w 11587"/>
                  <a:gd name="connsiteY0" fmla="*/ 456 h 4389"/>
                  <a:gd name="connsiteX1" fmla="*/ 11587 w 11587"/>
                  <a:gd name="connsiteY1" fmla="*/ 902 h 4389"/>
                  <a:gd name="connsiteX2" fmla="*/ 5176 w 11587"/>
                  <a:gd name="connsiteY2" fmla="*/ 456 h 4389"/>
                </a:gdLst>
                <a:ahLst/>
                <a:cxnLst>
                  <a:cxn ang="0">
                    <a:pos x="connsiteX0" y="connsiteY0"/>
                  </a:cxn>
                  <a:cxn ang="0">
                    <a:pos x="connsiteX1" y="connsiteY1"/>
                  </a:cxn>
                  <a:cxn ang="0">
                    <a:pos x="connsiteX2" y="connsiteY2"/>
                  </a:cxn>
                </a:cxnLst>
                <a:rect l="l" t="t" r="r" b="b"/>
                <a:pathLst>
                  <a:path w="11587" h="4389">
                    <a:moveTo>
                      <a:pt x="5176" y="456"/>
                    </a:moveTo>
                    <a:cubicBezTo>
                      <a:pt x="-9324" y="5137"/>
                      <a:pt x="11205" y="6068"/>
                      <a:pt x="11587" y="902"/>
                    </a:cubicBezTo>
                    <a:cubicBezTo>
                      <a:pt x="11205" y="-104"/>
                      <a:pt x="8330" y="-292"/>
                      <a:pt x="5176" y="4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3" name="Freeform: Shape 372">
                <a:extLst>
                  <a:ext uri="{FF2B5EF4-FFF2-40B4-BE49-F238E27FC236}">
                    <a16:creationId xmlns:a16="http://schemas.microsoft.com/office/drawing/2014/main" id="{E82A2858-EBB4-BC01-9326-769C43F74E61}"/>
                  </a:ext>
                </a:extLst>
              </p:cNvPr>
              <p:cNvSpPr/>
              <p:nvPr/>
            </p:nvSpPr>
            <p:spPr>
              <a:xfrm>
                <a:off x="6707268" y="6970696"/>
                <a:ext cx="11886" cy="4520"/>
              </a:xfrm>
              <a:custGeom>
                <a:avLst/>
                <a:gdLst>
                  <a:gd name="connsiteX0" fmla="*/ 5297 w 11886"/>
                  <a:gd name="connsiteY0" fmla="*/ 295 h 4520"/>
                  <a:gd name="connsiteX1" fmla="*/ 11886 w 11886"/>
                  <a:gd name="connsiteY1" fmla="*/ 1198 h 4520"/>
                  <a:gd name="connsiteX2" fmla="*/ 5297 w 11886"/>
                  <a:gd name="connsiteY2" fmla="*/ 295 h 4520"/>
                </a:gdLst>
                <a:ahLst/>
                <a:cxnLst>
                  <a:cxn ang="0">
                    <a:pos x="connsiteX0" y="connsiteY0"/>
                  </a:cxn>
                  <a:cxn ang="0">
                    <a:pos x="connsiteX1" y="connsiteY1"/>
                  </a:cxn>
                  <a:cxn ang="0">
                    <a:pos x="connsiteX2" y="connsiteY2"/>
                  </a:cxn>
                </a:cxnLst>
                <a:rect l="l" t="t" r="r" b="b"/>
                <a:pathLst>
                  <a:path w="11886" h="4520">
                    <a:moveTo>
                      <a:pt x="5297" y="295"/>
                    </a:moveTo>
                    <a:cubicBezTo>
                      <a:pt x="-9540" y="4461"/>
                      <a:pt x="11457" y="6833"/>
                      <a:pt x="11886" y="1198"/>
                    </a:cubicBezTo>
                    <a:cubicBezTo>
                      <a:pt x="11486" y="66"/>
                      <a:pt x="8531" y="-328"/>
                      <a:pt x="5297" y="2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4" name="Freeform: Shape 373">
                <a:extLst>
                  <a:ext uri="{FF2B5EF4-FFF2-40B4-BE49-F238E27FC236}">
                    <a16:creationId xmlns:a16="http://schemas.microsoft.com/office/drawing/2014/main" id="{0C2F2BF7-467B-5BFA-EAD8-35C33FDCE522}"/>
                  </a:ext>
                </a:extLst>
              </p:cNvPr>
              <p:cNvSpPr/>
              <p:nvPr/>
            </p:nvSpPr>
            <p:spPr>
              <a:xfrm>
                <a:off x="6480630" y="6405169"/>
                <a:ext cx="9494" cy="2600"/>
              </a:xfrm>
              <a:custGeom>
                <a:avLst/>
                <a:gdLst>
                  <a:gd name="connsiteX0" fmla="*/ 4214 w 9494"/>
                  <a:gd name="connsiteY0" fmla="*/ 36 h 2600"/>
                  <a:gd name="connsiteX1" fmla="*/ 5277 w 9494"/>
                  <a:gd name="connsiteY1" fmla="*/ 2562 h 2600"/>
                  <a:gd name="connsiteX2" fmla="*/ 4214 w 9494"/>
                  <a:gd name="connsiteY2" fmla="*/ 36 h 2600"/>
                </a:gdLst>
                <a:ahLst/>
                <a:cxnLst>
                  <a:cxn ang="0">
                    <a:pos x="connsiteX0" y="connsiteY0"/>
                  </a:cxn>
                  <a:cxn ang="0">
                    <a:pos x="connsiteX1" y="connsiteY1"/>
                  </a:cxn>
                  <a:cxn ang="0">
                    <a:pos x="connsiteX2" y="connsiteY2"/>
                  </a:cxn>
                </a:cxnLst>
                <a:rect l="l" t="t" r="r" b="b"/>
                <a:pathLst>
                  <a:path w="9494" h="2600">
                    <a:moveTo>
                      <a:pt x="4214" y="36"/>
                    </a:moveTo>
                    <a:cubicBezTo>
                      <a:pt x="-2666" y="396"/>
                      <a:pt x="-261" y="2940"/>
                      <a:pt x="5277" y="2562"/>
                    </a:cubicBezTo>
                    <a:cubicBezTo>
                      <a:pt x="12164" y="2179"/>
                      <a:pt x="9752" y="-329"/>
                      <a:pt x="42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5" name="Freeform: Shape 374">
                <a:extLst>
                  <a:ext uri="{FF2B5EF4-FFF2-40B4-BE49-F238E27FC236}">
                    <a16:creationId xmlns:a16="http://schemas.microsoft.com/office/drawing/2014/main" id="{B709A86C-FA0C-7A14-8F5C-3EA60566491F}"/>
                  </a:ext>
                </a:extLst>
              </p:cNvPr>
              <p:cNvSpPr/>
              <p:nvPr/>
            </p:nvSpPr>
            <p:spPr>
              <a:xfrm>
                <a:off x="6235115" y="5491636"/>
                <a:ext cx="7783" cy="7601"/>
              </a:xfrm>
              <a:custGeom>
                <a:avLst/>
                <a:gdLst>
                  <a:gd name="connsiteX0" fmla="*/ 3533 w 7783"/>
                  <a:gd name="connsiteY0" fmla="*/ 1467 h 7601"/>
                  <a:gd name="connsiteX1" fmla="*/ 4248 w 7783"/>
                  <a:gd name="connsiteY1" fmla="*/ 6160 h 7601"/>
                  <a:gd name="connsiteX2" fmla="*/ 3533 w 7783"/>
                  <a:gd name="connsiteY2" fmla="*/ 1467 h 7601"/>
                </a:gdLst>
                <a:ahLst/>
                <a:cxnLst>
                  <a:cxn ang="0">
                    <a:pos x="connsiteX0" y="connsiteY0"/>
                  </a:cxn>
                  <a:cxn ang="0">
                    <a:pos x="connsiteX1" y="connsiteY1"/>
                  </a:cxn>
                  <a:cxn ang="0">
                    <a:pos x="connsiteX2" y="connsiteY2"/>
                  </a:cxn>
                </a:cxnLst>
                <a:rect l="l" t="t" r="r" b="b"/>
                <a:pathLst>
                  <a:path w="7783" h="7601">
                    <a:moveTo>
                      <a:pt x="3533" y="1467"/>
                    </a:moveTo>
                    <a:cubicBezTo>
                      <a:pt x="-662" y="4188"/>
                      <a:pt x="-1925" y="10406"/>
                      <a:pt x="4248" y="6160"/>
                    </a:cubicBezTo>
                    <a:cubicBezTo>
                      <a:pt x="8408" y="3376"/>
                      <a:pt x="9745" y="-2819"/>
                      <a:pt x="3533" y="1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6" name="Freeform: Shape 375">
                <a:extLst>
                  <a:ext uri="{FF2B5EF4-FFF2-40B4-BE49-F238E27FC236}">
                    <a16:creationId xmlns:a16="http://schemas.microsoft.com/office/drawing/2014/main" id="{46401047-4853-2623-4555-A6C0CC575B38}"/>
                  </a:ext>
                </a:extLst>
              </p:cNvPr>
              <p:cNvSpPr/>
              <p:nvPr/>
            </p:nvSpPr>
            <p:spPr>
              <a:xfrm>
                <a:off x="6278597" y="5749627"/>
                <a:ext cx="8586" cy="10159"/>
              </a:xfrm>
              <a:custGeom>
                <a:avLst/>
                <a:gdLst>
                  <a:gd name="connsiteX0" fmla="*/ 3930 w 8586"/>
                  <a:gd name="connsiteY0" fmla="*/ 3497 h 10159"/>
                  <a:gd name="connsiteX1" fmla="*/ 16 w 8586"/>
                  <a:gd name="connsiteY1" fmla="*/ 10001 h 10159"/>
                  <a:gd name="connsiteX2" fmla="*/ 3930 w 8586"/>
                  <a:gd name="connsiteY2" fmla="*/ 3497 h 10159"/>
                </a:gdLst>
                <a:ahLst/>
                <a:cxnLst>
                  <a:cxn ang="0">
                    <a:pos x="connsiteX0" y="connsiteY0"/>
                  </a:cxn>
                  <a:cxn ang="0">
                    <a:pos x="connsiteX1" y="connsiteY1"/>
                  </a:cxn>
                  <a:cxn ang="0">
                    <a:pos x="connsiteX2" y="connsiteY2"/>
                  </a:cxn>
                </a:cxnLst>
                <a:rect l="l" t="t" r="r" b="b"/>
                <a:pathLst>
                  <a:path w="8586" h="10159">
                    <a:moveTo>
                      <a:pt x="3930" y="3497"/>
                    </a:moveTo>
                    <a:cubicBezTo>
                      <a:pt x="1570" y="6154"/>
                      <a:pt x="-184" y="9035"/>
                      <a:pt x="16" y="10001"/>
                    </a:cubicBezTo>
                    <a:cubicBezTo>
                      <a:pt x="3165" y="12115"/>
                      <a:pt x="15052" y="-7813"/>
                      <a:pt x="3930" y="34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7" name="Freeform: Shape 376">
                <a:extLst>
                  <a:ext uri="{FF2B5EF4-FFF2-40B4-BE49-F238E27FC236}">
                    <a16:creationId xmlns:a16="http://schemas.microsoft.com/office/drawing/2014/main" id="{79581ACA-AB0D-CC03-7BED-45DF8F7E3A31}"/>
                  </a:ext>
                </a:extLst>
              </p:cNvPr>
              <p:cNvSpPr/>
              <p:nvPr/>
            </p:nvSpPr>
            <p:spPr>
              <a:xfrm>
                <a:off x="6256921" y="5629655"/>
                <a:ext cx="8101" cy="9219"/>
              </a:xfrm>
              <a:custGeom>
                <a:avLst/>
                <a:gdLst>
                  <a:gd name="connsiteX0" fmla="*/ 3683 w 8101"/>
                  <a:gd name="connsiteY0" fmla="*/ 2443 h 9219"/>
                  <a:gd name="connsiteX1" fmla="*/ 4415 w 8101"/>
                  <a:gd name="connsiteY1" fmla="*/ 6821 h 9219"/>
                  <a:gd name="connsiteX2" fmla="*/ 3683 w 8101"/>
                  <a:gd name="connsiteY2" fmla="*/ 2443 h 9219"/>
                </a:gdLst>
                <a:ahLst/>
                <a:cxnLst>
                  <a:cxn ang="0">
                    <a:pos x="connsiteX0" y="connsiteY0"/>
                  </a:cxn>
                  <a:cxn ang="0">
                    <a:pos x="connsiteX1" y="connsiteY1"/>
                  </a:cxn>
                  <a:cxn ang="0">
                    <a:pos x="connsiteX2" y="connsiteY2"/>
                  </a:cxn>
                </a:cxnLst>
                <a:rect l="l" t="t" r="r" b="b"/>
                <a:pathLst>
                  <a:path w="8101" h="9219">
                    <a:moveTo>
                      <a:pt x="3683" y="2443"/>
                    </a:moveTo>
                    <a:cubicBezTo>
                      <a:pt x="-597" y="6198"/>
                      <a:pt x="-2089" y="12787"/>
                      <a:pt x="4415" y="6821"/>
                    </a:cubicBezTo>
                    <a:cubicBezTo>
                      <a:pt x="8673" y="2998"/>
                      <a:pt x="10216" y="-3598"/>
                      <a:pt x="3683" y="24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8" name="Freeform: Shape 377">
                <a:extLst>
                  <a:ext uri="{FF2B5EF4-FFF2-40B4-BE49-F238E27FC236}">
                    <a16:creationId xmlns:a16="http://schemas.microsoft.com/office/drawing/2014/main" id="{0221A357-2689-D332-6447-84CF59CF4655}"/>
                  </a:ext>
                </a:extLst>
              </p:cNvPr>
              <p:cNvSpPr/>
              <p:nvPr/>
            </p:nvSpPr>
            <p:spPr>
              <a:xfrm>
                <a:off x="6194361" y="5231510"/>
                <a:ext cx="7173" cy="4131"/>
              </a:xfrm>
              <a:custGeom>
                <a:avLst/>
                <a:gdLst>
                  <a:gd name="connsiteX0" fmla="*/ 3276 w 7173"/>
                  <a:gd name="connsiteY0" fmla="*/ 286 h 4131"/>
                  <a:gd name="connsiteX1" fmla="*/ 3899 w 7173"/>
                  <a:gd name="connsiteY1" fmla="*/ 3852 h 4131"/>
                  <a:gd name="connsiteX2" fmla="*/ 3276 w 7173"/>
                  <a:gd name="connsiteY2" fmla="*/ 286 h 4131"/>
                </a:gdLst>
                <a:ahLst/>
                <a:cxnLst>
                  <a:cxn ang="0">
                    <a:pos x="connsiteX0" y="connsiteY0"/>
                  </a:cxn>
                  <a:cxn ang="0">
                    <a:pos x="connsiteX1" y="connsiteY1"/>
                  </a:cxn>
                  <a:cxn ang="0">
                    <a:pos x="connsiteX2" y="connsiteY2"/>
                  </a:cxn>
                </a:cxnLst>
                <a:rect l="l" t="t" r="r" b="b"/>
                <a:pathLst>
                  <a:path w="7173" h="4131">
                    <a:moveTo>
                      <a:pt x="3276" y="286"/>
                    </a:moveTo>
                    <a:cubicBezTo>
                      <a:pt x="-1330" y="1418"/>
                      <a:pt x="-1039" y="5178"/>
                      <a:pt x="3899" y="3852"/>
                    </a:cubicBezTo>
                    <a:cubicBezTo>
                      <a:pt x="8477" y="2669"/>
                      <a:pt x="8242" y="-1051"/>
                      <a:pt x="3276" y="2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79" name="Freeform: Shape 378">
                <a:extLst>
                  <a:ext uri="{FF2B5EF4-FFF2-40B4-BE49-F238E27FC236}">
                    <a16:creationId xmlns:a16="http://schemas.microsoft.com/office/drawing/2014/main" id="{822B3FD2-9092-C54B-2A73-7AC7DB59559E}"/>
                  </a:ext>
                </a:extLst>
              </p:cNvPr>
              <p:cNvSpPr/>
              <p:nvPr/>
            </p:nvSpPr>
            <p:spPr>
              <a:xfrm>
                <a:off x="6420965" y="6248632"/>
                <a:ext cx="9272" cy="3737"/>
              </a:xfrm>
              <a:custGeom>
                <a:avLst/>
                <a:gdLst>
                  <a:gd name="connsiteX0" fmla="*/ 4243 w 9272"/>
                  <a:gd name="connsiteY0" fmla="*/ 58 h 3737"/>
                  <a:gd name="connsiteX1" fmla="*/ 9272 w 9272"/>
                  <a:gd name="connsiteY1" fmla="*/ 1452 h 3737"/>
                  <a:gd name="connsiteX2" fmla="*/ 4243 w 9272"/>
                  <a:gd name="connsiteY2" fmla="*/ 58 h 3737"/>
                </a:gdLst>
                <a:ahLst/>
                <a:cxnLst>
                  <a:cxn ang="0">
                    <a:pos x="connsiteX0" y="connsiteY0"/>
                  </a:cxn>
                  <a:cxn ang="0">
                    <a:pos x="connsiteX1" y="connsiteY1"/>
                  </a:cxn>
                  <a:cxn ang="0">
                    <a:pos x="connsiteX2" y="connsiteY2"/>
                  </a:cxn>
                </a:cxnLst>
                <a:rect l="l" t="t" r="r" b="b"/>
                <a:pathLst>
                  <a:path w="9272" h="3737">
                    <a:moveTo>
                      <a:pt x="4243" y="58"/>
                    </a:moveTo>
                    <a:cubicBezTo>
                      <a:pt x="-7427" y="2309"/>
                      <a:pt x="8604" y="6276"/>
                      <a:pt x="9272" y="1452"/>
                    </a:cubicBezTo>
                    <a:cubicBezTo>
                      <a:pt x="9032" y="429"/>
                      <a:pt x="6781" y="-200"/>
                      <a:pt x="4243" y="5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0" name="Freeform: Shape 379">
                <a:extLst>
                  <a:ext uri="{FF2B5EF4-FFF2-40B4-BE49-F238E27FC236}">
                    <a16:creationId xmlns:a16="http://schemas.microsoft.com/office/drawing/2014/main" id="{57D158F1-0F57-A88C-7532-EC602A36CFC5}"/>
                  </a:ext>
                </a:extLst>
              </p:cNvPr>
              <p:cNvSpPr/>
              <p:nvPr/>
            </p:nvSpPr>
            <p:spPr>
              <a:xfrm>
                <a:off x="6214018" y="5353095"/>
                <a:ext cx="7454" cy="5796"/>
              </a:xfrm>
              <a:custGeom>
                <a:avLst/>
                <a:gdLst>
                  <a:gd name="connsiteX0" fmla="*/ 3387 w 7454"/>
                  <a:gd name="connsiteY0" fmla="*/ 694 h 5796"/>
                  <a:gd name="connsiteX1" fmla="*/ 4067 w 7454"/>
                  <a:gd name="connsiteY1" fmla="*/ 5111 h 5796"/>
                  <a:gd name="connsiteX2" fmla="*/ 3387 w 7454"/>
                  <a:gd name="connsiteY2" fmla="*/ 694 h 5796"/>
                </a:gdLst>
                <a:ahLst/>
                <a:cxnLst>
                  <a:cxn ang="0">
                    <a:pos x="connsiteX0" y="connsiteY0"/>
                  </a:cxn>
                  <a:cxn ang="0">
                    <a:pos x="connsiteX1" y="connsiteY1"/>
                  </a:cxn>
                  <a:cxn ang="0">
                    <a:pos x="connsiteX2" y="connsiteY2"/>
                  </a:cxn>
                </a:cxnLst>
                <a:rect l="l" t="t" r="r" b="b"/>
                <a:pathLst>
                  <a:path w="7454" h="5796">
                    <a:moveTo>
                      <a:pt x="3387" y="694"/>
                    </a:moveTo>
                    <a:cubicBezTo>
                      <a:pt x="-962" y="2517"/>
                      <a:pt x="-1522" y="7632"/>
                      <a:pt x="4067" y="5111"/>
                    </a:cubicBezTo>
                    <a:cubicBezTo>
                      <a:pt x="8382" y="3231"/>
                      <a:pt x="9011" y="-1838"/>
                      <a:pt x="3387" y="6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1" name="Freeform: Shape 380">
                <a:extLst>
                  <a:ext uri="{FF2B5EF4-FFF2-40B4-BE49-F238E27FC236}">
                    <a16:creationId xmlns:a16="http://schemas.microsoft.com/office/drawing/2014/main" id="{B1D0E8D7-3FFF-9CD6-2CF5-33164272005B}"/>
                  </a:ext>
                </a:extLst>
              </p:cNvPr>
              <p:cNvSpPr/>
              <p:nvPr/>
            </p:nvSpPr>
            <p:spPr>
              <a:xfrm>
                <a:off x="6300336" y="5830376"/>
                <a:ext cx="8831" cy="10001"/>
              </a:xfrm>
              <a:custGeom>
                <a:avLst/>
                <a:gdLst>
                  <a:gd name="connsiteX0" fmla="*/ 4006 w 8831"/>
                  <a:gd name="connsiteY0" fmla="*/ 4222 h 10001"/>
                  <a:gd name="connsiteX1" fmla="*/ 17 w 8831"/>
                  <a:gd name="connsiteY1" fmla="*/ 9994 h 10001"/>
                  <a:gd name="connsiteX2" fmla="*/ 4006 w 8831"/>
                  <a:gd name="connsiteY2" fmla="*/ 4222 h 10001"/>
                </a:gdLst>
                <a:ahLst/>
                <a:cxnLst>
                  <a:cxn ang="0">
                    <a:pos x="connsiteX0" y="connsiteY0"/>
                  </a:cxn>
                  <a:cxn ang="0">
                    <a:pos x="connsiteX1" y="connsiteY1"/>
                  </a:cxn>
                  <a:cxn ang="0">
                    <a:pos x="connsiteX2" y="connsiteY2"/>
                  </a:cxn>
                </a:cxnLst>
                <a:rect l="l" t="t" r="r" b="b"/>
                <a:pathLst>
                  <a:path w="8831" h="10001">
                    <a:moveTo>
                      <a:pt x="4006" y="4222"/>
                    </a:moveTo>
                    <a:cubicBezTo>
                      <a:pt x="1588" y="6936"/>
                      <a:pt x="-194" y="9479"/>
                      <a:pt x="17" y="9994"/>
                    </a:cubicBezTo>
                    <a:cubicBezTo>
                      <a:pt x="2811" y="10422"/>
                      <a:pt x="15705" y="-8066"/>
                      <a:pt x="4006" y="4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2" name="Freeform: Shape 381">
                <a:extLst>
                  <a:ext uri="{FF2B5EF4-FFF2-40B4-BE49-F238E27FC236}">
                    <a16:creationId xmlns:a16="http://schemas.microsoft.com/office/drawing/2014/main" id="{25A65966-4B61-1D10-7884-7A81ADBE0C98}"/>
                  </a:ext>
                </a:extLst>
              </p:cNvPr>
              <p:cNvSpPr/>
              <p:nvPr/>
            </p:nvSpPr>
            <p:spPr>
              <a:xfrm>
                <a:off x="6369266" y="6043889"/>
                <a:ext cx="9026" cy="7694"/>
              </a:xfrm>
              <a:custGeom>
                <a:avLst/>
                <a:gdLst>
                  <a:gd name="connsiteX0" fmla="*/ 4067 w 9026"/>
                  <a:gd name="connsiteY0" fmla="*/ 2849 h 7694"/>
                  <a:gd name="connsiteX1" fmla="*/ 21 w 9026"/>
                  <a:gd name="connsiteY1" fmla="*/ 7599 h 7694"/>
                  <a:gd name="connsiteX2" fmla="*/ 4067 w 9026"/>
                  <a:gd name="connsiteY2" fmla="*/ 2849 h 7694"/>
                </a:gdLst>
                <a:ahLst/>
                <a:cxnLst>
                  <a:cxn ang="0">
                    <a:pos x="connsiteX0" y="connsiteY0"/>
                  </a:cxn>
                  <a:cxn ang="0">
                    <a:pos x="connsiteX1" y="connsiteY1"/>
                  </a:cxn>
                  <a:cxn ang="0">
                    <a:pos x="connsiteX2" y="connsiteY2"/>
                  </a:cxn>
                </a:cxnLst>
                <a:rect l="l" t="t" r="r" b="b"/>
                <a:pathLst>
                  <a:path w="9026" h="7694">
                    <a:moveTo>
                      <a:pt x="4067" y="2849"/>
                    </a:moveTo>
                    <a:cubicBezTo>
                      <a:pt x="1593" y="4890"/>
                      <a:pt x="-219" y="6987"/>
                      <a:pt x="21" y="7599"/>
                    </a:cubicBezTo>
                    <a:cubicBezTo>
                      <a:pt x="2919" y="9021"/>
                      <a:pt x="16052" y="-6100"/>
                      <a:pt x="4067" y="28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3" name="Freeform: Shape 382">
                <a:extLst>
                  <a:ext uri="{FF2B5EF4-FFF2-40B4-BE49-F238E27FC236}">
                    <a16:creationId xmlns:a16="http://schemas.microsoft.com/office/drawing/2014/main" id="{79DC6650-DB57-2312-0EB6-1608DBCA478E}"/>
                  </a:ext>
                </a:extLst>
              </p:cNvPr>
              <p:cNvSpPr/>
              <p:nvPr/>
            </p:nvSpPr>
            <p:spPr>
              <a:xfrm>
                <a:off x="6395527" y="6116901"/>
                <a:ext cx="9162" cy="7189"/>
              </a:xfrm>
              <a:custGeom>
                <a:avLst/>
                <a:gdLst>
                  <a:gd name="connsiteX0" fmla="*/ 4163 w 9162"/>
                  <a:gd name="connsiteY0" fmla="*/ 1715 h 7189"/>
                  <a:gd name="connsiteX1" fmla="*/ 20 w 9162"/>
                  <a:gd name="connsiteY1" fmla="*/ 6618 h 7189"/>
                  <a:gd name="connsiteX2" fmla="*/ 4163 w 9162"/>
                  <a:gd name="connsiteY2" fmla="*/ 1715 h 7189"/>
                </a:gdLst>
                <a:ahLst/>
                <a:cxnLst>
                  <a:cxn ang="0">
                    <a:pos x="connsiteX0" y="connsiteY0"/>
                  </a:cxn>
                  <a:cxn ang="0">
                    <a:pos x="connsiteX1" y="connsiteY1"/>
                  </a:cxn>
                  <a:cxn ang="0">
                    <a:pos x="connsiteX2" y="connsiteY2"/>
                  </a:cxn>
                </a:cxnLst>
                <a:rect l="l" t="t" r="r" b="b"/>
                <a:pathLst>
                  <a:path w="9162" h="7189">
                    <a:moveTo>
                      <a:pt x="4163" y="1715"/>
                    </a:moveTo>
                    <a:cubicBezTo>
                      <a:pt x="1643" y="3400"/>
                      <a:pt x="-214" y="5566"/>
                      <a:pt x="20" y="6618"/>
                    </a:cubicBezTo>
                    <a:cubicBezTo>
                      <a:pt x="3260" y="10259"/>
                      <a:pt x="16136" y="-4960"/>
                      <a:pt x="4163" y="17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4" name="Freeform: Shape 383">
                <a:extLst>
                  <a:ext uri="{FF2B5EF4-FFF2-40B4-BE49-F238E27FC236}">
                    <a16:creationId xmlns:a16="http://schemas.microsoft.com/office/drawing/2014/main" id="{6179C32A-D43C-FDDB-BCC2-990C36586122}"/>
                  </a:ext>
                </a:extLst>
              </p:cNvPr>
              <p:cNvSpPr/>
              <p:nvPr/>
            </p:nvSpPr>
            <p:spPr>
              <a:xfrm>
                <a:off x="6345067" y="5971227"/>
                <a:ext cx="8636" cy="8316"/>
              </a:xfrm>
              <a:custGeom>
                <a:avLst/>
                <a:gdLst>
                  <a:gd name="connsiteX0" fmla="*/ 3937 w 8636"/>
                  <a:gd name="connsiteY0" fmla="*/ 2947 h 8316"/>
                  <a:gd name="connsiteX1" fmla="*/ 4697 w 8636"/>
                  <a:gd name="connsiteY1" fmla="*/ 5445 h 8316"/>
                  <a:gd name="connsiteX2" fmla="*/ 3937 w 8636"/>
                  <a:gd name="connsiteY2" fmla="*/ 2947 h 8316"/>
                </a:gdLst>
                <a:ahLst/>
                <a:cxnLst>
                  <a:cxn ang="0">
                    <a:pos x="connsiteX0" y="connsiteY0"/>
                  </a:cxn>
                  <a:cxn ang="0">
                    <a:pos x="connsiteX1" y="connsiteY1"/>
                  </a:cxn>
                  <a:cxn ang="0">
                    <a:pos x="connsiteX2" y="connsiteY2"/>
                  </a:cxn>
                </a:cxnLst>
                <a:rect l="l" t="t" r="r" b="b"/>
                <a:pathLst>
                  <a:path w="8636" h="8316">
                    <a:moveTo>
                      <a:pt x="3937" y="2947"/>
                    </a:moveTo>
                    <a:cubicBezTo>
                      <a:pt x="-1224" y="7445"/>
                      <a:pt x="-1652" y="11074"/>
                      <a:pt x="4697" y="5445"/>
                    </a:cubicBezTo>
                    <a:cubicBezTo>
                      <a:pt x="9841" y="907"/>
                      <a:pt x="10309" y="-2830"/>
                      <a:pt x="3937" y="2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5" name="Freeform: Shape 384">
                <a:extLst>
                  <a:ext uri="{FF2B5EF4-FFF2-40B4-BE49-F238E27FC236}">
                    <a16:creationId xmlns:a16="http://schemas.microsoft.com/office/drawing/2014/main" id="{30FD5155-937B-1DDE-BE6A-5CFE3D5DFDE9}"/>
                  </a:ext>
                </a:extLst>
              </p:cNvPr>
              <p:cNvSpPr/>
              <p:nvPr/>
            </p:nvSpPr>
            <p:spPr>
              <a:xfrm>
                <a:off x="6322637" y="5895726"/>
                <a:ext cx="8894" cy="9448"/>
              </a:xfrm>
              <a:custGeom>
                <a:avLst/>
                <a:gdLst>
                  <a:gd name="connsiteX0" fmla="*/ 4067 w 8894"/>
                  <a:gd name="connsiteY0" fmla="*/ 3685 h 9448"/>
                  <a:gd name="connsiteX1" fmla="*/ 15 w 8894"/>
                  <a:gd name="connsiteY1" fmla="*/ 9400 h 9448"/>
                  <a:gd name="connsiteX2" fmla="*/ 4067 w 8894"/>
                  <a:gd name="connsiteY2" fmla="*/ 3685 h 9448"/>
                </a:gdLst>
                <a:ahLst/>
                <a:cxnLst>
                  <a:cxn ang="0">
                    <a:pos x="connsiteX0" y="connsiteY0"/>
                  </a:cxn>
                  <a:cxn ang="0">
                    <a:pos x="connsiteX1" y="connsiteY1"/>
                  </a:cxn>
                  <a:cxn ang="0">
                    <a:pos x="connsiteX2" y="connsiteY2"/>
                  </a:cxn>
                </a:cxnLst>
                <a:rect l="l" t="t" r="r" b="b"/>
                <a:pathLst>
                  <a:path w="8894" h="9448">
                    <a:moveTo>
                      <a:pt x="4067" y="3685"/>
                    </a:moveTo>
                    <a:cubicBezTo>
                      <a:pt x="1627" y="6223"/>
                      <a:pt x="-185" y="8749"/>
                      <a:pt x="15" y="9400"/>
                    </a:cubicBezTo>
                    <a:cubicBezTo>
                      <a:pt x="2930" y="10497"/>
                      <a:pt x="15748" y="-7517"/>
                      <a:pt x="4067" y="36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6" name="Freeform: Shape 385">
                <a:extLst>
                  <a:ext uri="{FF2B5EF4-FFF2-40B4-BE49-F238E27FC236}">
                    <a16:creationId xmlns:a16="http://schemas.microsoft.com/office/drawing/2014/main" id="{6F37C6C8-FDFF-9D58-7CEC-A61A2187FFA5}"/>
                  </a:ext>
                </a:extLst>
              </p:cNvPr>
              <p:cNvSpPr/>
              <p:nvPr/>
            </p:nvSpPr>
            <p:spPr>
              <a:xfrm>
                <a:off x="6909270" y="7526460"/>
                <a:ext cx="12954" cy="5100"/>
              </a:xfrm>
              <a:custGeom>
                <a:avLst/>
                <a:gdLst>
                  <a:gd name="connsiteX0" fmla="*/ 5411 w 12954"/>
                  <a:gd name="connsiteY0" fmla="*/ 0 h 5100"/>
                  <a:gd name="connsiteX1" fmla="*/ 12955 w 12954"/>
                  <a:gd name="connsiteY1" fmla="*/ 2440 h 5100"/>
                  <a:gd name="connsiteX2" fmla="*/ 5411 w 12954"/>
                  <a:gd name="connsiteY2" fmla="*/ 0 h 5100"/>
                </a:gdLst>
                <a:ahLst/>
                <a:cxnLst>
                  <a:cxn ang="0">
                    <a:pos x="connsiteX0" y="connsiteY0"/>
                  </a:cxn>
                  <a:cxn ang="0">
                    <a:pos x="connsiteX1" y="connsiteY1"/>
                  </a:cxn>
                  <a:cxn ang="0">
                    <a:pos x="connsiteX2" y="connsiteY2"/>
                  </a:cxn>
                </a:cxnLst>
                <a:rect l="l" t="t" r="r" b="b"/>
                <a:pathLst>
                  <a:path w="12954" h="5100">
                    <a:moveTo>
                      <a:pt x="5411" y="0"/>
                    </a:moveTo>
                    <a:cubicBezTo>
                      <a:pt x="-9585" y="1012"/>
                      <a:pt x="11155" y="9224"/>
                      <a:pt x="12955" y="2440"/>
                    </a:cubicBezTo>
                    <a:cubicBezTo>
                      <a:pt x="11795" y="497"/>
                      <a:pt x="7897" y="52"/>
                      <a:pt x="541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7" name="Freeform: Shape 386">
                <a:extLst>
                  <a:ext uri="{FF2B5EF4-FFF2-40B4-BE49-F238E27FC236}">
                    <a16:creationId xmlns:a16="http://schemas.microsoft.com/office/drawing/2014/main" id="{A9CADEC2-5895-6E21-EDF3-AFEFD25D556A}"/>
                  </a:ext>
                </a:extLst>
              </p:cNvPr>
              <p:cNvSpPr/>
              <p:nvPr/>
            </p:nvSpPr>
            <p:spPr>
              <a:xfrm>
                <a:off x="5981564" y="5172274"/>
                <a:ext cx="6361" cy="3250"/>
              </a:xfrm>
              <a:custGeom>
                <a:avLst/>
                <a:gdLst>
                  <a:gd name="connsiteX0" fmla="*/ 2961 w 6361"/>
                  <a:gd name="connsiteY0" fmla="*/ 669 h 3250"/>
                  <a:gd name="connsiteX1" fmla="*/ 3401 w 6361"/>
                  <a:gd name="connsiteY1" fmla="*/ 2561 h 3250"/>
                  <a:gd name="connsiteX2" fmla="*/ 2961 w 6361"/>
                  <a:gd name="connsiteY2" fmla="*/ 669 h 3250"/>
                </a:gdLst>
                <a:ahLst/>
                <a:cxnLst>
                  <a:cxn ang="0">
                    <a:pos x="connsiteX0" y="connsiteY0"/>
                  </a:cxn>
                  <a:cxn ang="0">
                    <a:pos x="connsiteX1" y="connsiteY1"/>
                  </a:cxn>
                  <a:cxn ang="0">
                    <a:pos x="connsiteX2" y="connsiteY2"/>
                  </a:cxn>
                </a:cxnLst>
                <a:rect l="l" t="t" r="r" b="b"/>
                <a:pathLst>
                  <a:path w="6361" h="3250">
                    <a:moveTo>
                      <a:pt x="2961" y="669"/>
                    </a:moveTo>
                    <a:cubicBezTo>
                      <a:pt x="-1160" y="1932"/>
                      <a:pt x="-948" y="4475"/>
                      <a:pt x="3401" y="2561"/>
                    </a:cubicBezTo>
                    <a:cubicBezTo>
                      <a:pt x="7533" y="1309"/>
                      <a:pt x="7298" y="-1200"/>
                      <a:pt x="2961" y="6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8" name="Freeform: Shape 387">
                <a:extLst>
                  <a:ext uri="{FF2B5EF4-FFF2-40B4-BE49-F238E27FC236}">
                    <a16:creationId xmlns:a16="http://schemas.microsoft.com/office/drawing/2014/main" id="{7EF8AB93-56F0-1B3D-7DDF-E7D113820FE5}"/>
                  </a:ext>
                </a:extLst>
              </p:cNvPr>
              <p:cNvSpPr/>
              <p:nvPr/>
            </p:nvSpPr>
            <p:spPr>
              <a:xfrm>
                <a:off x="6358136" y="6880127"/>
                <a:ext cx="10889" cy="3619"/>
              </a:xfrm>
              <a:custGeom>
                <a:avLst/>
                <a:gdLst>
                  <a:gd name="connsiteX0" fmla="*/ 4904 w 10889"/>
                  <a:gd name="connsiteY0" fmla="*/ 7 h 3619"/>
                  <a:gd name="connsiteX1" fmla="*/ 5984 w 10889"/>
                  <a:gd name="connsiteY1" fmla="*/ 3613 h 3619"/>
                  <a:gd name="connsiteX2" fmla="*/ 4904 w 10889"/>
                  <a:gd name="connsiteY2" fmla="*/ 7 h 3619"/>
                </a:gdLst>
                <a:ahLst/>
                <a:cxnLst>
                  <a:cxn ang="0">
                    <a:pos x="connsiteX0" y="connsiteY0"/>
                  </a:cxn>
                  <a:cxn ang="0">
                    <a:pos x="connsiteX1" y="connsiteY1"/>
                  </a:cxn>
                  <a:cxn ang="0">
                    <a:pos x="connsiteX2" y="connsiteY2"/>
                  </a:cxn>
                </a:cxnLst>
                <a:rect l="l" t="t" r="r" b="b"/>
                <a:pathLst>
                  <a:path w="10889" h="3619">
                    <a:moveTo>
                      <a:pt x="4904" y="7"/>
                    </a:moveTo>
                    <a:cubicBezTo>
                      <a:pt x="-2954" y="120"/>
                      <a:pt x="-456" y="3801"/>
                      <a:pt x="5984" y="3613"/>
                    </a:cubicBezTo>
                    <a:cubicBezTo>
                      <a:pt x="13848" y="3504"/>
                      <a:pt x="11339" y="-177"/>
                      <a:pt x="490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89" name="Freeform: Shape 388">
                <a:extLst>
                  <a:ext uri="{FF2B5EF4-FFF2-40B4-BE49-F238E27FC236}">
                    <a16:creationId xmlns:a16="http://schemas.microsoft.com/office/drawing/2014/main" id="{E6927D0A-216F-5C7D-0F67-B96CF42F1032}"/>
                  </a:ext>
                </a:extLst>
              </p:cNvPr>
              <p:cNvSpPr/>
              <p:nvPr/>
            </p:nvSpPr>
            <p:spPr>
              <a:xfrm>
                <a:off x="6296504" y="6672941"/>
                <a:ext cx="10592" cy="3171"/>
              </a:xfrm>
              <a:custGeom>
                <a:avLst/>
                <a:gdLst>
                  <a:gd name="connsiteX0" fmla="*/ 4872 w 10592"/>
                  <a:gd name="connsiteY0" fmla="*/ 2 h 3171"/>
                  <a:gd name="connsiteX1" fmla="*/ 10592 w 10592"/>
                  <a:gd name="connsiteY1" fmla="*/ 1504 h 3171"/>
                  <a:gd name="connsiteX2" fmla="*/ 4872 w 10592"/>
                  <a:gd name="connsiteY2" fmla="*/ 2 h 3171"/>
                </a:gdLst>
                <a:ahLst/>
                <a:cxnLst>
                  <a:cxn ang="0">
                    <a:pos x="connsiteX0" y="connsiteY0"/>
                  </a:cxn>
                  <a:cxn ang="0">
                    <a:pos x="connsiteX1" y="connsiteY1"/>
                  </a:cxn>
                  <a:cxn ang="0">
                    <a:pos x="connsiteX2" y="connsiteY2"/>
                  </a:cxn>
                </a:cxnLst>
                <a:rect l="l" t="t" r="r" b="b"/>
                <a:pathLst>
                  <a:path w="10592" h="3171">
                    <a:moveTo>
                      <a:pt x="4872" y="2"/>
                    </a:moveTo>
                    <a:cubicBezTo>
                      <a:pt x="-8433" y="1179"/>
                      <a:pt x="9627" y="5516"/>
                      <a:pt x="10592" y="1504"/>
                    </a:cubicBezTo>
                    <a:cubicBezTo>
                      <a:pt x="10329" y="636"/>
                      <a:pt x="7769" y="-38"/>
                      <a:pt x="4872"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0" name="Freeform: Shape 389">
                <a:extLst>
                  <a:ext uri="{FF2B5EF4-FFF2-40B4-BE49-F238E27FC236}">
                    <a16:creationId xmlns:a16="http://schemas.microsoft.com/office/drawing/2014/main" id="{B780DA4B-0CCD-5B26-606B-E8741AC91E70}"/>
                  </a:ext>
                </a:extLst>
              </p:cNvPr>
              <p:cNvSpPr/>
              <p:nvPr/>
            </p:nvSpPr>
            <p:spPr>
              <a:xfrm>
                <a:off x="6217207" y="6419091"/>
                <a:ext cx="9401" cy="3340"/>
              </a:xfrm>
              <a:custGeom>
                <a:avLst/>
                <a:gdLst>
                  <a:gd name="connsiteX0" fmla="*/ 4296 w 9401"/>
                  <a:gd name="connsiteY0" fmla="*/ 363 h 3340"/>
                  <a:gd name="connsiteX1" fmla="*/ 5107 w 9401"/>
                  <a:gd name="connsiteY1" fmla="*/ 2968 h 3340"/>
                  <a:gd name="connsiteX2" fmla="*/ 4296 w 9401"/>
                  <a:gd name="connsiteY2" fmla="*/ 363 h 3340"/>
                </a:gdLst>
                <a:ahLst/>
                <a:cxnLst>
                  <a:cxn ang="0">
                    <a:pos x="connsiteX0" y="connsiteY0"/>
                  </a:cxn>
                  <a:cxn ang="0">
                    <a:pos x="connsiteX1" y="connsiteY1"/>
                  </a:cxn>
                  <a:cxn ang="0">
                    <a:pos x="connsiteX2" y="connsiteY2"/>
                  </a:cxn>
                </a:cxnLst>
                <a:rect l="l" t="t" r="r" b="b"/>
                <a:pathLst>
                  <a:path w="9401" h="3340">
                    <a:moveTo>
                      <a:pt x="4296" y="363"/>
                    </a:moveTo>
                    <a:cubicBezTo>
                      <a:pt x="-2111" y="1706"/>
                      <a:pt x="-945" y="4306"/>
                      <a:pt x="5107" y="2968"/>
                    </a:cubicBezTo>
                    <a:cubicBezTo>
                      <a:pt x="11531" y="1654"/>
                      <a:pt x="10325" y="-958"/>
                      <a:pt x="429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1" name="Freeform: Shape 390">
                <a:extLst>
                  <a:ext uri="{FF2B5EF4-FFF2-40B4-BE49-F238E27FC236}">
                    <a16:creationId xmlns:a16="http://schemas.microsoft.com/office/drawing/2014/main" id="{FC729234-D598-2370-1104-E48180589724}"/>
                  </a:ext>
                </a:extLst>
              </p:cNvPr>
              <p:cNvSpPr/>
              <p:nvPr/>
            </p:nvSpPr>
            <p:spPr>
              <a:xfrm>
                <a:off x="6242022" y="6499016"/>
                <a:ext cx="10004" cy="2952"/>
              </a:xfrm>
              <a:custGeom>
                <a:avLst/>
                <a:gdLst>
                  <a:gd name="connsiteX0" fmla="*/ 4627 w 10004"/>
                  <a:gd name="connsiteY0" fmla="*/ 167 h 2952"/>
                  <a:gd name="connsiteX1" fmla="*/ 10005 w 10004"/>
                  <a:gd name="connsiteY1" fmla="*/ 825 h 2952"/>
                  <a:gd name="connsiteX2" fmla="*/ 4627 w 10004"/>
                  <a:gd name="connsiteY2" fmla="*/ 167 h 2952"/>
                </a:gdLst>
                <a:ahLst/>
                <a:cxnLst>
                  <a:cxn ang="0">
                    <a:pos x="connsiteX0" y="connsiteY0"/>
                  </a:cxn>
                  <a:cxn ang="0">
                    <a:pos x="connsiteX1" y="connsiteY1"/>
                  </a:cxn>
                  <a:cxn ang="0">
                    <a:pos x="connsiteX2" y="connsiteY2"/>
                  </a:cxn>
                </a:cxnLst>
                <a:rect l="l" t="t" r="r" b="b"/>
                <a:pathLst>
                  <a:path w="10004" h="2952">
                    <a:moveTo>
                      <a:pt x="4627" y="167"/>
                    </a:moveTo>
                    <a:cubicBezTo>
                      <a:pt x="-8038" y="2905"/>
                      <a:pt x="9227" y="4454"/>
                      <a:pt x="10005" y="825"/>
                    </a:cubicBezTo>
                    <a:cubicBezTo>
                      <a:pt x="9770" y="82"/>
                      <a:pt x="7364" y="-216"/>
                      <a:pt x="4627"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2" name="Freeform: Shape 391">
                <a:extLst>
                  <a:ext uri="{FF2B5EF4-FFF2-40B4-BE49-F238E27FC236}">
                    <a16:creationId xmlns:a16="http://schemas.microsoft.com/office/drawing/2014/main" id="{BD200D52-5F72-9066-5586-74E989896F23}"/>
                  </a:ext>
                </a:extLst>
              </p:cNvPr>
              <p:cNvSpPr/>
              <p:nvPr/>
            </p:nvSpPr>
            <p:spPr>
              <a:xfrm>
                <a:off x="6268692" y="6582613"/>
                <a:ext cx="9956" cy="2991"/>
              </a:xfrm>
              <a:custGeom>
                <a:avLst/>
                <a:gdLst>
                  <a:gd name="connsiteX0" fmla="*/ 4526 w 9956"/>
                  <a:gd name="connsiteY0" fmla="*/ 66 h 2991"/>
                  <a:gd name="connsiteX1" fmla="*/ 5429 w 9956"/>
                  <a:gd name="connsiteY1" fmla="*/ 2924 h 2991"/>
                  <a:gd name="connsiteX2" fmla="*/ 4526 w 9956"/>
                  <a:gd name="connsiteY2" fmla="*/ 66 h 2991"/>
                </a:gdLst>
                <a:ahLst/>
                <a:cxnLst>
                  <a:cxn ang="0">
                    <a:pos x="connsiteX0" y="connsiteY0"/>
                  </a:cxn>
                  <a:cxn ang="0">
                    <a:pos x="connsiteX1" y="connsiteY1"/>
                  </a:cxn>
                  <a:cxn ang="0">
                    <a:pos x="connsiteX2" y="connsiteY2"/>
                  </a:cxn>
                </a:cxnLst>
                <a:rect l="l" t="t" r="r" b="b"/>
                <a:pathLst>
                  <a:path w="9956" h="2991">
                    <a:moveTo>
                      <a:pt x="4526" y="66"/>
                    </a:moveTo>
                    <a:cubicBezTo>
                      <a:pt x="-2526" y="615"/>
                      <a:pt x="-646" y="3461"/>
                      <a:pt x="5429" y="2924"/>
                    </a:cubicBezTo>
                    <a:cubicBezTo>
                      <a:pt x="12498" y="2410"/>
                      <a:pt x="10584" y="-471"/>
                      <a:pt x="4526" y="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3" name="Freeform: Shape 392">
                <a:extLst>
                  <a:ext uri="{FF2B5EF4-FFF2-40B4-BE49-F238E27FC236}">
                    <a16:creationId xmlns:a16="http://schemas.microsoft.com/office/drawing/2014/main" id="{5F9CCCC5-4365-235B-6DD6-36AEF5FD354F}"/>
                  </a:ext>
                </a:extLst>
              </p:cNvPr>
              <p:cNvSpPr/>
              <p:nvPr/>
            </p:nvSpPr>
            <p:spPr>
              <a:xfrm>
                <a:off x="6326514" y="6772956"/>
                <a:ext cx="10567" cy="3512"/>
              </a:xfrm>
              <a:custGeom>
                <a:avLst/>
                <a:gdLst>
                  <a:gd name="connsiteX0" fmla="*/ 4774 w 10567"/>
                  <a:gd name="connsiteY0" fmla="*/ 5 h 3512"/>
                  <a:gd name="connsiteX1" fmla="*/ 5791 w 10567"/>
                  <a:gd name="connsiteY1" fmla="*/ 3508 h 3512"/>
                  <a:gd name="connsiteX2" fmla="*/ 4774 w 10567"/>
                  <a:gd name="connsiteY2" fmla="*/ 5 h 3512"/>
                </a:gdLst>
                <a:ahLst/>
                <a:cxnLst>
                  <a:cxn ang="0">
                    <a:pos x="connsiteX0" y="connsiteY0"/>
                  </a:cxn>
                  <a:cxn ang="0">
                    <a:pos x="connsiteX1" y="connsiteY1"/>
                  </a:cxn>
                  <a:cxn ang="0">
                    <a:pos x="connsiteX2" y="connsiteY2"/>
                  </a:cxn>
                </a:cxnLst>
                <a:rect l="l" t="t" r="r" b="b"/>
                <a:pathLst>
                  <a:path w="10567" h="3512">
                    <a:moveTo>
                      <a:pt x="4774" y="5"/>
                    </a:moveTo>
                    <a:cubicBezTo>
                      <a:pt x="-2850" y="73"/>
                      <a:pt x="-467" y="3657"/>
                      <a:pt x="5791" y="3508"/>
                    </a:cubicBezTo>
                    <a:cubicBezTo>
                      <a:pt x="13426" y="3433"/>
                      <a:pt x="11026" y="-144"/>
                      <a:pt x="4774"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4" name="Freeform: Shape 393">
                <a:extLst>
                  <a:ext uri="{FF2B5EF4-FFF2-40B4-BE49-F238E27FC236}">
                    <a16:creationId xmlns:a16="http://schemas.microsoft.com/office/drawing/2014/main" id="{3F40A0D2-1085-0353-883D-E42DD53B56A7}"/>
                  </a:ext>
                </a:extLst>
              </p:cNvPr>
              <p:cNvSpPr/>
              <p:nvPr/>
            </p:nvSpPr>
            <p:spPr>
              <a:xfrm>
                <a:off x="6391619" y="6992787"/>
                <a:ext cx="11241" cy="3854"/>
              </a:xfrm>
              <a:custGeom>
                <a:avLst/>
                <a:gdLst>
                  <a:gd name="connsiteX0" fmla="*/ 5048 w 11241"/>
                  <a:gd name="connsiteY0" fmla="*/ 7 h 3854"/>
                  <a:gd name="connsiteX1" fmla="*/ 6197 w 11241"/>
                  <a:gd name="connsiteY1" fmla="*/ 3847 h 3854"/>
                  <a:gd name="connsiteX2" fmla="*/ 5048 w 11241"/>
                  <a:gd name="connsiteY2" fmla="*/ 7 h 3854"/>
                </a:gdLst>
                <a:ahLst/>
                <a:cxnLst>
                  <a:cxn ang="0">
                    <a:pos x="connsiteX0" y="connsiteY0"/>
                  </a:cxn>
                  <a:cxn ang="0">
                    <a:pos x="connsiteX1" y="connsiteY1"/>
                  </a:cxn>
                  <a:cxn ang="0">
                    <a:pos x="connsiteX2" y="connsiteY2"/>
                  </a:cxn>
                </a:cxnLst>
                <a:rect l="l" t="t" r="r" b="b"/>
                <a:pathLst>
                  <a:path w="11241" h="3854">
                    <a:moveTo>
                      <a:pt x="5048" y="7"/>
                    </a:moveTo>
                    <a:cubicBezTo>
                      <a:pt x="-3073" y="127"/>
                      <a:pt x="-438" y="4041"/>
                      <a:pt x="6197" y="3847"/>
                    </a:cubicBezTo>
                    <a:cubicBezTo>
                      <a:pt x="14318" y="3727"/>
                      <a:pt x="11672" y="-188"/>
                      <a:pt x="5048"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5" name="Freeform: Shape 394">
                <a:extLst>
                  <a:ext uri="{FF2B5EF4-FFF2-40B4-BE49-F238E27FC236}">
                    <a16:creationId xmlns:a16="http://schemas.microsoft.com/office/drawing/2014/main" id="{66E94BEB-4EB4-A2B5-3F40-7C6B4B526A4F}"/>
                  </a:ext>
                </a:extLst>
              </p:cNvPr>
              <p:cNvSpPr/>
              <p:nvPr/>
            </p:nvSpPr>
            <p:spPr>
              <a:xfrm>
                <a:off x="5994961" y="5259552"/>
                <a:ext cx="7119" cy="4635"/>
              </a:xfrm>
              <a:custGeom>
                <a:avLst/>
                <a:gdLst>
                  <a:gd name="connsiteX0" fmla="*/ 3325 w 7119"/>
                  <a:gd name="connsiteY0" fmla="*/ 419 h 4635"/>
                  <a:gd name="connsiteX1" fmla="*/ 3794 w 7119"/>
                  <a:gd name="connsiteY1" fmla="*/ 4209 h 4635"/>
                  <a:gd name="connsiteX2" fmla="*/ 3325 w 7119"/>
                  <a:gd name="connsiteY2" fmla="*/ 419 h 4635"/>
                </a:gdLst>
                <a:ahLst/>
                <a:cxnLst>
                  <a:cxn ang="0">
                    <a:pos x="connsiteX0" y="connsiteY0"/>
                  </a:cxn>
                  <a:cxn ang="0">
                    <a:pos x="connsiteX1" y="connsiteY1"/>
                  </a:cxn>
                  <a:cxn ang="0">
                    <a:pos x="connsiteX2" y="connsiteY2"/>
                  </a:cxn>
                </a:cxnLst>
                <a:rect l="l" t="t" r="r" b="b"/>
                <a:pathLst>
                  <a:path w="7119" h="4635">
                    <a:moveTo>
                      <a:pt x="3325" y="419"/>
                    </a:moveTo>
                    <a:cubicBezTo>
                      <a:pt x="-972" y="1808"/>
                      <a:pt x="-1401" y="5969"/>
                      <a:pt x="3794" y="4209"/>
                    </a:cubicBezTo>
                    <a:cubicBezTo>
                      <a:pt x="8114" y="2843"/>
                      <a:pt x="8497" y="-1324"/>
                      <a:pt x="3325" y="4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6" name="Freeform: Shape 395">
                <a:extLst>
                  <a:ext uri="{FF2B5EF4-FFF2-40B4-BE49-F238E27FC236}">
                    <a16:creationId xmlns:a16="http://schemas.microsoft.com/office/drawing/2014/main" id="{A8337C3A-A57C-F1A3-634B-2638A39CB885}"/>
                  </a:ext>
                </a:extLst>
              </p:cNvPr>
              <p:cNvSpPr/>
              <p:nvPr/>
            </p:nvSpPr>
            <p:spPr>
              <a:xfrm>
                <a:off x="6506205" y="7378730"/>
                <a:ext cx="12466" cy="4721"/>
              </a:xfrm>
              <a:custGeom>
                <a:avLst/>
                <a:gdLst>
                  <a:gd name="connsiteX0" fmla="*/ 5529 w 12466"/>
                  <a:gd name="connsiteY0" fmla="*/ 9 h 4721"/>
                  <a:gd name="connsiteX1" fmla="*/ 6934 w 12466"/>
                  <a:gd name="connsiteY1" fmla="*/ 4713 h 4721"/>
                  <a:gd name="connsiteX2" fmla="*/ 5529 w 12466"/>
                  <a:gd name="connsiteY2" fmla="*/ 9 h 4721"/>
                </a:gdLst>
                <a:ahLst/>
                <a:cxnLst>
                  <a:cxn ang="0">
                    <a:pos x="connsiteX0" y="connsiteY0"/>
                  </a:cxn>
                  <a:cxn ang="0">
                    <a:pos x="connsiteX1" y="connsiteY1"/>
                  </a:cxn>
                  <a:cxn ang="0">
                    <a:pos x="connsiteX2" y="connsiteY2"/>
                  </a:cxn>
                </a:cxnLst>
                <a:rect l="l" t="t" r="r" b="b"/>
                <a:pathLst>
                  <a:path w="12466" h="4721">
                    <a:moveTo>
                      <a:pt x="5529" y="9"/>
                    </a:moveTo>
                    <a:cubicBezTo>
                      <a:pt x="-3501" y="175"/>
                      <a:pt x="-341" y="4958"/>
                      <a:pt x="6934" y="4713"/>
                    </a:cubicBezTo>
                    <a:cubicBezTo>
                      <a:pt x="15976" y="4547"/>
                      <a:pt x="12798" y="-237"/>
                      <a:pt x="5529"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7" name="Freeform: Shape 396">
                <a:extLst>
                  <a:ext uri="{FF2B5EF4-FFF2-40B4-BE49-F238E27FC236}">
                    <a16:creationId xmlns:a16="http://schemas.microsoft.com/office/drawing/2014/main" id="{5E9D2F99-4BD1-6531-0879-5CA74EB72A54}"/>
                  </a:ext>
                </a:extLst>
              </p:cNvPr>
              <p:cNvSpPr/>
              <p:nvPr/>
            </p:nvSpPr>
            <p:spPr>
              <a:xfrm>
                <a:off x="6427248" y="7112886"/>
                <a:ext cx="11624" cy="4118"/>
              </a:xfrm>
              <a:custGeom>
                <a:avLst/>
                <a:gdLst>
                  <a:gd name="connsiteX0" fmla="*/ 5201 w 11624"/>
                  <a:gd name="connsiteY0" fmla="*/ 8 h 4118"/>
                  <a:gd name="connsiteX1" fmla="*/ 6425 w 11624"/>
                  <a:gd name="connsiteY1" fmla="*/ 4111 h 4118"/>
                  <a:gd name="connsiteX2" fmla="*/ 5201 w 11624"/>
                  <a:gd name="connsiteY2" fmla="*/ 8 h 4118"/>
                </a:gdLst>
                <a:ahLst/>
                <a:cxnLst>
                  <a:cxn ang="0">
                    <a:pos x="connsiteX0" y="connsiteY0"/>
                  </a:cxn>
                  <a:cxn ang="0">
                    <a:pos x="connsiteX1" y="connsiteY1"/>
                  </a:cxn>
                  <a:cxn ang="0">
                    <a:pos x="connsiteX2" y="connsiteY2"/>
                  </a:cxn>
                </a:cxnLst>
                <a:rect l="l" t="t" r="r" b="b"/>
                <a:pathLst>
                  <a:path w="11624" h="4118">
                    <a:moveTo>
                      <a:pt x="5201" y="8"/>
                    </a:moveTo>
                    <a:cubicBezTo>
                      <a:pt x="-3205" y="140"/>
                      <a:pt x="-411" y="4323"/>
                      <a:pt x="6425" y="4111"/>
                    </a:cubicBezTo>
                    <a:cubicBezTo>
                      <a:pt x="14831" y="3980"/>
                      <a:pt x="12031" y="-204"/>
                      <a:pt x="520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8" name="Freeform: Shape 397">
                <a:extLst>
                  <a:ext uri="{FF2B5EF4-FFF2-40B4-BE49-F238E27FC236}">
                    <a16:creationId xmlns:a16="http://schemas.microsoft.com/office/drawing/2014/main" id="{6A1FFD7A-2E23-C97C-D62C-FA4A72099476}"/>
                  </a:ext>
                </a:extLst>
              </p:cNvPr>
              <p:cNvSpPr/>
              <p:nvPr/>
            </p:nvSpPr>
            <p:spPr>
              <a:xfrm>
                <a:off x="6465344" y="7241256"/>
                <a:ext cx="12028" cy="4405"/>
              </a:xfrm>
              <a:custGeom>
                <a:avLst/>
                <a:gdLst>
                  <a:gd name="connsiteX0" fmla="*/ 5361 w 12028"/>
                  <a:gd name="connsiteY0" fmla="*/ 8 h 4405"/>
                  <a:gd name="connsiteX1" fmla="*/ 6670 w 12028"/>
                  <a:gd name="connsiteY1" fmla="*/ 4398 h 4405"/>
                  <a:gd name="connsiteX2" fmla="*/ 5361 w 12028"/>
                  <a:gd name="connsiteY2" fmla="*/ 8 h 4405"/>
                </a:gdLst>
                <a:ahLst/>
                <a:cxnLst>
                  <a:cxn ang="0">
                    <a:pos x="connsiteX0" y="connsiteY0"/>
                  </a:cxn>
                  <a:cxn ang="0">
                    <a:pos x="connsiteX1" y="connsiteY1"/>
                  </a:cxn>
                  <a:cxn ang="0">
                    <a:pos x="connsiteX2" y="connsiteY2"/>
                  </a:cxn>
                </a:cxnLst>
                <a:rect l="l" t="t" r="r" b="b"/>
                <a:pathLst>
                  <a:path w="12028" h="4405">
                    <a:moveTo>
                      <a:pt x="5361" y="8"/>
                    </a:moveTo>
                    <a:cubicBezTo>
                      <a:pt x="-3349" y="157"/>
                      <a:pt x="-377" y="4620"/>
                      <a:pt x="6670" y="4398"/>
                    </a:cubicBezTo>
                    <a:cubicBezTo>
                      <a:pt x="15379" y="4249"/>
                      <a:pt x="12402" y="-214"/>
                      <a:pt x="5361"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399" name="Freeform: Shape 398">
                <a:extLst>
                  <a:ext uri="{FF2B5EF4-FFF2-40B4-BE49-F238E27FC236}">
                    <a16:creationId xmlns:a16="http://schemas.microsoft.com/office/drawing/2014/main" id="{0E342D5B-24DD-62CE-69BF-E78D51BC5397}"/>
                  </a:ext>
                </a:extLst>
              </p:cNvPr>
              <p:cNvSpPr/>
              <p:nvPr/>
            </p:nvSpPr>
            <p:spPr>
              <a:xfrm>
                <a:off x="6024648" y="5548512"/>
                <a:ext cx="7367" cy="5286"/>
              </a:xfrm>
              <a:custGeom>
                <a:avLst/>
                <a:gdLst>
                  <a:gd name="connsiteX0" fmla="*/ 3425 w 7367"/>
                  <a:gd name="connsiteY0" fmla="*/ 21 h 5286"/>
                  <a:gd name="connsiteX1" fmla="*/ 3940 w 7367"/>
                  <a:gd name="connsiteY1" fmla="*/ 5268 h 5286"/>
                  <a:gd name="connsiteX2" fmla="*/ 3425 w 7367"/>
                  <a:gd name="connsiteY2" fmla="*/ 21 h 5286"/>
                </a:gdLst>
                <a:ahLst/>
                <a:cxnLst>
                  <a:cxn ang="0">
                    <a:pos x="connsiteX0" y="connsiteY0"/>
                  </a:cxn>
                  <a:cxn ang="0">
                    <a:pos x="connsiteX1" y="connsiteY1"/>
                  </a:cxn>
                  <a:cxn ang="0">
                    <a:pos x="connsiteX2" y="connsiteY2"/>
                  </a:cxn>
                </a:cxnLst>
                <a:rect l="l" t="t" r="r" b="b"/>
                <a:pathLst>
                  <a:path w="7367" h="5286">
                    <a:moveTo>
                      <a:pt x="3425" y="21"/>
                    </a:moveTo>
                    <a:cubicBezTo>
                      <a:pt x="-1547" y="341"/>
                      <a:pt x="-872" y="5645"/>
                      <a:pt x="3940" y="5268"/>
                    </a:cubicBezTo>
                    <a:cubicBezTo>
                      <a:pt x="8929" y="4982"/>
                      <a:pt x="8226" y="-379"/>
                      <a:pt x="342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0" name="Freeform: Shape 399">
                <a:extLst>
                  <a:ext uri="{FF2B5EF4-FFF2-40B4-BE49-F238E27FC236}">
                    <a16:creationId xmlns:a16="http://schemas.microsoft.com/office/drawing/2014/main" id="{88563AE8-4956-05D3-6319-B3B9FE2117A9}"/>
                  </a:ext>
                </a:extLst>
              </p:cNvPr>
              <p:cNvSpPr/>
              <p:nvPr/>
            </p:nvSpPr>
            <p:spPr>
              <a:xfrm>
                <a:off x="6073794" y="5912609"/>
                <a:ext cx="7809" cy="2316"/>
              </a:xfrm>
              <a:custGeom>
                <a:avLst/>
                <a:gdLst>
                  <a:gd name="connsiteX0" fmla="*/ 3616 w 7809"/>
                  <a:gd name="connsiteY0" fmla="*/ 233 h 2316"/>
                  <a:gd name="connsiteX1" fmla="*/ 4188 w 7809"/>
                  <a:gd name="connsiteY1" fmla="*/ 2095 h 2316"/>
                  <a:gd name="connsiteX2" fmla="*/ 3616 w 7809"/>
                  <a:gd name="connsiteY2" fmla="*/ 233 h 2316"/>
                </a:gdLst>
                <a:ahLst/>
                <a:cxnLst>
                  <a:cxn ang="0">
                    <a:pos x="connsiteX0" y="connsiteY0"/>
                  </a:cxn>
                  <a:cxn ang="0">
                    <a:pos x="connsiteX1" y="connsiteY1"/>
                  </a:cxn>
                  <a:cxn ang="0">
                    <a:pos x="connsiteX2" y="connsiteY2"/>
                  </a:cxn>
                </a:cxnLst>
                <a:rect l="l" t="t" r="r" b="b"/>
                <a:pathLst>
                  <a:path w="7809" h="2316">
                    <a:moveTo>
                      <a:pt x="3616" y="233"/>
                    </a:moveTo>
                    <a:cubicBezTo>
                      <a:pt x="-2161" y="-700"/>
                      <a:pt x="-298" y="1427"/>
                      <a:pt x="4188" y="2095"/>
                    </a:cubicBezTo>
                    <a:cubicBezTo>
                      <a:pt x="9966" y="2999"/>
                      <a:pt x="8120" y="884"/>
                      <a:pt x="3616"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1" name="Freeform: Shape 400">
                <a:extLst>
                  <a:ext uri="{FF2B5EF4-FFF2-40B4-BE49-F238E27FC236}">
                    <a16:creationId xmlns:a16="http://schemas.microsoft.com/office/drawing/2014/main" id="{2B235D3F-7B14-1627-8465-049B8CB10644}"/>
                  </a:ext>
                </a:extLst>
              </p:cNvPr>
              <p:cNvSpPr/>
              <p:nvPr/>
            </p:nvSpPr>
            <p:spPr>
              <a:xfrm>
                <a:off x="6056688" y="5832418"/>
                <a:ext cx="7897" cy="3867"/>
              </a:xfrm>
              <a:custGeom>
                <a:avLst/>
                <a:gdLst>
                  <a:gd name="connsiteX0" fmla="*/ 3709 w 7897"/>
                  <a:gd name="connsiteY0" fmla="*/ 53 h 3867"/>
                  <a:gd name="connsiteX1" fmla="*/ 7898 w 7897"/>
                  <a:gd name="connsiteY1" fmla="*/ 2539 h 3867"/>
                  <a:gd name="connsiteX2" fmla="*/ 3709 w 7897"/>
                  <a:gd name="connsiteY2" fmla="*/ 53 h 3867"/>
                </a:gdLst>
                <a:ahLst/>
                <a:cxnLst>
                  <a:cxn ang="0">
                    <a:pos x="connsiteX0" y="connsiteY0"/>
                  </a:cxn>
                  <a:cxn ang="0">
                    <a:pos x="connsiteX1" y="connsiteY1"/>
                  </a:cxn>
                  <a:cxn ang="0">
                    <a:pos x="connsiteX2" y="connsiteY2"/>
                  </a:cxn>
                </a:cxnLst>
                <a:rect l="l" t="t" r="r" b="b"/>
                <a:pathLst>
                  <a:path w="7897" h="3867">
                    <a:moveTo>
                      <a:pt x="3709" y="53"/>
                    </a:moveTo>
                    <a:cubicBezTo>
                      <a:pt x="-6213" y="-696"/>
                      <a:pt x="6789" y="6825"/>
                      <a:pt x="7898" y="2539"/>
                    </a:cubicBezTo>
                    <a:cubicBezTo>
                      <a:pt x="7749" y="1550"/>
                      <a:pt x="5869" y="436"/>
                      <a:pt x="370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2" name="Freeform: Shape 401">
                <a:extLst>
                  <a:ext uri="{FF2B5EF4-FFF2-40B4-BE49-F238E27FC236}">
                    <a16:creationId xmlns:a16="http://schemas.microsoft.com/office/drawing/2014/main" id="{60BB77C9-924A-DD80-34C1-BADFCDD25DEE}"/>
                  </a:ext>
                </a:extLst>
              </p:cNvPr>
              <p:cNvSpPr/>
              <p:nvPr/>
            </p:nvSpPr>
            <p:spPr>
              <a:xfrm>
                <a:off x="6091064" y="5974128"/>
                <a:ext cx="8044" cy="2398"/>
              </a:xfrm>
              <a:custGeom>
                <a:avLst/>
                <a:gdLst>
                  <a:gd name="connsiteX0" fmla="*/ 3732 w 8044"/>
                  <a:gd name="connsiteY0" fmla="*/ 121 h 2398"/>
                  <a:gd name="connsiteX1" fmla="*/ 4309 w 8044"/>
                  <a:gd name="connsiteY1" fmla="*/ 2287 h 2398"/>
                  <a:gd name="connsiteX2" fmla="*/ 3732 w 8044"/>
                  <a:gd name="connsiteY2" fmla="*/ 121 h 2398"/>
                </a:gdLst>
                <a:ahLst/>
                <a:cxnLst>
                  <a:cxn ang="0">
                    <a:pos x="connsiteX0" y="connsiteY0"/>
                  </a:cxn>
                  <a:cxn ang="0">
                    <a:pos x="connsiteX1" y="connsiteY1"/>
                  </a:cxn>
                  <a:cxn ang="0">
                    <a:pos x="connsiteX2" y="connsiteY2"/>
                  </a:cxn>
                </a:cxnLst>
                <a:rect l="l" t="t" r="r" b="b"/>
                <a:pathLst>
                  <a:path w="8044" h="2398">
                    <a:moveTo>
                      <a:pt x="3732" y="121"/>
                    </a:moveTo>
                    <a:cubicBezTo>
                      <a:pt x="-2149" y="-559"/>
                      <a:pt x="-406" y="1819"/>
                      <a:pt x="4309" y="2287"/>
                    </a:cubicBezTo>
                    <a:cubicBezTo>
                      <a:pt x="10190" y="2933"/>
                      <a:pt x="8458" y="596"/>
                      <a:pt x="3732"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3" name="Freeform: Shape 402">
                <a:extLst>
                  <a:ext uri="{FF2B5EF4-FFF2-40B4-BE49-F238E27FC236}">
                    <a16:creationId xmlns:a16="http://schemas.microsoft.com/office/drawing/2014/main" id="{4FF4407E-1236-E5B0-B1AF-330C2F03B652}"/>
                  </a:ext>
                </a:extLst>
              </p:cNvPr>
              <p:cNvSpPr/>
              <p:nvPr/>
            </p:nvSpPr>
            <p:spPr>
              <a:xfrm>
                <a:off x="6009448" y="5392874"/>
                <a:ext cx="7247" cy="5221"/>
              </a:xfrm>
              <a:custGeom>
                <a:avLst/>
                <a:gdLst>
                  <a:gd name="connsiteX0" fmla="*/ 3378 w 7247"/>
                  <a:gd name="connsiteY0" fmla="*/ 160 h 5221"/>
                  <a:gd name="connsiteX1" fmla="*/ 3869 w 7247"/>
                  <a:gd name="connsiteY1" fmla="*/ 5063 h 5221"/>
                  <a:gd name="connsiteX2" fmla="*/ 3378 w 7247"/>
                  <a:gd name="connsiteY2" fmla="*/ 160 h 5221"/>
                </a:gdLst>
                <a:ahLst/>
                <a:cxnLst>
                  <a:cxn ang="0">
                    <a:pos x="connsiteX0" y="connsiteY0"/>
                  </a:cxn>
                  <a:cxn ang="0">
                    <a:pos x="connsiteX1" y="connsiteY1"/>
                  </a:cxn>
                  <a:cxn ang="0">
                    <a:pos x="connsiteX2" y="connsiteY2"/>
                  </a:cxn>
                </a:cxnLst>
                <a:rect l="l" t="t" r="r" b="b"/>
                <a:pathLst>
                  <a:path w="7247" h="5221">
                    <a:moveTo>
                      <a:pt x="3378" y="160"/>
                    </a:moveTo>
                    <a:cubicBezTo>
                      <a:pt x="-1149" y="1074"/>
                      <a:pt x="-1263" y="6178"/>
                      <a:pt x="3869" y="5063"/>
                    </a:cubicBezTo>
                    <a:cubicBezTo>
                      <a:pt x="8418" y="4183"/>
                      <a:pt x="8487" y="-966"/>
                      <a:pt x="3378"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4" name="Freeform: Shape 403">
                <a:extLst>
                  <a:ext uri="{FF2B5EF4-FFF2-40B4-BE49-F238E27FC236}">
                    <a16:creationId xmlns:a16="http://schemas.microsoft.com/office/drawing/2014/main" id="{3A2B604E-4C00-0535-DD01-B91717299ABA}"/>
                  </a:ext>
                </a:extLst>
              </p:cNvPr>
              <p:cNvSpPr/>
              <p:nvPr/>
            </p:nvSpPr>
            <p:spPr>
              <a:xfrm>
                <a:off x="6040306" y="5702878"/>
                <a:ext cx="7757" cy="4922"/>
              </a:xfrm>
              <a:custGeom>
                <a:avLst/>
                <a:gdLst>
                  <a:gd name="connsiteX0" fmla="*/ 3649 w 7757"/>
                  <a:gd name="connsiteY0" fmla="*/ 0 h 4922"/>
                  <a:gd name="connsiteX1" fmla="*/ 7758 w 7757"/>
                  <a:gd name="connsiteY1" fmla="*/ 2755 h 4922"/>
                  <a:gd name="connsiteX2" fmla="*/ 3649 w 7757"/>
                  <a:gd name="connsiteY2" fmla="*/ 0 h 4922"/>
                </a:gdLst>
                <a:ahLst/>
                <a:cxnLst>
                  <a:cxn ang="0">
                    <a:pos x="connsiteX0" y="connsiteY0"/>
                  </a:cxn>
                  <a:cxn ang="0">
                    <a:pos x="connsiteX1" y="connsiteY1"/>
                  </a:cxn>
                  <a:cxn ang="0">
                    <a:pos x="connsiteX2" y="connsiteY2"/>
                  </a:cxn>
                </a:cxnLst>
                <a:rect l="l" t="t" r="r" b="b"/>
                <a:pathLst>
                  <a:path w="7757" h="4922">
                    <a:moveTo>
                      <a:pt x="3649" y="0"/>
                    </a:moveTo>
                    <a:cubicBezTo>
                      <a:pt x="-6124" y="411"/>
                      <a:pt x="6712" y="8767"/>
                      <a:pt x="7758" y="2755"/>
                    </a:cubicBezTo>
                    <a:cubicBezTo>
                      <a:pt x="7604" y="1429"/>
                      <a:pt x="5769" y="194"/>
                      <a:pt x="364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5" name="Freeform: Shape 404">
                <a:extLst>
                  <a:ext uri="{FF2B5EF4-FFF2-40B4-BE49-F238E27FC236}">
                    <a16:creationId xmlns:a16="http://schemas.microsoft.com/office/drawing/2014/main" id="{902CEB07-139C-7395-14D0-5EDE9CD1C795}"/>
                  </a:ext>
                </a:extLst>
              </p:cNvPr>
              <p:cNvSpPr/>
              <p:nvPr/>
            </p:nvSpPr>
            <p:spPr>
              <a:xfrm>
                <a:off x="6148333" y="6177775"/>
                <a:ext cx="9070" cy="2712"/>
              </a:xfrm>
              <a:custGeom>
                <a:avLst/>
                <a:gdLst>
                  <a:gd name="connsiteX0" fmla="*/ 4224 w 9070"/>
                  <a:gd name="connsiteY0" fmla="*/ 8 h 2712"/>
                  <a:gd name="connsiteX1" fmla="*/ 9071 w 9070"/>
                  <a:gd name="connsiteY1" fmla="*/ 1190 h 2712"/>
                  <a:gd name="connsiteX2" fmla="*/ 4224 w 9070"/>
                  <a:gd name="connsiteY2" fmla="*/ 8 h 2712"/>
                </a:gdLst>
                <a:ahLst/>
                <a:cxnLst>
                  <a:cxn ang="0">
                    <a:pos x="connsiteX0" y="connsiteY0"/>
                  </a:cxn>
                  <a:cxn ang="0">
                    <a:pos x="connsiteX1" y="connsiteY1"/>
                  </a:cxn>
                  <a:cxn ang="0">
                    <a:pos x="connsiteX2" y="connsiteY2"/>
                  </a:cxn>
                </a:cxnLst>
                <a:rect l="l" t="t" r="r" b="b"/>
                <a:pathLst>
                  <a:path w="9070" h="2712">
                    <a:moveTo>
                      <a:pt x="4224" y="8"/>
                    </a:moveTo>
                    <a:cubicBezTo>
                      <a:pt x="-7246" y="1288"/>
                      <a:pt x="8179" y="4660"/>
                      <a:pt x="9071" y="1190"/>
                    </a:cubicBezTo>
                    <a:cubicBezTo>
                      <a:pt x="8876" y="459"/>
                      <a:pt x="6705" y="-72"/>
                      <a:pt x="42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6" name="Freeform: Shape 405">
                <a:extLst>
                  <a:ext uri="{FF2B5EF4-FFF2-40B4-BE49-F238E27FC236}">
                    <a16:creationId xmlns:a16="http://schemas.microsoft.com/office/drawing/2014/main" id="{38C68631-DB4F-ECBD-A1A5-BE39C8C98BC2}"/>
                  </a:ext>
                </a:extLst>
              </p:cNvPr>
              <p:cNvSpPr/>
              <p:nvPr/>
            </p:nvSpPr>
            <p:spPr>
              <a:xfrm>
                <a:off x="6193421" y="6340035"/>
                <a:ext cx="9156" cy="3531"/>
              </a:xfrm>
              <a:custGeom>
                <a:avLst/>
                <a:gdLst>
                  <a:gd name="connsiteX0" fmla="*/ 4193 w 9156"/>
                  <a:gd name="connsiteY0" fmla="*/ 442 h 3531"/>
                  <a:gd name="connsiteX1" fmla="*/ 4964 w 9156"/>
                  <a:gd name="connsiteY1" fmla="*/ 3072 h 3531"/>
                  <a:gd name="connsiteX2" fmla="*/ 4193 w 9156"/>
                  <a:gd name="connsiteY2" fmla="*/ 442 h 3531"/>
                </a:gdLst>
                <a:ahLst/>
                <a:cxnLst>
                  <a:cxn ang="0">
                    <a:pos x="connsiteX0" y="connsiteY0"/>
                  </a:cxn>
                  <a:cxn ang="0">
                    <a:pos x="connsiteX1" y="connsiteY1"/>
                  </a:cxn>
                  <a:cxn ang="0">
                    <a:pos x="connsiteX2" y="connsiteY2"/>
                  </a:cxn>
                </a:cxnLst>
                <a:rect l="l" t="t" r="r" b="b"/>
                <a:pathLst>
                  <a:path w="9156" h="3531">
                    <a:moveTo>
                      <a:pt x="4193" y="442"/>
                    </a:moveTo>
                    <a:cubicBezTo>
                      <a:pt x="-1962" y="1940"/>
                      <a:pt x="-1031" y="4603"/>
                      <a:pt x="4964" y="3072"/>
                    </a:cubicBezTo>
                    <a:cubicBezTo>
                      <a:pt x="11142" y="1609"/>
                      <a:pt x="10159" y="-1055"/>
                      <a:pt x="4193" y="4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7" name="Freeform: Shape 406">
                <a:extLst>
                  <a:ext uri="{FF2B5EF4-FFF2-40B4-BE49-F238E27FC236}">
                    <a16:creationId xmlns:a16="http://schemas.microsoft.com/office/drawing/2014/main" id="{C560EC6A-DD38-233C-2CFA-53C7F6008FA2}"/>
                  </a:ext>
                </a:extLst>
              </p:cNvPr>
              <p:cNvSpPr/>
              <p:nvPr/>
            </p:nvSpPr>
            <p:spPr>
              <a:xfrm>
                <a:off x="6170516" y="6263330"/>
                <a:ext cx="8947" cy="3452"/>
              </a:xfrm>
              <a:custGeom>
                <a:avLst/>
                <a:gdLst>
                  <a:gd name="connsiteX0" fmla="*/ 4101 w 8947"/>
                  <a:gd name="connsiteY0" fmla="*/ 361 h 3452"/>
                  <a:gd name="connsiteX1" fmla="*/ 4850 w 8947"/>
                  <a:gd name="connsiteY1" fmla="*/ 3065 h 3452"/>
                  <a:gd name="connsiteX2" fmla="*/ 4101 w 8947"/>
                  <a:gd name="connsiteY2" fmla="*/ 361 h 3452"/>
                </a:gdLst>
                <a:ahLst/>
                <a:cxnLst>
                  <a:cxn ang="0">
                    <a:pos x="connsiteX0" y="connsiteY0"/>
                  </a:cxn>
                  <a:cxn ang="0">
                    <a:pos x="connsiteX1" y="connsiteY1"/>
                  </a:cxn>
                  <a:cxn ang="0">
                    <a:pos x="connsiteX2" y="connsiteY2"/>
                  </a:cxn>
                </a:cxnLst>
                <a:rect l="l" t="t" r="r" b="b"/>
                <a:pathLst>
                  <a:path w="8947" h="3452">
                    <a:moveTo>
                      <a:pt x="4101" y="361"/>
                    </a:moveTo>
                    <a:cubicBezTo>
                      <a:pt x="-1922" y="1699"/>
                      <a:pt x="-1003" y="4470"/>
                      <a:pt x="4850" y="3065"/>
                    </a:cubicBezTo>
                    <a:cubicBezTo>
                      <a:pt x="10891" y="1733"/>
                      <a:pt x="9925" y="-976"/>
                      <a:pt x="4101" y="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8" name="Freeform: Shape 407">
                <a:extLst>
                  <a:ext uri="{FF2B5EF4-FFF2-40B4-BE49-F238E27FC236}">
                    <a16:creationId xmlns:a16="http://schemas.microsoft.com/office/drawing/2014/main" id="{C7FEF2DD-4F58-1DBA-B37F-12A2C91D707F}"/>
                  </a:ext>
                </a:extLst>
              </p:cNvPr>
              <p:cNvSpPr/>
              <p:nvPr/>
            </p:nvSpPr>
            <p:spPr>
              <a:xfrm>
                <a:off x="6108627" y="6041972"/>
                <a:ext cx="8605" cy="2343"/>
              </a:xfrm>
              <a:custGeom>
                <a:avLst/>
                <a:gdLst>
                  <a:gd name="connsiteX0" fmla="*/ 4039 w 8605"/>
                  <a:gd name="connsiteY0" fmla="*/ 0 h 2343"/>
                  <a:gd name="connsiteX1" fmla="*/ 8605 w 8605"/>
                  <a:gd name="connsiteY1" fmla="*/ 1320 h 2343"/>
                  <a:gd name="connsiteX2" fmla="*/ 4039 w 8605"/>
                  <a:gd name="connsiteY2" fmla="*/ 0 h 2343"/>
                </a:gdLst>
                <a:ahLst/>
                <a:cxnLst>
                  <a:cxn ang="0">
                    <a:pos x="connsiteX0" y="connsiteY0"/>
                  </a:cxn>
                  <a:cxn ang="0">
                    <a:pos x="connsiteX1" y="connsiteY1"/>
                  </a:cxn>
                  <a:cxn ang="0">
                    <a:pos x="connsiteX2" y="connsiteY2"/>
                  </a:cxn>
                </a:cxnLst>
                <a:rect l="l" t="t" r="r" b="b"/>
                <a:pathLst>
                  <a:path w="8605" h="2343">
                    <a:moveTo>
                      <a:pt x="4039" y="0"/>
                    </a:moveTo>
                    <a:cubicBezTo>
                      <a:pt x="-6854" y="240"/>
                      <a:pt x="7628" y="4149"/>
                      <a:pt x="8605" y="1320"/>
                    </a:cubicBezTo>
                    <a:cubicBezTo>
                      <a:pt x="8434" y="697"/>
                      <a:pt x="6388" y="103"/>
                      <a:pt x="40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09" name="Freeform: Shape 408">
                <a:extLst>
                  <a:ext uri="{FF2B5EF4-FFF2-40B4-BE49-F238E27FC236}">
                    <a16:creationId xmlns:a16="http://schemas.microsoft.com/office/drawing/2014/main" id="{41B6203B-F33B-D277-B2D3-09C6554F25E4}"/>
                  </a:ext>
                </a:extLst>
              </p:cNvPr>
              <p:cNvSpPr/>
              <p:nvPr/>
            </p:nvSpPr>
            <p:spPr>
              <a:xfrm>
                <a:off x="6127553" y="6110151"/>
                <a:ext cx="8870" cy="2221"/>
              </a:xfrm>
              <a:custGeom>
                <a:avLst/>
                <a:gdLst>
                  <a:gd name="connsiteX0" fmla="*/ 4150 w 8870"/>
                  <a:gd name="connsiteY0" fmla="*/ 0 h 2221"/>
                  <a:gd name="connsiteX1" fmla="*/ 8871 w 8870"/>
                  <a:gd name="connsiteY1" fmla="*/ 1081 h 2221"/>
                  <a:gd name="connsiteX2" fmla="*/ 4150 w 8870"/>
                  <a:gd name="connsiteY2" fmla="*/ 0 h 2221"/>
                </a:gdLst>
                <a:ahLst/>
                <a:cxnLst>
                  <a:cxn ang="0">
                    <a:pos x="connsiteX0" y="connsiteY0"/>
                  </a:cxn>
                  <a:cxn ang="0">
                    <a:pos x="connsiteX1" y="connsiteY1"/>
                  </a:cxn>
                  <a:cxn ang="0">
                    <a:pos x="connsiteX2" y="connsiteY2"/>
                  </a:cxn>
                </a:cxnLst>
                <a:rect l="l" t="t" r="r" b="b"/>
                <a:pathLst>
                  <a:path w="8870" h="2221">
                    <a:moveTo>
                      <a:pt x="4150" y="0"/>
                    </a:moveTo>
                    <a:cubicBezTo>
                      <a:pt x="-7085" y="766"/>
                      <a:pt x="7951" y="3869"/>
                      <a:pt x="8871" y="1081"/>
                    </a:cubicBezTo>
                    <a:cubicBezTo>
                      <a:pt x="8694" y="481"/>
                      <a:pt x="6579" y="-6"/>
                      <a:pt x="41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0" name="Freeform: Shape 409">
                <a:extLst>
                  <a:ext uri="{FF2B5EF4-FFF2-40B4-BE49-F238E27FC236}">
                    <a16:creationId xmlns:a16="http://schemas.microsoft.com/office/drawing/2014/main" id="{76714426-BA6F-3311-67B5-FCAF2E47D527}"/>
                  </a:ext>
                </a:extLst>
              </p:cNvPr>
              <p:cNvSpPr/>
              <p:nvPr/>
            </p:nvSpPr>
            <p:spPr>
              <a:xfrm>
                <a:off x="6550367" y="7526124"/>
                <a:ext cx="12804" cy="5248"/>
              </a:xfrm>
              <a:custGeom>
                <a:avLst/>
                <a:gdLst>
                  <a:gd name="connsiteX0" fmla="*/ 5486 w 12804"/>
                  <a:gd name="connsiteY0" fmla="*/ 22 h 5248"/>
                  <a:gd name="connsiteX1" fmla="*/ 11424 w 12804"/>
                  <a:gd name="connsiteY1" fmla="*/ 4325 h 5248"/>
                  <a:gd name="connsiteX2" fmla="*/ 5486 w 12804"/>
                  <a:gd name="connsiteY2" fmla="*/ 22 h 5248"/>
                </a:gdLst>
                <a:ahLst/>
                <a:cxnLst>
                  <a:cxn ang="0">
                    <a:pos x="connsiteX0" y="connsiteY0"/>
                  </a:cxn>
                  <a:cxn ang="0">
                    <a:pos x="connsiteX1" y="connsiteY1"/>
                  </a:cxn>
                  <a:cxn ang="0">
                    <a:pos x="connsiteX2" y="connsiteY2"/>
                  </a:cxn>
                </a:cxnLst>
                <a:rect l="l" t="t" r="r" b="b"/>
                <a:pathLst>
                  <a:path w="12804" h="5248">
                    <a:moveTo>
                      <a:pt x="5486" y="22"/>
                    </a:moveTo>
                    <a:cubicBezTo>
                      <a:pt x="-7510" y="901"/>
                      <a:pt x="5949" y="7674"/>
                      <a:pt x="11424" y="4325"/>
                    </a:cubicBezTo>
                    <a:cubicBezTo>
                      <a:pt x="15978" y="1633"/>
                      <a:pt x="8017" y="-224"/>
                      <a:pt x="5486"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1" name="Freeform: Shape 410">
                <a:extLst>
                  <a:ext uri="{FF2B5EF4-FFF2-40B4-BE49-F238E27FC236}">
                    <a16:creationId xmlns:a16="http://schemas.microsoft.com/office/drawing/2014/main" id="{4121793E-E1F4-B438-B15D-F03B304A6DA9}"/>
                  </a:ext>
                </a:extLst>
              </p:cNvPr>
              <p:cNvSpPr/>
              <p:nvPr/>
            </p:nvSpPr>
            <p:spPr>
              <a:xfrm>
                <a:off x="5785573" y="5306656"/>
                <a:ext cx="6732" cy="6356"/>
              </a:xfrm>
              <a:custGeom>
                <a:avLst/>
                <a:gdLst>
                  <a:gd name="connsiteX0" fmla="*/ 3361 w 6732"/>
                  <a:gd name="connsiteY0" fmla="*/ 2218 h 6356"/>
                  <a:gd name="connsiteX1" fmla="*/ 1104 w 6732"/>
                  <a:gd name="connsiteY1" fmla="*/ 6019 h 6356"/>
                  <a:gd name="connsiteX2" fmla="*/ 3361 w 6732"/>
                  <a:gd name="connsiteY2" fmla="*/ 2218 h 6356"/>
                </a:gdLst>
                <a:ahLst/>
                <a:cxnLst>
                  <a:cxn ang="0">
                    <a:pos x="connsiteX0" y="connsiteY0"/>
                  </a:cxn>
                  <a:cxn ang="0">
                    <a:pos x="connsiteX1" y="connsiteY1"/>
                  </a:cxn>
                  <a:cxn ang="0">
                    <a:pos x="connsiteX2" y="connsiteY2"/>
                  </a:cxn>
                </a:cxnLst>
                <a:rect l="l" t="t" r="r" b="b"/>
                <a:pathLst>
                  <a:path w="6732" h="6356">
                    <a:moveTo>
                      <a:pt x="3361" y="2218"/>
                    </a:moveTo>
                    <a:cubicBezTo>
                      <a:pt x="2384" y="2990"/>
                      <a:pt x="-2022" y="7630"/>
                      <a:pt x="1104" y="6019"/>
                    </a:cubicBezTo>
                    <a:cubicBezTo>
                      <a:pt x="4264" y="4510"/>
                      <a:pt x="10682" y="-3937"/>
                      <a:pt x="3361" y="22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2" name="Freeform: Shape 411">
                <a:extLst>
                  <a:ext uri="{FF2B5EF4-FFF2-40B4-BE49-F238E27FC236}">
                    <a16:creationId xmlns:a16="http://schemas.microsoft.com/office/drawing/2014/main" id="{2A4F713E-6FE7-9A9A-B8B5-E2BC2D6CC4F2}"/>
                  </a:ext>
                </a:extLst>
              </p:cNvPr>
              <p:cNvSpPr/>
              <p:nvPr/>
            </p:nvSpPr>
            <p:spPr>
              <a:xfrm>
                <a:off x="6010015" y="6687925"/>
                <a:ext cx="10582" cy="2579"/>
              </a:xfrm>
              <a:custGeom>
                <a:avLst/>
                <a:gdLst>
                  <a:gd name="connsiteX0" fmla="*/ 4999 w 10582"/>
                  <a:gd name="connsiteY0" fmla="*/ 70 h 2579"/>
                  <a:gd name="connsiteX1" fmla="*/ 10583 w 10582"/>
                  <a:gd name="connsiteY1" fmla="*/ 893 h 2579"/>
                  <a:gd name="connsiteX2" fmla="*/ 4999 w 10582"/>
                  <a:gd name="connsiteY2" fmla="*/ 70 h 2579"/>
                </a:gdLst>
                <a:ahLst/>
                <a:cxnLst>
                  <a:cxn ang="0">
                    <a:pos x="connsiteX0" y="connsiteY0"/>
                  </a:cxn>
                  <a:cxn ang="0">
                    <a:pos x="connsiteX1" y="connsiteY1"/>
                  </a:cxn>
                  <a:cxn ang="0">
                    <a:pos x="connsiteX2" y="connsiteY2"/>
                  </a:cxn>
                </a:cxnLst>
                <a:rect l="l" t="t" r="r" b="b"/>
                <a:pathLst>
                  <a:path w="10582" h="2579">
                    <a:moveTo>
                      <a:pt x="4999" y="70"/>
                    </a:moveTo>
                    <a:cubicBezTo>
                      <a:pt x="-8511" y="1996"/>
                      <a:pt x="9525" y="4168"/>
                      <a:pt x="10583" y="893"/>
                    </a:cubicBezTo>
                    <a:cubicBezTo>
                      <a:pt x="10394" y="207"/>
                      <a:pt x="7897" y="-164"/>
                      <a:pt x="4999"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3" name="Freeform: Shape 412">
                <a:extLst>
                  <a:ext uri="{FF2B5EF4-FFF2-40B4-BE49-F238E27FC236}">
                    <a16:creationId xmlns:a16="http://schemas.microsoft.com/office/drawing/2014/main" id="{005E2554-4150-D0E8-237F-1FCCD610AB0F}"/>
                  </a:ext>
                </a:extLst>
              </p:cNvPr>
              <p:cNvSpPr/>
              <p:nvPr/>
            </p:nvSpPr>
            <p:spPr>
              <a:xfrm>
                <a:off x="6031398" y="6774130"/>
                <a:ext cx="10888" cy="3336"/>
              </a:xfrm>
              <a:custGeom>
                <a:avLst/>
                <a:gdLst>
                  <a:gd name="connsiteX0" fmla="*/ 5121 w 10888"/>
                  <a:gd name="connsiteY0" fmla="*/ 1 h 3336"/>
                  <a:gd name="connsiteX1" fmla="*/ 10888 w 10888"/>
                  <a:gd name="connsiteY1" fmla="*/ 1596 h 3336"/>
                  <a:gd name="connsiteX2" fmla="*/ 5121 w 10888"/>
                  <a:gd name="connsiteY2" fmla="*/ 1 h 3336"/>
                </a:gdLst>
                <a:ahLst/>
                <a:cxnLst>
                  <a:cxn ang="0">
                    <a:pos x="connsiteX0" y="connsiteY0"/>
                  </a:cxn>
                  <a:cxn ang="0">
                    <a:pos x="connsiteX1" y="connsiteY1"/>
                  </a:cxn>
                  <a:cxn ang="0">
                    <a:pos x="connsiteX2" y="connsiteY2"/>
                  </a:cxn>
                </a:cxnLst>
                <a:rect l="l" t="t" r="r" b="b"/>
                <a:pathLst>
                  <a:path w="10888" h="3336">
                    <a:moveTo>
                      <a:pt x="5121" y="1"/>
                    </a:moveTo>
                    <a:cubicBezTo>
                      <a:pt x="-8697" y="1190"/>
                      <a:pt x="9694" y="5814"/>
                      <a:pt x="10888" y="1596"/>
                    </a:cubicBezTo>
                    <a:cubicBezTo>
                      <a:pt x="10682" y="681"/>
                      <a:pt x="8099" y="-33"/>
                      <a:pt x="51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4" name="Freeform: Shape 413">
                <a:extLst>
                  <a:ext uri="{FF2B5EF4-FFF2-40B4-BE49-F238E27FC236}">
                    <a16:creationId xmlns:a16="http://schemas.microsoft.com/office/drawing/2014/main" id="{57C818EC-8756-F639-C186-F3F3CB8AEAE4}"/>
                  </a:ext>
                </a:extLst>
              </p:cNvPr>
              <p:cNvSpPr/>
              <p:nvPr/>
            </p:nvSpPr>
            <p:spPr>
              <a:xfrm>
                <a:off x="5953925" y="6510846"/>
                <a:ext cx="9356" cy="4653"/>
              </a:xfrm>
              <a:custGeom>
                <a:avLst/>
                <a:gdLst>
                  <a:gd name="connsiteX0" fmla="*/ 4391 w 9356"/>
                  <a:gd name="connsiteY0" fmla="*/ 1390 h 4653"/>
                  <a:gd name="connsiteX1" fmla="*/ 4968 w 9356"/>
                  <a:gd name="connsiteY1" fmla="*/ 3265 h 4653"/>
                  <a:gd name="connsiteX2" fmla="*/ 4391 w 9356"/>
                  <a:gd name="connsiteY2" fmla="*/ 1390 h 4653"/>
                </a:gdLst>
                <a:ahLst/>
                <a:cxnLst>
                  <a:cxn ang="0">
                    <a:pos x="connsiteX0" y="connsiteY0"/>
                  </a:cxn>
                  <a:cxn ang="0">
                    <a:pos x="connsiteX1" y="connsiteY1"/>
                  </a:cxn>
                  <a:cxn ang="0">
                    <a:pos x="connsiteX2" y="connsiteY2"/>
                  </a:cxn>
                </a:cxnLst>
                <a:rect l="l" t="t" r="r" b="b"/>
                <a:pathLst>
                  <a:path w="9356" h="4653">
                    <a:moveTo>
                      <a:pt x="4391" y="1390"/>
                    </a:moveTo>
                    <a:cubicBezTo>
                      <a:pt x="-1684" y="4076"/>
                      <a:pt x="-1421" y="6139"/>
                      <a:pt x="4968" y="3265"/>
                    </a:cubicBezTo>
                    <a:cubicBezTo>
                      <a:pt x="11049" y="608"/>
                      <a:pt x="10769" y="-1501"/>
                      <a:pt x="4391" y="1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5" name="Freeform: Shape 414">
                <a:extLst>
                  <a:ext uri="{FF2B5EF4-FFF2-40B4-BE49-F238E27FC236}">
                    <a16:creationId xmlns:a16="http://schemas.microsoft.com/office/drawing/2014/main" id="{8C96B984-535F-6B08-02E4-80628ED67738}"/>
                  </a:ext>
                </a:extLst>
              </p:cNvPr>
              <p:cNvSpPr/>
              <p:nvPr/>
            </p:nvSpPr>
            <p:spPr>
              <a:xfrm>
                <a:off x="5971639" y="6565581"/>
                <a:ext cx="9622" cy="3606"/>
              </a:xfrm>
              <a:custGeom>
                <a:avLst/>
                <a:gdLst>
                  <a:gd name="connsiteX0" fmla="*/ 4507 w 9622"/>
                  <a:gd name="connsiteY0" fmla="*/ 925 h 3606"/>
                  <a:gd name="connsiteX1" fmla="*/ 5113 w 9622"/>
                  <a:gd name="connsiteY1" fmla="*/ 2685 h 3606"/>
                  <a:gd name="connsiteX2" fmla="*/ 4507 w 9622"/>
                  <a:gd name="connsiteY2" fmla="*/ 925 h 3606"/>
                </a:gdLst>
                <a:ahLst/>
                <a:cxnLst>
                  <a:cxn ang="0">
                    <a:pos x="connsiteX0" y="connsiteY0"/>
                  </a:cxn>
                  <a:cxn ang="0">
                    <a:pos x="connsiteX1" y="connsiteY1"/>
                  </a:cxn>
                  <a:cxn ang="0">
                    <a:pos x="connsiteX2" y="connsiteY2"/>
                  </a:cxn>
                </a:cxnLst>
                <a:rect l="l" t="t" r="r" b="b"/>
                <a:pathLst>
                  <a:path w="9622" h="3606">
                    <a:moveTo>
                      <a:pt x="4507" y="925"/>
                    </a:moveTo>
                    <a:cubicBezTo>
                      <a:pt x="-1922" y="2977"/>
                      <a:pt x="-1253" y="4754"/>
                      <a:pt x="5113" y="2685"/>
                    </a:cubicBezTo>
                    <a:cubicBezTo>
                      <a:pt x="11554" y="667"/>
                      <a:pt x="10868" y="-1167"/>
                      <a:pt x="4507" y="9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6" name="Freeform: Shape 415">
                <a:extLst>
                  <a:ext uri="{FF2B5EF4-FFF2-40B4-BE49-F238E27FC236}">
                    <a16:creationId xmlns:a16="http://schemas.microsoft.com/office/drawing/2014/main" id="{62E64363-EBDD-7CDB-6842-44F7FAE88E14}"/>
                  </a:ext>
                </a:extLst>
              </p:cNvPr>
              <p:cNvSpPr/>
              <p:nvPr/>
            </p:nvSpPr>
            <p:spPr>
              <a:xfrm>
                <a:off x="5990340" y="6621522"/>
                <a:ext cx="9902" cy="2783"/>
              </a:xfrm>
              <a:custGeom>
                <a:avLst/>
                <a:gdLst>
                  <a:gd name="connsiteX0" fmla="*/ 4631 w 9902"/>
                  <a:gd name="connsiteY0" fmla="*/ 414 h 2783"/>
                  <a:gd name="connsiteX1" fmla="*/ 5271 w 9902"/>
                  <a:gd name="connsiteY1" fmla="*/ 2374 h 2783"/>
                  <a:gd name="connsiteX2" fmla="*/ 4631 w 9902"/>
                  <a:gd name="connsiteY2" fmla="*/ 414 h 2783"/>
                </a:gdLst>
                <a:ahLst/>
                <a:cxnLst>
                  <a:cxn ang="0">
                    <a:pos x="connsiteX0" y="connsiteY0"/>
                  </a:cxn>
                  <a:cxn ang="0">
                    <a:pos x="connsiteX1" y="connsiteY1"/>
                  </a:cxn>
                  <a:cxn ang="0">
                    <a:pos x="connsiteX2" y="connsiteY2"/>
                  </a:cxn>
                </a:cxnLst>
                <a:rect l="l" t="t" r="r" b="b"/>
                <a:pathLst>
                  <a:path w="9902" h="2783">
                    <a:moveTo>
                      <a:pt x="4631" y="414"/>
                    </a:moveTo>
                    <a:cubicBezTo>
                      <a:pt x="-2141" y="1706"/>
                      <a:pt x="-1107" y="3631"/>
                      <a:pt x="5271" y="2374"/>
                    </a:cubicBezTo>
                    <a:cubicBezTo>
                      <a:pt x="12049" y="1117"/>
                      <a:pt x="11003" y="-866"/>
                      <a:pt x="4631" y="4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7" name="Freeform: Shape 416">
                <a:extLst>
                  <a:ext uri="{FF2B5EF4-FFF2-40B4-BE49-F238E27FC236}">
                    <a16:creationId xmlns:a16="http://schemas.microsoft.com/office/drawing/2014/main" id="{E3F02BF0-4DAE-78E8-7221-1419FF1B020A}"/>
                  </a:ext>
                </a:extLst>
              </p:cNvPr>
              <p:cNvSpPr/>
              <p:nvPr/>
            </p:nvSpPr>
            <p:spPr>
              <a:xfrm>
                <a:off x="6159213" y="7378739"/>
                <a:ext cx="12809" cy="4766"/>
              </a:xfrm>
              <a:custGeom>
                <a:avLst/>
                <a:gdLst>
                  <a:gd name="connsiteX0" fmla="*/ 5963 w 12809"/>
                  <a:gd name="connsiteY0" fmla="*/ 0 h 4766"/>
                  <a:gd name="connsiteX1" fmla="*/ 12809 w 12809"/>
                  <a:gd name="connsiteY1" fmla="*/ 2349 h 4766"/>
                  <a:gd name="connsiteX2" fmla="*/ 5963 w 12809"/>
                  <a:gd name="connsiteY2" fmla="*/ 0 h 4766"/>
                </a:gdLst>
                <a:ahLst/>
                <a:cxnLst>
                  <a:cxn ang="0">
                    <a:pos x="connsiteX0" y="connsiteY0"/>
                  </a:cxn>
                  <a:cxn ang="0">
                    <a:pos x="connsiteX1" y="connsiteY1"/>
                  </a:cxn>
                  <a:cxn ang="0">
                    <a:pos x="connsiteX2" y="connsiteY2"/>
                  </a:cxn>
                </a:cxnLst>
                <a:rect l="l" t="t" r="r" b="b"/>
                <a:pathLst>
                  <a:path w="12809" h="4766">
                    <a:moveTo>
                      <a:pt x="5963" y="0"/>
                    </a:moveTo>
                    <a:cubicBezTo>
                      <a:pt x="-10205" y="1445"/>
                      <a:pt x="11483" y="8361"/>
                      <a:pt x="12809" y="2349"/>
                    </a:cubicBezTo>
                    <a:cubicBezTo>
                      <a:pt x="12529" y="1051"/>
                      <a:pt x="9466" y="0"/>
                      <a:pt x="59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8" name="Freeform: Shape 417">
                <a:extLst>
                  <a:ext uri="{FF2B5EF4-FFF2-40B4-BE49-F238E27FC236}">
                    <a16:creationId xmlns:a16="http://schemas.microsoft.com/office/drawing/2014/main" id="{AD4A7232-2251-50CB-74B1-B3BB59A209C2}"/>
                  </a:ext>
                </a:extLst>
              </p:cNvPr>
              <p:cNvSpPr/>
              <p:nvPr/>
            </p:nvSpPr>
            <p:spPr>
              <a:xfrm>
                <a:off x="6054193" y="6880134"/>
                <a:ext cx="11210" cy="3659"/>
              </a:xfrm>
              <a:custGeom>
                <a:avLst/>
                <a:gdLst>
                  <a:gd name="connsiteX0" fmla="*/ 5267 w 11210"/>
                  <a:gd name="connsiteY0" fmla="*/ 0 h 3659"/>
                  <a:gd name="connsiteX1" fmla="*/ 11211 w 11210"/>
                  <a:gd name="connsiteY1" fmla="*/ 1805 h 3659"/>
                  <a:gd name="connsiteX2" fmla="*/ 5267 w 11210"/>
                  <a:gd name="connsiteY2" fmla="*/ 0 h 3659"/>
                </a:gdLst>
                <a:ahLst/>
                <a:cxnLst>
                  <a:cxn ang="0">
                    <a:pos x="connsiteX0" y="connsiteY0"/>
                  </a:cxn>
                  <a:cxn ang="0">
                    <a:pos x="connsiteX1" y="connsiteY1"/>
                  </a:cxn>
                  <a:cxn ang="0">
                    <a:pos x="connsiteX2" y="connsiteY2"/>
                  </a:cxn>
                </a:cxnLst>
                <a:rect l="l" t="t" r="r" b="b"/>
                <a:pathLst>
                  <a:path w="11210" h="3659">
                    <a:moveTo>
                      <a:pt x="5267" y="0"/>
                    </a:moveTo>
                    <a:cubicBezTo>
                      <a:pt x="-8946" y="1148"/>
                      <a:pt x="9971" y="6401"/>
                      <a:pt x="11211" y="1805"/>
                    </a:cubicBezTo>
                    <a:cubicBezTo>
                      <a:pt x="10993" y="811"/>
                      <a:pt x="8336" y="0"/>
                      <a:pt x="52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19" name="Freeform: Shape 418">
                <a:extLst>
                  <a:ext uri="{FF2B5EF4-FFF2-40B4-BE49-F238E27FC236}">
                    <a16:creationId xmlns:a16="http://schemas.microsoft.com/office/drawing/2014/main" id="{5CC66E2D-6190-C04E-6637-8336A1035CBD}"/>
                  </a:ext>
                </a:extLst>
              </p:cNvPr>
              <p:cNvSpPr/>
              <p:nvPr/>
            </p:nvSpPr>
            <p:spPr>
              <a:xfrm>
                <a:off x="6130127" y="7241264"/>
                <a:ext cx="12371" cy="4451"/>
              </a:xfrm>
              <a:custGeom>
                <a:avLst/>
                <a:gdLst>
                  <a:gd name="connsiteX0" fmla="*/ 5777 w 12371"/>
                  <a:gd name="connsiteY0" fmla="*/ 0 h 4451"/>
                  <a:gd name="connsiteX1" fmla="*/ 12372 w 12371"/>
                  <a:gd name="connsiteY1" fmla="*/ 2195 h 4451"/>
                  <a:gd name="connsiteX2" fmla="*/ 5777 w 12371"/>
                  <a:gd name="connsiteY2" fmla="*/ 0 h 4451"/>
                </a:gdLst>
                <a:ahLst/>
                <a:cxnLst>
                  <a:cxn ang="0">
                    <a:pos x="connsiteX0" y="connsiteY0"/>
                  </a:cxn>
                  <a:cxn ang="0">
                    <a:pos x="connsiteX1" y="connsiteY1"/>
                  </a:cxn>
                  <a:cxn ang="0">
                    <a:pos x="connsiteX2" y="connsiteY2"/>
                  </a:cxn>
                </a:cxnLst>
                <a:rect l="l" t="t" r="r" b="b"/>
                <a:pathLst>
                  <a:path w="12371" h="4451">
                    <a:moveTo>
                      <a:pt x="5777" y="0"/>
                    </a:moveTo>
                    <a:cubicBezTo>
                      <a:pt x="-9860" y="1366"/>
                      <a:pt x="11057" y="7801"/>
                      <a:pt x="12372" y="2195"/>
                    </a:cubicBezTo>
                    <a:cubicBezTo>
                      <a:pt x="12115" y="983"/>
                      <a:pt x="9160" y="0"/>
                      <a:pt x="577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0" name="Freeform: Shape 419">
                <a:extLst>
                  <a:ext uri="{FF2B5EF4-FFF2-40B4-BE49-F238E27FC236}">
                    <a16:creationId xmlns:a16="http://schemas.microsoft.com/office/drawing/2014/main" id="{5FF7FCAD-39CB-7EB7-6622-E9A2AA03B866}"/>
                  </a:ext>
                </a:extLst>
              </p:cNvPr>
              <p:cNvSpPr/>
              <p:nvPr/>
            </p:nvSpPr>
            <p:spPr>
              <a:xfrm>
                <a:off x="6078005" y="6992794"/>
                <a:ext cx="11572" cy="3894"/>
              </a:xfrm>
              <a:custGeom>
                <a:avLst/>
                <a:gdLst>
                  <a:gd name="connsiteX0" fmla="*/ 5429 w 11572"/>
                  <a:gd name="connsiteY0" fmla="*/ 0 h 3894"/>
                  <a:gd name="connsiteX1" fmla="*/ 11573 w 11572"/>
                  <a:gd name="connsiteY1" fmla="*/ 1920 h 3894"/>
                  <a:gd name="connsiteX2" fmla="*/ 5429 w 11572"/>
                  <a:gd name="connsiteY2" fmla="*/ 0 h 3894"/>
                </a:gdLst>
                <a:ahLst/>
                <a:cxnLst>
                  <a:cxn ang="0">
                    <a:pos x="connsiteX0" y="connsiteY0"/>
                  </a:cxn>
                  <a:cxn ang="0">
                    <a:pos x="connsiteX1" y="connsiteY1"/>
                  </a:cxn>
                  <a:cxn ang="0">
                    <a:pos x="connsiteX2" y="connsiteY2"/>
                  </a:cxn>
                </a:cxnLst>
                <a:rect l="l" t="t" r="r" b="b"/>
                <a:pathLst>
                  <a:path w="11572" h="3894">
                    <a:moveTo>
                      <a:pt x="5429" y="0"/>
                    </a:moveTo>
                    <a:cubicBezTo>
                      <a:pt x="-9230" y="1211"/>
                      <a:pt x="10298" y="6818"/>
                      <a:pt x="11573" y="1920"/>
                    </a:cubicBezTo>
                    <a:cubicBezTo>
                      <a:pt x="11344" y="863"/>
                      <a:pt x="8595" y="0"/>
                      <a:pt x="54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1" name="Freeform: Shape 420">
                <a:extLst>
                  <a:ext uri="{FF2B5EF4-FFF2-40B4-BE49-F238E27FC236}">
                    <a16:creationId xmlns:a16="http://schemas.microsoft.com/office/drawing/2014/main" id="{F5B85C08-FA8E-8A10-632B-AC9D2E1D1002}"/>
                  </a:ext>
                </a:extLst>
              </p:cNvPr>
              <p:cNvSpPr/>
              <p:nvPr/>
            </p:nvSpPr>
            <p:spPr>
              <a:xfrm>
                <a:off x="6103187" y="7112894"/>
                <a:ext cx="11953" cy="4158"/>
              </a:xfrm>
              <a:custGeom>
                <a:avLst/>
                <a:gdLst>
                  <a:gd name="connsiteX0" fmla="*/ 5599 w 11953"/>
                  <a:gd name="connsiteY0" fmla="*/ 0 h 4158"/>
                  <a:gd name="connsiteX1" fmla="*/ 11954 w 11953"/>
                  <a:gd name="connsiteY1" fmla="*/ 2052 h 4158"/>
                  <a:gd name="connsiteX2" fmla="*/ 5599 w 11953"/>
                  <a:gd name="connsiteY2" fmla="*/ 0 h 4158"/>
                </a:gdLst>
                <a:ahLst/>
                <a:cxnLst>
                  <a:cxn ang="0">
                    <a:pos x="connsiteX0" y="connsiteY0"/>
                  </a:cxn>
                  <a:cxn ang="0">
                    <a:pos x="connsiteX1" y="connsiteY1"/>
                  </a:cxn>
                  <a:cxn ang="0">
                    <a:pos x="connsiteX2" y="connsiteY2"/>
                  </a:cxn>
                </a:cxnLst>
                <a:rect l="l" t="t" r="r" b="b"/>
                <a:pathLst>
                  <a:path w="11953" h="4158">
                    <a:moveTo>
                      <a:pt x="5599" y="0"/>
                    </a:moveTo>
                    <a:cubicBezTo>
                      <a:pt x="-9535" y="1286"/>
                      <a:pt x="10662" y="7281"/>
                      <a:pt x="11954" y="2052"/>
                    </a:cubicBezTo>
                    <a:cubicBezTo>
                      <a:pt x="11714" y="920"/>
                      <a:pt x="8874" y="0"/>
                      <a:pt x="559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2" name="Freeform: Shape 421">
                <a:extLst>
                  <a:ext uri="{FF2B5EF4-FFF2-40B4-BE49-F238E27FC236}">
                    <a16:creationId xmlns:a16="http://schemas.microsoft.com/office/drawing/2014/main" id="{5A4201FD-6595-981C-56F1-6FAC1D51187E}"/>
                  </a:ext>
                </a:extLst>
              </p:cNvPr>
              <p:cNvSpPr/>
              <p:nvPr/>
            </p:nvSpPr>
            <p:spPr>
              <a:xfrm>
                <a:off x="5877367" y="6019458"/>
                <a:ext cx="8477" cy="3327"/>
              </a:xfrm>
              <a:custGeom>
                <a:avLst/>
                <a:gdLst>
                  <a:gd name="connsiteX0" fmla="*/ 4099 w 8477"/>
                  <a:gd name="connsiteY0" fmla="*/ 25 h 3327"/>
                  <a:gd name="connsiteX1" fmla="*/ 8477 w 8477"/>
                  <a:gd name="connsiteY1" fmla="*/ 2134 h 3327"/>
                  <a:gd name="connsiteX2" fmla="*/ 4099 w 8477"/>
                  <a:gd name="connsiteY2" fmla="*/ 25 h 3327"/>
                </a:gdLst>
                <a:ahLst/>
                <a:cxnLst>
                  <a:cxn ang="0">
                    <a:pos x="connsiteX0" y="connsiteY0"/>
                  </a:cxn>
                  <a:cxn ang="0">
                    <a:pos x="connsiteX1" y="connsiteY1"/>
                  </a:cxn>
                  <a:cxn ang="0">
                    <a:pos x="connsiteX2" y="connsiteY2"/>
                  </a:cxn>
                </a:cxnLst>
                <a:rect l="l" t="t" r="r" b="b"/>
                <a:pathLst>
                  <a:path w="8477" h="3327">
                    <a:moveTo>
                      <a:pt x="4099" y="25"/>
                    </a:moveTo>
                    <a:cubicBezTo>
                      <a:pt x="-6719" y="-443"/>
                      <a:pt x="7146" y="5883"/>
                      <a:pt x="8477" y="2134"/>
                    </a:cubicBezTo>
                    <a:cubicBezTo>
                      <a:pt x="8386" y="1276"/>
                      <a:pt x="6425" y="334"/>
                      <a:pt x="4099"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3" name="Freeform: Shape 422">
                <a:extLst>
                  <a:ext uri="{FF2B5EF4-FFF2-40B4-BE49-F238E27FC236}">
                    <a16:creationId xmlns:a16="http://schemas.microsoft.com/office/drawing/2014/main" id="{D20C622A-7F24-6CE9-1480-A1C978115684}"/>
                  </a:ext>
                </a:extLst>
              </p:cNvPr>
              <p:cNvSpPr/>
              <p:nvPr/>
            </p:nvSpPr>
            <p:spPr>
              <a:xfrm>
                <a:off x="5819845" y="5575544"/>
                <a:ext cx="7272" cy="3810"/>
              </a:xfrm>
              <a:custGeom>
                <a:avLst/>
                <a:gdLst>
                  <a:gd name="connsiteX0" fmla="*/ 3426 w 7272"/>
                  <a:gd name="connsiteY0" fmla="*/ 136 h 3810"/>
                  <a:gd name="connsiteX1" fmla="*/ 3843 w 7272"/>
                  <a:gd name="connsiteY1" fmla="*/ 3685 h 3810"/>
                  <a:gd name="connsiteX2" fmla="*/ 3426 w 7272"/>
                  <a:gd name="connsiteY2" fmla="*/ 136 h 3810"/>
                </a:gdLst>
                <a:ahLst/>
                <a:cxnLst>
                  <a:cxn ang="0">
                    <a:pos x="connsiteX0" y="connsiteY0"/>
                  </a:cxn>
                  <a:cxn ang="0">
                    <a:pos x="connsiteX1" y="connsiteY1"/>
                  </a:cxn>
                  <a:cxn ang="0">
                    <a:pos x="connsiteX2" y="connsiteY2"/>
                  </a:cxn>
                </a:cxnLst>
                <a:rect l="l" t="t" r="r" b="b"/>
                <a:pathLst>
                  <a:path w="7272" h="3810">
                    <a:moveTo>
                      <a:pt x="3426" y="136"/>
                    </a:moveTo>
                    <a:cubicBezTo>
                      <a:pt x="-1306" y="913"/>
                      <a:pt x="-1107" y="4525"/>
                      <a:pt x="3843" y="3685"/>
                    </a:cubicBezTo>
                    <a:cubicBezTo>
                      <a:pt x="8586" y="2965"/>
                      <a:pt x="8375" y="-750"/>
                      <a:pt x="3426" y="1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4" name="Freeform: Shape 423">
                <a:extLst>
                  <a:ext uri="{FF2B5EF4-FFF2-40B4-BE49-F238E27FC236}">
                    <a16:creationId xmlns:a16="http://schemas.microsoft.com/office/drawing/2014/main" id="{67C3901D-4474-3270-2B70-781577A0F901}"/>
                  </a:ext>
                </a:extLst>
              </p:cNvPr>
              <p:cNvSpPr/>
              <p:nvPr/>
            </p:nvSpPr>
            <p:spPr>
              <a:xfrm>
                <a:off x="5832416" y="5681416"/>
                <a:ext cx="7621" cy="3512"/>
              </a:xfrm>
              <a:custGeom>
                <a:avLst/>
                <a:gdLst>
                  <a:gd name="connsiteX0" fmla="*/ 3627 w 7621"/>
                  <a:gd name="connsiteY0" fmla="*/ 2 h 3512"/>
                  <a:gd name="connsiteX1" fmla="*/ 7621 w 7621"/>
                  <a:gd name="connsiteY1" fmla="*/ 2128 h 3512"/>
                  <a:gd name="connsiteX2" fmla="*/ 3627 w 7621"/>
                  <a:gd name="connsiteY2" fmla="*/ 2 h 3512"/>
                </a:gdLst>
                <a:ahLst/>
                <a:cxnLst>
                  <a:cxn ang="0">
                    <a:pos x="connsiteX0" y="connsiteY0"/>
                  </a:cxn>
                  <a:cxn ang="0">
                    <a:pos x="connsiteX1" y="connsiteY1"/>
                  </a:cxn>
                  <a:cxn ang="0">
                    <a:pos x="connsiteX2" y="connsiteY2"/>
                  </a:cxn>
                </a:cxnLst>
                <a:rect l="l" t="t" r="r" b="b"/>
                <a:pathLst>
                  <a:path w="7621" h="3512">
                    <a:moveTo>
                      <a:pt x="3627" y="2"/>
                    </a:moveTo>
                    <a:cubicBezTo>
                      <a:pt x="-6032" y="-135"/>
                      <a:pt x="6536" y="6243"/>
                      <a:pt x="7621" y="2128"/>
                    </a:cubicBezTo>
                    <a:cubicBezTo>
                      <a:pt x="7501" y="1191"/>
                      <a:pt x="5713" y="242"/>
                      <a:pt x="362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5" name="Freeform: Shape 424">
                <a:extLst>
                  <a:ext uri="{FF2B5EF4-FFF2-40B4-BE49-F238E27FC236}">
                    <a16:creationId xmlns:a16="http://schemas.microsoft.com/office/drawing/2014/main" id="{7B899647-B16B-7E57-71E4-FADA68C17481}"/>
                  </a:ext>
                </a:extLst>
              </p:cNvPr>
              <p:cNvSpPr/>
              <p:nvPr/>
            </p:nvSpPr>
            <p:spPr>
              <a:xfrm>
                <a:off x="5845318" y="5775285"/>
                <a:ext cx="7506" cy="3777"/>
              </a:xfrm>
              <a:custGeom>
                <a:avLst/>
                <a:gdLst>
                  <a:gd name="connsiteX0" fmla="*/ 3544 w 7506"/>
                  <a:gd name="connsiteY0" fmla="*/ 494 h 3777"/>
                  <a:gd name="connsiteX1" fmla="*/ 3961 w 7506"/>
                  <a:gd name="connsiteY1" fmla="*/ 3277 h 3777"/>
                  <a:gd name="connsiteX2" fmla="*/ 3544 w 7506"/>
                  <a:gd name="connsiteY2" fmla="*/ 494 h 3777"/>
                </a:gdLst>
                <a:ahLst/>
                <a:cxnLst>
                  <a:cxn ang="0">
                    <a:pos x="connsiteX0" y="connsiteY0"/>
                  </a:cxn>
                  <a:cxn ang="0">
                    <a:pos x="connsiteX1" y="connsiteY1"/>
                  </a:cxn>
                  <a:cxn ang="0">
                    <a:pos x="connsiteX2" y="connsiteY2"/>
                  </a:cxn>
                </a:cxnLst>
                <a:rect l="l" t="t" r="r" b="b"/>
                <a:pathLst>
                  <a:path w="7506" h="3777">
                    <a:moveTo>
                      <a:pt x="3544" y="494"/>
                    </a:moveTo>
                    <a:cubicBezTo>
                      <a:pt x="-2171" y="-1243"/>
                      <a:pt x="-188" y="2065"/>
                      <a:pt x="3961" y="3277"/>
                    </a:cubicBezTo>
                    <a:cubicBezTo>
                      <a:pt x="9676" y="5037"/>
                      <a:pt x="7699" y="1677"/>
                      <a:pt x="3544" y="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6" name="Freeform: Shape 425">
                <a:extLst>
                  <a:ext uri="{FF2B5EF4-FFF2-40B4-BE49-F238E27FC236}">
                    <a16:creationId xmlns:a16="http://schemas.microsoft.com/office/drawing/2014/main" id="{525950A3-CD90-3901-AFF6-4CBBE878C470}"/>
                  </a:ext>
                </a:extLst>
              </p:cNvPr>
              <p:cNvSpPr/>
              <p:nvPr/>
            </p:nvSpPr>
            <p:spPr>
              <a:xfrm>
                <a:off x="5795896" y="5375825"/>
                <a:ext cx="7293" cy="6061"/>
              </a:xfrm>
              <a:custGeom>
                <a:avLst/>
                <a:gdLst>
                  <a:gd name="connsiteX0" fmla="*/ 3457 w 7293"/>
                  <a:gd name="connsiteY0" fmla="*/ 1709 h 6061"/>
                  <a:gd name="connsiteX1" fmla="*/ 5 w 7293"/>
                  <a:gd name="connsiteY1" fmla="*/ 5796 h 6061"/>
                  <a:gd name="connsiteX2" fmla="*/ 3457 w 7293"/>
                  <a:gd name="connsiteY2" fmla="*/ 1709 h 6061"/>
                </a:gdLst>
                <a:ahLst/>
                <a:cxnLst>
                  <a:cxn ang="0">
                    <a:pos x="connsiteX0" y="connsiteY0"/>
                  </a:cxn>
                  <a:cxn ang="0">
                    <a:pos x="connsiteX1" y="connsiteY1"/>
                  </a:cxn>
                  <a:cxn ang="0">
                    <a:pos x="connsiteX2" y="connsiteY2"/>
                  </a:cxn>
                </a:cxnLst>
                <a:rect l="l" t="t" r="r" b="b"/>
                <a:pathLst>
                  <a:path w="7293" h="6061">
                    <a:moveTo>
                      <a:pt x="3457" y="1709"/>
                    </a:moveTo>
                    <a:cubicBezTo>
                      <a:pt x="1451" y="3212"/>
                      <a:pt x="-98" y="5047"/>
                      <a:pt x="5" y="5796"/>
                    </a:cubicBezTo>
                    <a:cubicBezTo>
                      <a:pt x="2245" y="8002"/>
                      <a:pt x="12886" y="-4400"/>
                      <a:pt x="3457" y="17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7" name="Freeform: Shape 426">
                <a:extLst>
                  <a:ext uri="{FF2B5EF4-FFF2-40B4-BE49-F238E27FC236}">
                    <a16:creationId xmlns:a16="http://schemas.microsoft.com/office/drawing/2014/main" id="{0574903A-3452-C242-EECE-76106B811AC6}"/>
                  </a:ext>
                </a:extLst>
              </p:cNvPr>
              <p:cNvSpPr/>
              <p:nvPr/>
            </p:nvSpPr>
            <p:spPr>
              <a:xfrm>
                <a:off x="5807429" y="5469675"/>
                <a:ext cx="7395" cy="4910"/>
              </a:xfrm>
              <a:custGeom>
                <a:avLst/>
                <a:gdLst>
                  <a:gd name="connsiteX0" fmla="*/ 3491 w 7395"/>
                  <a:gd name="connsiteY0" fmla="*/ 751 h 4910"/>
                  <a:gd name="connsiteX1" fmla="*/ 5 w 7395"/>
                  <a:gd name="connsiteY1" fmla="*/ 4197 h 4910"/>
                  <a:gd name="connsiteX2" fmla="*/ 3491 w 7395"/>
                  <a:gd name="connsiteY2" fmla="*/ 751 h 4910"/>
                </a:gdLst>
                <a:ahLst/>
                <a:cxnLst>
                  <a:cxn ang="0">
                    <a:pos x="connsiteX0" y="connsiteY0"/>
                  </a:cxn>
                  <a:cxn ang="0">
                    <a:pos x="connsiteX1" y="connsiteY1"/>
                  </a:cxn>
                  <a:cxn ang="0">
                    <a:pos x="connsiteX2" y="connsiteY2"/>
                  </a:cxn>
                </a:cxnLst>
                <a:rect l="l" t="t" r="r" b="b"/>
                <a:pathLst>
                  <a:path w="7395" h="4910">
                    <a:moveTo>
                      <a:pt x="3491" y="751"/>
                    </a:moveTo>
                    <a:cubicBezTo>
                      <a:pt x="1463" y="1740"/>
                      <a:pt x="-103" y="3283"/>
                      <a:pt x="5" y="4197"/>
                    </a:cubicBezTo>
                    <a:cubicBezTo>
                      <a:pt x="2228" y="7661"/>
                      <a:pt x="13098" y="-2815"/>
                      <a:pt x="3491" y="7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8" name="Freeform: Shape 427">
                <a:extLst>
                  <a:ext uri="{FF2B5EF4-FFF2-40B4-BE49-F238E27FC236}">
                    <a16:creationId xmlns:a16="http://schemas.microsoft.com/office/drawing/2014/main" id="{B920617F-CE95-E6E2-3091-F527EF09DCBD}"/>
                  </a:ext>
                </a:extLst>
              </p:cNvPr>
              <p:cNvSpPr/>
              <p:nvPr/>
            </p:nvSpPr>
            <p:spPr>
              <a:xfrm>
                <a:off x="5867729" y="5925261"/>
                <a:ext cx="8170" cy="3768"/>
              </a:xfrm>
              <a:custGeom>
                <a:avLst/>
                <a:gdLst>
                  <a:gd name="connsiteX0" fmla="*/ 3953 w 8170"/>
                  <a:gd name="connsiteY0" fmla="*/ 336 h 3768"/>
                  <a:gd name="connsiteX1" fmla="*/ 8171 w 8170"/>
                  <a:gd name="connsiteY1" fmla="*/ 2954 h 3768"/>
                  <a:gd name="connsiteX2" fmla="*/ 3953 w 8170"/>
                  <a:gd name="connsiteY2" fmla="*/ 336 h 3768"/>
                </a:gdLst>
                <a:ahLst/>
                <a:cxnLst>
                  <a:cxn ang="0">
                    <a:pos x="connsiteX0" y="connsiteY0"/>
                  </a:cxn>
                  <a:cxn ang="0">
                    <a:pos x="connsiteX1" y="connsiteY1"/>
                  </a:cxn>
                  <a:cxn ang="0">
                    <a:pos x="connsiteX2" y="connsiteY2"/>
                  </a:cxn>
                </a:cxnLst>
                <a:rect l="l" t="t" r="r" b="b"/>
                <a:pathLst>
                  <a:path w="8170" h="3768">
                    <a:moveTo>
                      <a:pt x="3953" y="336"/>
                    </a:moveTo>
                    <a:cubicBezTo>
                      <a:pt x="-6409" y="-1692"/>
                      <a:pt x="6708" y="6257"/>
                      <a:pt x="8171" y="2954"/>
                    </a:cubicBezTo>
                    <a:cubicBezTo>
                      <a:pt x="8079" y="2137"/>
                      <a:pt x="6193" y="965"/>
                      <a:pt x="3953" y="3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29" name="Freeform: Shape 428">
                <a:extLst>
                  <a:ext uri="{FF2B5EF4-FFF2-40B4-BE49-F238E27FC236}">
                    <a16:creationId xmlns:a16="http://schemas.microsoft.com/office/drawing/2014/main" id="{F66BEC0A-E405-921B-AF8B-2173C3F8CD41}"/>
                  </a:ext>
                </a:extLst>
              </p:cNvPr>
              <p:cNvSpPr/>
              <p:nvPr/>
            </p:nvSpPr>
            <p:spPr>
              <a:xfrm>
                <a:off x="5903789" y="6199913"/>
                <a:ext cx="8713" cy="4995"/>
              </a:xfrm>
              <a:custGeom>
                <a:avLst/>
                <a:gdLst>
                  <a:gd name="connsiteX0" fmla="*/ 4092 w 8713"/>
                  <a:gd name="connsiteY0" fmla="*/ 90 h 4995"/>
                  <a:gd name="connsiteX1" fmla="*/ 4624 w 8713"/>
                  <a:gd name="connsiteY1" fmla="*/ 4897 h 4995"/>
                  <a:gd name="connsiteX2" fmla="*/ 4092 w 8713"/>
                  <a:gd name="connsiteY2" fmla="*/ 90 h 4995"/>
                </a:gdLst>
                <a:ahLst/>
                <a:cxnLst>
                  <a:cxn ang="0">
                    <a:pos x="connsiteX0" y="connsiteY0"/>
                  </a:cxn>
                  <a:cxn ang="0">
                    <a:pos x="connsiteX1" y="connsiteY1"/>
                  </a:cxn>
                  <a:cxn ang="0">
                    <a:pos x="connsiteX2" y="connsiteY2"/>
                  </a:cxn>
                </a:cxnLst>
                <a:rect l="l" t="t" r="r" b="b"/>
                <a:pathLst>
                  <a:path w="8713" h="4995">
                    <a:moveTo>
                      <a:pt x="4092" y="90"/>
                    </a:moveTo>
                    <a:cubicBezTo>
                      <a:pt x="-1652" y="764"/>
                      <a:pt x="-1234" y="5753"/>
                      <a:pt x="4624" y="4897"/>
                    </a:cubicBezTo>
                    <a:cubicBezTo>
                      <a:pt x="10356" y="4142"/>
                      <a:pt x="9956" y="-716"/>
                      <a:pt x="4092" y="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0" name="Freeform: Shape 429">
                <a:extLst>
                  <a:ext uri="{FF2B5EF4-FFF2-40B4-BE49-F238E27FC236}">
                    <a16:creationId xmlns:a16="http://schemas.microsoft.com/office/drawing/2014/main" id="{EEACB941-6E10-4C6D-0EFA-A23DBF883367}"/>
                  </a:ext>
                </a:extLst>
              </p:cNvPr>
              <p:cNvSpPr/>
              <p:nvPr/>
            </p:nvSpPr>
            <p:spPr>
              <a:xfrm>
                <a:off x="5919976" y="6357106"/>
                <a:ext cx="9187" cy="6461"/>
              </a:xfrm>
              <a:custGeom>
                <a:avLst/>
                <a:gdLst>
                  <a:gd name="connsiteX0" fmla="*/ 4306 w 9187"/>
                  <a:gd name="connsiteY0" fmla="*/ 866 h 6461"/>
                  <a:gd name="connsiteX1" fmla="*/ 9 w 9187"/>
                  <a:gd name="connsiteY1" fmla="*/ 5415 h 6461"/>
                  <a:gd name="connsiteX2" fmla="*/ 4306 w 9187"/>
                  <a:gd name="connsiteY2" fmla="*/ 866 h 6461"/>
                </a:gdLst>
                <a:ahLst/>
                <a:cxnLst>
                  <a:cxn ang="0">
                    <a:pos x="connsiteX0" y="connsiteY0"/>
                  </a:cxn>
                  <a:cxn ang="0">
                    <a:pos x="connsiteX1" y="connsiteY1"/>
                  </a:cxn>
                  <a:cxn ang="0">
                    <a:pos x="connsiteX2" y="connsiteY2"/>
                  </a:cxn>
                </a:cxnLst>
                <a:rect l="l" t="t" r="r" b="b"/>
                <a:pathLst>
                  <a:path w="9187" h="6461">
                    <a:moveTo>
                      <a:pt x="4306" y="866"/>
                    </a:moveTo>
                    <a:cubicBezTo>
                      <a:pt x="1780" y="2089"/>
                      <a:pt x="-146" y="4135"/>
                      <a:pt x="9" y="5415"/>
                    </a:cubicBezTo>
                    <a:cubicBezTo>
                      <a:pt x="2838" y="10250"/>
                      <a:pt x="16268" y="-3489"/>
                      <a:pt x="4306" y="8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1" name="Freeform: Shape 430">
                <a:extLst>
                  <a:ext uri="{FF2B5EF4-FFF2-40B4-BE49-F238E27FC236}">
                    <a16:creationId xmlns:a16="http://schemas.microsoft.com/office/drawing/2014/main" id="{93988D0F-F3EE-D6AF-55D3-8B83034EFEB0}"/>
                  </a:ext>
                </a:extLst>
              </p:cNvPr>
              <p:cNvSpPr/>
              <p:nvPr/>
            </p:nvSpPr>
            <p:spPr>
              <a:xfrm>
                <a:off x="5936802" y="6447962"/>
                <a:ext cx="9447" cy="5665"/>
              </a:xfrm>
              <a:custGeom>
                <a:avLst/>
                <a:gdLst>
                  <a:gd name="connsiteX0" fmla="*/ 4426 w 9447"/>
                  <a:gd name="connsiteY0" fmla="*/ 1712 h 5665"/>
                  <a:gd name="connsiteX1" fmla="*/ 8 w 9447"/>
                  <a:gd name="connsiteY1" fmla="*/ 5450 h 5665"/>
                  <a:gd name="connsiteX2" fmla="*/ 4426 w 9447"/>
                  <a:gd name="connsiteY2" fmla="*/ 1712 h 5665"/>
                </a:gdLst>
                <a:ahLst/>
                <a:cxnLst>
                  <a:cxn ang="0">
                    <a:pos x="connsiteX0" y="connsiteY0"/>
                  </a:cxn>
                  <a:cxn ang="0">
                    <a:pos x="connsiteX1" y="connsiteY1"/>
                  </a:cxn>
                  <a:cxn ang="0">
                    <a:pos x="connsiteX2" y="connsiteY2"/>
                  </a:cxn>
                </a:cxnLst>
                <a:rect l="l" t="t" r="r" b="b"/>
                <a:pathLst>
                  <a:path w="9447" h="5665">
                    <a:moveTo>
                      <a:pt x="4426" y="1712"/>
                    </a:moveTo>
                    <a:cubicBezTo>
                      <a:pt x="1837" y="3141"/>
                      <a:pt x="-141" y="4821"/>
                      <a:pt x="8" y="5450"/>
                    </a:cubicBezTo>
                    <a:cubicBezTo>
                      <a:pt x="2482" y="7359"/>
                      <a:pt x="16913" y="-4231"/>
                      <a:pt x="4426" y="17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2" name="Freeform: Shape 431">
                <a:extLst>
                  <a:ext uri="{FF2B5EF4-FFF2-40B4-BE49-F238E27FC236}">
                    <a16:creationId xmlns:a16="http://schemas.microsoft.com/office/drawing/2014/main" id="{A31305BB-641D-45FD-27E9-D7B8349069FA}"/>
                  </a:ext>
                </a:extLst>
              </p:cNvPr>
              <p:cNvSpPr/>
              <p:nvPr/>
            </p:nvSpPr>
            <p:spPr>
              <a:xfrm>
                <a:off x="5857470" y="5845936"/>
                <a:ext cx="7902" cy="3795"/>
              </a:xfrm>
              <a:custGeom>
                <a:avLst/>
                <a:gdLst>
                  <a:gd name="connsiteX0" fmla="*/ 3788 w 7902"/>
                  <a:gd name="connsiteY0" fmla="*/ 834 h 3795"/>
                  <a:gd name="connsiteX1" fmla="*/ 7903 w 7902"/>
                  <a:gd name="connsiteY1" fmla="*/ 3463 h 3795"/>
                  <a:gd name="connsiteX2" fmla="*/ 3788 w 7902"/>
                  <a:gd name="connsiteY2" fmla="*/ 834 h 3795"/>
                </a:gdLst>
                <a:ahLst/>
                <a:cxnLst>
                  <a:cxn ang="0">
                    <a:pos x="connsiteX0" y="connsiteY0"/>
                  </a:cxn>
                  <a:cxn ang="0">
                    <a:pos x="connsiteX1" y="connsiteY1"/>
                  </a:cxn>
                  <a:cxn ang="0">
                    <a:pos x="connsiteX2" y="connsiteY2"/>
                  </a:cxn>
                </a:cxnLst>
                <a:rect l="l" t="t" r="r" b="b"/>
                <a:pathLst>
                  <a:path w="7902" h="3795">
                    <a:moveTo>
                      <a:pt x="3788" y="834"/>
                    </a:moveTo>
                    <a:cubicBezTo>
                      <a:pt x="-6173" y="-2526"/>
                      <a:pt x="6503" y="5486"/>
                      <a:pt x="7903" y="3463"/>
                    </a:cubicBezTo>
                    <a:cubicBezTo>
                      <a:pt x="7794" y="2874"/>
                      <a:pt x="5954" y="1703"/>
                      <a:pt x="3788" y="8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3" name="Freeform: Shape 432">
                <a:extLst>
                  <a:ext uri="{FF2B5EF4-FFF2-40B4-BE49-F238E27FC236}">
                    <a16:creationId xmlns:a16="http://schemas.microsoft.com/office/drawing/2014/main" id="{3A3F83A8-BC02-5EB1-98A8-894CFC7C879E}"/>
                  </a:ext>
                </a:extLst>
              </p:cNvPr>
              <p:cNvSpPr/>
              <p:nvPr/>
            </p:nvSpPr>
            <p:spPr>
              <a:xfrm>
                <a:off x="5888615" y="6107426"/>
                <a:ext cx="8778" cy="2609"/>
              </a:xfrm>
              <a:custGeom>
                <a:avLst/>
                <a:gdLst>
                  <a:gd name="connsiteX0" fmla="*/ 4212 w 8778"/>
                  <a:gd name="connsiteY0" fmla="*/ 0 h 2609"/>
                  <a:gd name="connsiteX1" fmla="*/ 8779 w 8778"/>
                  <a:gd name="connsiteY1" fmla="*/ 1372 h 2609"/>
                  <a:gd name="connsiteX2" fmla="*/ 4212 w 8778"/>
                  <a:gd name="connsiteY2" fmla="*/ 0 h 2609"/>
                </a:gdLst>
                <a:ahLst/>
                <a:cxnLst>
                  <a:cxn ang="0">
                    <a:pos x="connsiteX0" y="connsiteY0"/>
                  </a:cxn>
                  <a:cxn ang="0">
                    <a:pos x="connsiteX1" y="connsiteY1"/>
                  </a:cxn>
                  <a:cxn ang="0">
                    <a:pos x="connsiteX2" y="connsiteY2"/>
                  </a:cxn>
                </a:cxnLst>
                <a:rect l="l" t="t" r="r" b="b"/>
                <a:pathLst>
                  <a:path w="8778" h="2609">
                    <a:moveTo>
                      <a:pt x="4212" y="0"/>
                    </a:moveTo>
                    <a:cubicBezTo>
                      <a:pt x="-7023" y="617"/>
                      <a:pt x="7647" y="4578"/>
                      <a:pt x="8779" y="1372"/>
                    </a:cubicBezTo>
                    <a:cubicBezTo>
                      <a:pt x="8659" y="668"/>
                      <a:pt x="6619" y="52"/>
                      <a:pt x="421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4" name="Freeform: Shape 433">
                <a:extLst>
                  <a:ext uri="{FF2B5EF4-FFF2-40B4-BE49-F238E27FC236}">
                    <a16:creationId xmlns:a16="http://schemas.microsoft.com/office/drawing/2014/main" id="{75833AE1-3A39-378A-2881-3B4B396D3788}"/>
                  </a:ext>
                </a:extLst>
              </p:cNvPr>
              <p:cNvSpPr/>
              <p:nvPr/>
            </p:nvSpPr>
            <p:spPr>
              <a:xfrm>
                <a:off x="6191344" y="7526121"/>
                <a:ext cx="12743" cy="5254"/>
              </a:xfrm>
              <a:custGeom>
                <a:avLst/>
                <a:gdLst>
                  <a:gd name="connsiteX0" fmla="*/ 5641 w 12743"/>
                  <a:gd name="connsiteY0" fmla="*/ 25 h 5254"/>
                  <a:gd name="connsiteX1" fmla="*/ 11224 w 12743"/>
                  <a:gd name="connsiteY1" fmla="*/ 4328 h 5254"/>
                  <a:gd name="connsiteX2" fmla="*/ 5641 w 12743"/>
                  <a:gd name="connsiteY2" fmla="*/ 25 h 5254"/>
                </a:gdLst>
                <a:ahLst/>
                <a:cxnLst>
                  <a:cxn ang="0">
                    <a:pos x="connsiteX0" y="connsiteY0"/>
                  </a:cxn>
                  <a:cxn ang="0">
                    <a:pos x="connsiteX1" y="connsiteY1"/>
                  </a:cxn>
                  <a:cxn ang="0">
                    <a:pos x="connsiteX2" y="connsiteY2"/>
                  </a:cxn>
                </a:cxnLst>
                <a:rect l="l" t="t" r="r" b="b"/>
                <a:pathLst>
                  <a:path w="12743" h="5254">
                    <a:moveTo>
                      <a:pt x="5641" y="25"/>
                    </a:moveTo>
                    <a:cubicBezTo>
                      <a:pt x="-7401" y="842"/>
                      <a:pt x="5481" y="7701"/>
                      <a:pt x="11224" y="4328"/>
                    </a:cubicBezTo>
                    <a:cubicBezTo>
                      <a:pt x="15991" y="1728"/>
                      <a:pt x="8253" y="-249"/>
                      <a:pt x="5641"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5" name="Freeform: Shape 434">
                <a:extLst>
                  <a:ext uri="{FF2B5EF4-FFF2-40B4-BE49-F238E27FC236}">
                    <a16:creationId xmlns:a16="http://schemas.microsoft.com/office/drawing/2014/main" id="{2F238B02-C83E-D3BE-464A-3F4C5B6ED9EC}"/>
                  </a:ext>
                </a:extLst>
              </p:cNvPr>
              <p:cNvSpPr/>
              <p:nvPr/>
            </p:nvSpPr>
            <p:spPr>
              <a:xfrm>
                <a:off x="5590606" y="5489649"/>
                <a:ext cx="5718" cy="5312"/>
              </a:xfrm>
              <a:custGeom>
                <a:avLst/>
                <a:gdLst>
                  <a:gd name="connsiteX0" fmla="*/ 2739 w 5718"/>
                  <a:gd name="connsiteY0" fmla="*/ 2065 h 5312"/>
                  <a:gd name="connsiteX1" fmla="*/ 241 w 5718"/>
                  <a:gd name="connsiteY1" fmla="*/ 4414 h 5312"/>
                  <a:gd name="connsiteX2" fmla="*/ 2739 w 5718"/>
                  <a:gd name="connsiteY2" fmla="*/ 2065 h 5312"/>
                </a:gdLst>
                <a:ahLst/>
                <a:cxnLst>
                  <a:cxn ang="0">
                    <a:pos x="connsiteX0" y="connsiteY0"/>
                  </a:cxn>
                  <a:cxn ang="0">
                    <a:pos x="connsiteX1" y="connsiteY1"/>
                  </a:cxn>
                  <a:cxn ang="0">
                    <a:pos x="connsiteX2" y="connsiteY2"/>
                  </a:cxn>
                </a:cxnLst>
                <a:rect l="l" t="t" r="r" b="b"/>
                <a:pathLst>
                  <a:path w="5718" h="5312">
                    <a:moveTo>
                      <a:pt x="2739" y="2065"/>
                    </a:moveTo>
                    <a:cubicBezTo>
                      <a:pt x="1795" y="2877"/>
                      <a:pt x="887" y="3734"/>
                      <a:pt x="241" y="4414"/>
                    </a:cubicBezTo>
                    <a:cubicBezTo>
                      <a:pt x="-1925" y="8866"/>
                      <a:pt x="11448" y="-5050"/>
                      <a:pt x="2739" y="20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6" name="Freeform: Shape 435">
                <a:extLst>
                  <a:ext uri="{FF2B5EF4-FFF2-40B4-BE49-F238E27FC236}">
                    <a16:creationId xmlns:a16="http://schemas.microsoft.com/office/drawing/2014/main" id="{76C69D1F-CD41-82DB-702A-B3474530D2AE}"/>
                  </a:ext>
                </a:extLst>
              </p:cNvPr>
              <p:cNvSpPr/>
              <p:nvPr/>
            </p:nvSpPr>
            <p:spPr>
              <a:xfrm>
                <a:off x="5723779" y="6711615"/>
                <a:ext cx="10166" cy="1796"/>
              </a:xfrm>
              <a:custGeom>
                <a:avLst/>
                <a:gdLst>
                  <a:gd name="connsiteX0" fmla="*/ 4874 w 10166"/>
                  <a:gd name="connsiteY0" fmla="*/ 109 h 1796"/>
                  <a:gd name="connsiteX1" fmla="*/ 5286 w 10166"/>
                  <a:gd name="connsiteY1" fmla="*/ 1697 h 1796"/>
                  <a:gd name="connsiteX2" fmla="*/ 4874 w 10166"/>
                  <a:gd name="connsiteY2" fmla="*/ 109 h 1796"/>
                </a:gdLst>
                <a:ahLst/>
                <a:cxnLst>
                  <a:cxn ang="0">
                    <a:pos x="connsiteX0" y="connsiteY0"/>
                  </a:cxn>
                  <a:cxn ang="0">
                    <a:pos x="connsiteX1" y="connsiteY1"/>
                  </a:cxn>
                  <a:cxn ang="0">
                    <a:pos x="connsiteX2" y="connsiteY2"/>
                  </a:cxn>
                </a:cxnLst>
                <a:rect l="l" t="t" r="r" b="b"/>
                <a:pathLst>
                  <a:path w="10166" h="1796">
                    <a:moveTo>
                      <a:pt x="4874" y="109"/>
                    </a:moveTo>
                    <a:cubicBezTo>
                      <a:pt x="-2110" y="612"/>
                      <a:pt x="-1247" y="2206"/>
                      <a:pt x="5286" y="1697"/>
                    </a:cubicBezTo>
                    <a:cubicBezTo>
                      <a:pt x="12281" y="1206"/>
                      <a:pt x="11412" y="-434"/>
                      <a:pt x="4874" y="1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7" name="Freeform: Shape 436">
                <a:extLst>
                  <a:ext uri="{FF2B5EF4-FFF2-40B4-BE49-F238E27FC236}">
                    <a16:creationId xmlns:a16="http://schemas.microsoft.com/office/drawing/2014/main" id="{5566D6F6-6E7A-FAE0-A1A2-4EA500565B62}"/>
                  </a:ext>
                </a:extLst>
              </p:cNvPr>
              <p:cNvSpPr/>
              <p:nvPr/>
            </p:nvSpPr>
            <p:spPr>
              <a:xfrm>
                <a:off x="5736501" y="6777240"/>
                <a:ext cx="10873" cy="2898"/>
              </a:xfrm>
              <a:custGeom>
                <a:avLst/>
                <a:gdLst>
                  <a:gd name="connsiteX0" fmla="*/ 5250 w 10873"/>
                  <a:gd name="connsiteY0" fmla="*/ 1 h 2898"/>
                  <a:gd name="connsiteX1" fmla="*/ 10873 w 10873"/>
                  <a:gd name="connsiteY1" fmla="*/ 1384 h 2898"/>
                  <a:gd name="connsiteX2" fmla="*/ 5250 w 10873"/>
                  <a:gd name="connsiteY2" fmla="*/ 1 h 2898"/>
                </a:gdLst>
                <a:ahLst/>
                <a:cxnLst>
                  <a:cxn ang="0">
                    <a:pos x="connsiteX0" y="connsiteY0"/>
                  </a:cxn>
                  <a:cxn ang="0">
                    <a:pos x="connsiteX1" y="connsiteY1"/>
                  </a:cxn>
                  <a:cxn ang="0">
                    <a:pos x="connsiteX2" y="connsiteY2"/>
                  </a:cxn>
                </a:cxnLst>
                <a:rect l="l" t="t" r="r" b="b"/>
                <a:pathLst>
                  <a:path w="10873" h="2898">
                    <a:moveTo>
                      <a:pt x="5250" y="1"/>
                    </a:moveTo>
                    <a:cubicBezTo>
                      <a:pt x="-8735" y="1075"/>
                      <a:pt x="9490" y="5036"/>
                      <a:pt x="10873" y="1384"/>
                    </a:cubicBezTo>
                    <a:cubicBezTo>
                      <a:pt x="10748" y="590"/>
                      <a:pt x="8227" y="-28"/>
                      <a:pt x="525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8" name="Freeform: Shape 437">
                <a:extLst>
                  <a:ext uri="{FF2B5EF4-FFF2-40B4-BE49-F238E27FC236}">
                    <a16:creationId xmlns:a16="http://schemas.microsoft.com/office/drawing/2014/main" id="{9F96F3EF-C8AF-F487-43DC-2C886384FAA4}"/>
                  </a:ext>
                </a:extLst>
              </p:cNvPr>
              <p:cNvSpPr/>
              <p:nvPr/>
            </p:nvSpPr>
            <p:spPr>
              <a:xfrm>
                <a:off x="5711988" y="6676037"/>
                <a:ext cx="9856" cy="1963"/>
              </a:xfrm>
              <a:custGeom>
                <a:avLst/>
                <a:gdLst>
                  <a:gd name="connsiteX0" fmla="*/ 4737 w 9856"/>
                  <a:gd name="connsiteY0" fmla="*/ 569 h 1963"/>
                  <a:gd name="connsiteX1" fmla="*/ 5114 w 9856"/>
                  <a:gd name="connsiteY1" fmla="*/ 1409 h 1963"/>
                  <a:gd name="connsiteX2" fmla="*/ 4737 w 9856"/>
                  <a:gd name="connsiteY2" fmla="*/ 569 h 1963"/>
                </a:gdLst>
                <a:ahLst/>
                <a:cxnLst>
                  <a:cxn ang="0">
                    <a:pos x="connsiteX0" y="connsiteY0"/>
                  </a:cxn>
                  <a:cxn ang="0">
                    <a:pos x="connsiteX1" y="connsiteY1"/>
                  </a:cxn>
                  <a:cxn ang="0">
                    <a:pos x="connsiteX2" y="connsiteY2"/>
                  </a:cxn>
                </a:cxnLst>
                <a:rect l="l" t="t" r="r" b="b"/>
                <a:pathLst>
                  <a:path w="9856" h="1963">
                    <a:moveTo>
                      <a:pt x="4737" y="569"/>
                    </a:moveTo>
                    <a:cubicBezTo>
                      <a:pt x="-2023" y="1769"/>
                      <a:pt x="-1235" y="2546"/>
                      <a:pt x="5114" y="1409"/>
                    </a:cubicBezTo>
                    <a:cubicBezTo>
                      <a:pt x="11887" y="226"/>
                      <a:pt x="11087" y="-609"/>
                      <a:pt x="4737"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39" name="Freeform: Shape 438">
                <a:extLst>
                  <a:ext uri="{FF2B5EF4-FFF2-40B4-BE49-F238E27FC236}">
                    <a16:creationId xmlns:a16="http://schemas.microsoft.com/office/drawing/2014/main" id="{3CE8A930-212B-479C-8695-8520E88A3A69}"/>
                  </a:ext>
                </a:extLst>
              </p:cNvPr>
              <p:cNvSpPr/>
              <p:nvPr/>
            </p:nvSpPr>
            <p:spPr>
              <a:xfrm>
                <a:off x="5701034" y="6654788"/>
                <a:ext cx="9583" cy="2978"/>
              </a:xfrm>
              <a:custGeom>
                <a:avLst/>
                <a:gdLst>
                  <a:gd name="connsiteX0" fmla="*/ 4610 w 9583"/>
                  <a:gd name="connsiteY0" fmla="*/ 1187 h 2978"/>
                  <a:gd name="connsiteX1" fmla="*/ 4965 w 9583"/>
                  <a:gd name="connsiteY1" fmla="*/ 1804 h 2978"/>
                  <a:gd name="connsiteX2" fmla="*/ 4610 w 9583"/>
                  <a:gd name="connsiteY2" fmla="*/ 1187 h 2978"/>
                </a:gdLst>
                <a:ahLst/>
                <a:cxnLst>
                  <a:cxn ang="0">
                    <a:pos x="connsiteX0" y="connsiteY0"/>
                  </a:cxn>
                  <a:cxn ang="0">
                    <a:pos x="connsiteX1" y="connsiteY1"/>
                  </a:cxn>
                  <a:cxn ang="0">
                    <a:pos x="connsiteX2" y="connsiteY2"/>
                  </a:cxn>
                </a:cxnLst>
                <a:rect l="l" t="t" r="r" b="b"/>
                <a:pathLst>
                  <a:path w="9583" h="2978">
                    <a:moveTo>
                      <a:pt x="4610" y="1187"/>
                    </a:moveTo>
                    <a:cubicBezTo>
                      <a:pt x="-1870" y="3153"/>
                      <a:pt x="-1305" y="3706"/>
                      <a:pt x="4965" y="1804"/>
                    </a:cubicBezTo>
                    <a:cubicBezTo>
                      <a:pt x="11463" y="-145"/>
                      <a:pt x="10885" y="-756"/>
                      <a:pt x="4610" y="11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0" name="Freeform: Shape 439">
                <a:extLst>
                  <a:ext uri="{FF2B5EF4-FFF2-40B4-BE49-F238E27FC236}">
                    <a16:creationId xmlns:a16="http://schemas.microsoft.com/office/drawing/2014/main" id="{FA6555A8-20CD-19A5-47DC-B034C345BDB2}"/>
                  </a:ext>
                </a:extLst>
              </p:cNvPr>
              <p:cNvSpPr/>
              <p:nvPr/>
            </p:nvSpPr>
            <p:spPr>
              <a:xfrm>
                <a:off x="5779614" y="7112891"/>
                <a:ext cx="11530" cy="4108"/>
              </a:xfrm>
              <a:custGeom>
                <a:avLst/>
                <a:gdLst>
                  <a:gd name="connsiteX0" fmla="*/ 5509 w 11530"/>
                  <a:gd name="connsiteY0" fmla="*/ 3 h 4108"/>
                  <a:gd name="connsiteX1" fmla="*/ 6018 w 11530"/>
                  <a:gd name="connsiteY1" fmla="*/ 4106 h 4108"/>
                  <a:gd name="connsiteX2" fmla="*/ 5509 w 11530"/>
                  <a:gd name="connsiteY2" fmla="*/ 3 h 4108"/>
                </a:gdLst>
                <a:ahLst/>
                <a:cxnLst>
                  <a:cxn ang="0">
                    <a:pos x="connsiteX0" y="connsiteY0"/>
                  </a:cxn>
                  <a:cxn ang="0">
                    <a:pos x="connsiteX1" y="connsiteY1"/>
                  </a:cxn>
                  <a:cxn ang="0">
                    <a:pos x="connsiteX2" y="connsiteY2"/>
                  </a:cxn>
                </a:cxnLst>
                <a:rect l="l" t="t" r="r" b="b"/>
                <a:pathLst>
                  <a:path w="11530" h="4108">
                    <a:moveTo>
                      <a:pt x="5509" y="3"/>
                    </a:moveTo>
                    <a:cubicBezTo>
                      <a:pt x="-2487" y="26"/>
                      <a:pt x="-1309" y="4226"/>
                      <a:pt x="6018" y="4106"/>
                    </a:cubicBezTo>
                    <a:cubicBezTo>
                      <a:pt x="14024" y="4083"/>
                      <a:pt x="12835" y="-123"/>
                      <a:pt x="5509"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1" name="Freeform: Shape 440">
                <a:extLst>
                  <a:ext uri="{FF2B5EF4-FFF2-40B4-BE49-F238E27FC236}">
                    <a16:creationId xmlns:a16="http://schemas.microsoft.com/office/drawing/2014/main" id="{6764332E-F15D-C649-2CDB-900B83918066}"/>
                  </a:ext>
                </a:extLst>
              </p:cNvPr>
              <p:cNvSpPr/>
              <p:nvPr/>
            </p:nvSpPr>
            <p:spPr>
              <a:xfrm>
                <a:off x="5812488" y="7378739"/>
                <a:ext cx="12777" cy="4762"/>
              </a:xfrm>
              <a:custGeom>
                <a:avLst/>
                <a:gdLst>
                  <a:gd name="connsiteX0" fmla="*/ 6125 w 12777"/>
                  <a:gd name="connsiteY0" fmla="*/ 0 h 4762"/>
                  <a:gd name="connsiteX1" fmla="*/ 12777 w 12777"/>
                  <a:gd name="connsiteY1" fmla="*/ 2349 h 4762"/>
                  <a:gd name="connsiteX2" fmla="*/ 6125 w 12777"/>
                  <a:gd name="connsiteY2" fmla="*/ 0 h 4762"/>
                </a:gdLst>
                <a:ahLst/>
                <a:cxnLst>
                  <a:cxn ang="0">
                    <a:pos x="connsiteX0" y="connsiteY0"/>
                  </a:cxn>
                  <a:cxn ang="0">
                    <a:pos x="connsiteX1" y="connsiteY1"/>
                  </a:cxn>
                  <a:cxn ang="0">
                    <a:pos x="connsiteX2" y="connsiteY2"/>
                  </a:cxn>
                </a:cxnLst>
                <a:rect l="l" t="t" r="r" b="b"/>
                <a:pathLst>
                  <a:path w="12777" h="4762">
                    <a:moveTo>
                      <a:pt x="6125" y="0"/>
                    </a:moveTo>
                    <a:cubicBezTo>
                      <a:pt x="-10209" y="1463"/>
                      <a:pt x="11108" y="8344"/>
                      <a:pt x="12777" y="2349"/>
                    </a:cubicBezTo>
                    <a:cubicBezTo>
                      <a:pt x="12606" y="1051"/>
                      <a:pt x="9628" y="0"/>
                      <a:pt x="612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2" name="Freeform: Shape 441">
                <a:extLst>
                  <a:ext uri="{FF2B5EF4-FFF2-40B4-BE49-F238E27FC236}">
                    <a16:creationId xmlns:a16="http://schemas.microsoft.com/office/drawing/2014/main" id="{C2663D10-7502-D09C-3631-DF6F0E54CBC2}"/>
                  </a:ext>
                </a:extLst>
              </p:cNvPr>
              <p:cNvSpPr/>
              <p:nvPr/>
            </p:nvSpPr>
            <p:spPr>
              <a:xfrm>
                <a:off x="5690636" y="6632316"/>
                <a:ext cx="9324" cy="4093"/>
              </a:xfrm>
              <a:custGeom>
                <a:avLst/>
                <a:gdLst>
                  <a:gd name="connsiteX0" fmla="*/ 4486 w 9324"/>
                  <a:gd name="connsiteY0" fmla="*/ 1592 h 4093"/>
                  <a:gd name="connsiteX1" fmla="*/ 4829 w 9324"/>
                  <a:gd name="connsiteY1" fmla="*/ 2512 h 4093"/>
                  <a:gd name="connsiteX2" fmla="*/ 4486 w 9324"/>
                  <a:gd name="connsiteY2" fmla="*/ 1592 h 4093"/>
                </a:gdLst>
                <a:ahLst/>
                <a:cxnLst>
                  <a:cxn ang="0">
                    <a:pos x="connsiteX0" y="connsiteY0"/>
                  </a:cxn>
                  <a:cxn ang="0">
                    <a:pos x="connsiteX1" y="connsiteY1"/>
                  </a:cxn>
                  <a:cxn ang="0">
                    <a:pos x="connsiteX2" y="connsiteY2"/>
                  </a:cxn>
                </a:cxnLst>
                <a:rect l="l" t="t" r="r" b="b"/>
                <a:pathLst>
                  <a:path w="9324" h="4093">
                    <a:moveTo>
                      <a:pt x="4486" y="1592"/>
                    </a:moveTo>
                    <a:cubicBezTo>
                      <a:pt x="-1697" y="4216"/>
                      <a:pt x="-1400" y="5170"/>
                      <a:pt x="4829" y="2512"/>
                    </a:cubicBezTo>
                    <a:cubicBezTo>
                      <a:pt x="11030" y="-99"/>
                      <a:pt x="10721" y="-1099"/>
                      <a:pt x="4486" y="1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3" name="Freeform: Shape 442">
                <a:extLst>
                  <a:ext uri="{FF2B5EF4-FFF2-40B4-BE49-F238E27FC236}">
                    <a16:creationId xmlns:a16="http://schemas.microsoft.com/office/drawing/2014/main" id="{3D9F0BC3-A4C1-CF79-DED9-F58F1D8B377D}"/>
                  </a:ext>
                </a:extLst>
              </p:cNvPr>
              <p:cNvSpPr/>
              <p:nvPr/>
            </p:nvSpPr>
            <p:spPr>
              <a:xfrm>
                <a:off x="5795411" y="7241262"/>
                <a:ext cx="11937" cy="4395"/>
              </a:xfrm>
              <a:custGeom>
                <a:avLst/>
                <a:gdLst>
                  <a:gd name="connsiteX0" fmla="*/ 5690 w 11937"/>
                  <a:gd name="connsiteY0" fmla="*/ 3 h 4395"/>
                  <a:gd name="connsiteX1" fmla="*/ 6239 w 11937"/>
                  <a:gd name="connsiteY1" fmla="*/ 4392 h 4395"/>
                  <a:gd name="connsiteX2" fmla="*/ 5690 w 11937"/>
                  <a:gd name="connsiteY2" fmla="*/ 3 h 4395"/>
                </a:gdLst>
                <a:ahLst/>
                <a:cxnLst>
                  <a:cxn ang="0">
                    <a:pos x="connsiteX0" y="connsiteY0"/>
                  </a:cxn>
                  <a:cxn ang="0">
                    <a:pos x="connsiteX1" y="connsiteY1"/>
                  </a:cxn>
                  <a:cxn ang="0">
                    <a:pos x="connsiteX2" y="connsiteY2"/>
                  </a:cxn>
                </a:cxnLst>
                <a:rect l="l" t="t" r="r" b="b"/>
                <a:pathLst>
                  <a:path w="11937" h="4395">
                    <a:moveTo>
                      <a:pt x="5690" y="3"/>
                    </a:moveTo>
                    <a:cubicBezTo>
                      <a:pt x="-2597" y="31"/>
                      <a:pt x="-1328" y="4523"/>
                      <a:pt x="6239" y="4392"/>
                    </a:cubicBezTo>
                    <a:cubicBezTo>
                      <a:pt x="14543" y="4364"/>
                      <a:pt x="13263" y="-128"/>
                      <a:pt x="56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4" name="Freeform: Shape 443">
                <a:extLst>
                  <a:ext uri="{FF2B5EF4-FFF2-40B4-BE49-F238E27FC236}">
                    <a16:creationId xmlns:a16="http://schemas.microsoft.com/office/drawing/2014/main" id="{7C453F8F-5BC3-F100-8705-8F6815AC220F}"/>
                  </a:ext>
                </a:extLst>
              </p:cNvPr>
              <p:cNvSpPr/>
              <p:nvPr/>
            </p:nvSpPr>
            <p:spPr>
              <a:xfrm>
                <a:off x="5764865" y="6992791"/>
                <a:ext cx="11159" cy="3845"/>
              </a:xfrm>
              <a:custGeom>
                <a:avLst/>
                <a:gdLst>
                  <a:gd name="connsiteX0" fmla="*/ 5335 w 11159"/>
                  <a:gd name="connsiteY0" fmla="*/ 2 h 3845"/>
                  <a:gd name="connsiteX1" fmla="*/ 5815 w 11159"/>
                  <a:gd name="connsiteY1" fmla="*/ 3843 h 3845"/>
                  <a:gd name="connsiteX2" fmla="*/ 5335 w 11159"/>
                  <a:gd name="connsiteY2" fmla="*/ 2 h 3845"/>
                </a:gdLst>
                <a:ahLst/>
                <a:cxnLst>
                  <a:cxn ang="0">
                    <a:pos x="connsiteX0" y="connsiteY0"/>
                  </a:cxn>
                  <a:cxn ang="0">
                    <a:pos x="connsiteX1" y="connsiteY1"/>
                  </a:cxn>
                  <a:cxn ang="0">
                    <a:pos x="connsiteX2" y="connsiteY2"/>
                  </a:cxn>
                </a:cxnLst>
                <a:rect l="l" t="t" r="r" b="b"/>
                <a:pathLst>
                  <a:path w="11159" h="3845">
                    <a:moveTo>
                      <a:pt x="5335" y="2"/>
                    </a:moveTo>
                    <a:cubicBezTo>
                      <a:pt x="-2397" y="19"/>
                      <a:pt x="-1277" y="3963"/>
                      <a:pt x="5815" y="3843"/>
                    </a:cubicBezTo>
                    <a:cubicBezTo>
                      <a:pt x="13565" y="3825"/>
                      <a:pt x="12433" y="-112"/>
                      <a:pt x="5335"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5" name="Freeform: Shape 444">
                <a:extLst>
                  <a:ext uri="{FF2B5EF4-FFF2-40B4-BE49-F238E27FC236}">
                    <a16:creationId xmlns:a16="http://schemas.microsoft.com/office/drawing/2014/main" id="{E8FDEF2D-B401-4B39-9743-9B240C92A569}"/>
                  </a:ext>
                </a:extLst>
              </p:cNvPr>
              <p:cNvSpPr/>
              <p:nvPr/>
            </p:nvSpPr>
            <p:spPr>
              <a:xfrm>
                <a:off x="5750476" y="6880134"/>
                <a:ext cx="11192" cy="3657"/>
              </a:xfrm>
              <a:custGeom>
                <a:avLst/>
                <a:gdLst>
                  <a:gd name="connsiteX0" fmla="*/ 5397 w 11192"/>
                  <a:gd name="connsiteY0" fmla="*/ 0 h 3657"/>
                  <a:gd name="connsiteX1" fmla="*/ 11192 w 11192"/>
                  <a:gd name="connsiteY1" fmla="*/ 1805 h 3657"/>
                  <a:gd name="connsiteX2" fmla="*/ 5397 w 11192"/>
                  <a:gd name="connsiteY2" fmla="*/ 0 h 3657"/>
                </a:gdLst>
                <a:ahLst/>
                <a:cxnLst>
                  <a:cxn ang="0">
                    <a:pos x="connsiteX0" y="connsiteY0"/>
                  </a:cxn>
                  <a:cxn ang="0">
                    <a:pos x="connsiteX1" y="connsiteY1"/>
                  </a:cxn>
                  <a:cxn ang="0">
                    <a:pos x="connsiteX2" y="connsiteY2"/>
                  </a:cxn>
                </a:cxnLst>
                <a:rect l="l" t="t" r="r" b="b"/>
                <a:pathLst>
                  <a:path w="11192" h="3657">
                    <a:moveTo>
                      <a:pt x="5397" y="0"/>
                    </a:moveTo>
                    <a:cubicBezTo>
                      <a:pt x="-8959" y="1166"/>
                      <a:pt x="9700" y="6389"/>
                      <a:pt x="11192" y="1805"/>
                    </a:cubicBezTo>
                    <a:cubicBezTo>
                      <a:pt x="11061" y="811"/>
                      <a:pt x="8466" y="0"/>
                      <a:pt x="539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6" name="Freeform: Shape 445">
                <a:extLst>
                  <a:ext uri="{FF2B5EF4-FFF2-40B4-BE49-F238E27FC236}">
                    <a16:creationId xmlns:a16="http://schemas.microsoft.com/office/drawing/2014/main" id="{6684CB82-B00D-BB88-61B7-A685F0ECD71F}"/>
                  </a:ext>
                </a:extLst>
              </p:cNvPr>
              <p:cNvSpPr/>
              <p:nvPr/>
            </p:nvSpPr>
            <p:spPr>
              <a:xfrm>
                <a:off x="5670028" y="6481059"/>
                <a:ext cx="8943" cy="8214"/>
              </a:xfrm>
              <a:custGeom>
                <a:avLst/>
                <a:gdLst>
                  <a:gd name="connsiteX0" fmla="*/ 4298 w 8943"/>
                  <a:gd name="connsiteY0" fmla="*/ 545 h 8214"/>
                  <a:gd name="connsiteX1" fmla="*/ 4641 w 8943"/>
                  <a:gd name="connsiteY1" fmla="*/ 7643 h 8214"/>
                  <a:gd name="connsiteX2" fmla="*/ 4298 w 8943"/>
                  <a:gd name="connsiteY2" fmla="*/ 545 h 8214"/>
                </a:gdLst>
                <a:ahLst/>
                <a:cxnLst>
                  <a:cxn ang="0">
                    <a:pos x="connsiteX0" y="connsiteY0"/>
                  </a:cxn>
                  <a:cxn ang="0">
                    <a:pos x="connsiteX1" y="connsiteY1"/>
                  </a:cxn>
                  <a:cxn ang="0">
                    <a:pos x="connsiteX2" y="connsiteY2"/>
                  </a:cxn>
                </a:cxnLst>
                <a:rect l="l" t="t" r="r" b="b"/>
                <a:pathLst>
                  <a:path w="8943" h="8214">
                    <a:moveTo>
                      <a:pt x="4298" y="545"/>
                    </a:moveTo>
                    <a:cubicBezTo>
                      <a:pt x="-537" y="2259"/>
                      <a:pt x="-2395" y="10420"/>
                      <a:pt x="4641" y="7643"/>
                    </a:cubicBezTo>
                    <a:cubicBezTo>
                      <a:pt x="9504" y="5883"/>
                      <a:pt x="11322" y="-2141"/>
                      <a:pt x="4298" y="5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7" name="Freeform: Shape 446">
                <a:extLst>
                  <a:ext uri="{FF2B5EF4-FFF2-40B4-BE49-F238E27FC236}">
                    <a16:creationId xmlns:a16="http://schemas.microsoft.com/office/drawing/2014/main" id="{4D899CAA-A89A-76F9-D898-B5C6BFF92EEC}"/>
                  </a:ext>
                </a:extLst>
              </p:cNvPr>
              <p:cNvSpPr/>
              <p:nvPr/>
            </p:nvSpPr>
            <p:spPr>
              <a:xfrm>
                <a:off x="5616097" y="5612799"/>
                <a:ext cx="7245" cy="1920"/>
              </a:xfrm>
              <a:custGeom>
                <a:avLst/>
                <a:gdLst>
                  <a:gd name="connsiteX0" fmla="*/ 3456 w 7245"/>
                  <a:gd name="connsiteY0" fmla="*/ 245 h 1920"/>
                  <a:gd name="connsiteX1" fmla="*/ 3787 w 7245"/>
                  <a:gd name="connsiteY1" fmla="*/ 1696 h 1920"/>
                  <a:gd name="connsiteX2" fmla="*/ 3456 w 7245"/>
                  <a:gd name="connsiteY2" fmla="*/ 245 h 1920"/>
                </a:gdLst>
                <a:ahLst/>
                <a:cxnLst>
                  <a:cxn ang="0">
                    <a:pos x="connsiteX0" y="connsiteY0"/>
                  </a:cxn>
                  <a:cxn ang="0">
                    <a:pos x="connsiteX1" y="connsiteY1"/>
                  </a:cxn>
                  <a:cxn ang="0">
                    <a:pos x="connsiteX2" y="connsiteY2"/>
                  </a:cxn>
                </a:cxnLst>
                <a:rect l="l" t="t" r="r" b="b"/>
                <a:pathLst>
                  <a:path w="7245" h="1920">
                    <a:moveTo>
                      <a:pt x="3456" y="245"/>
                    </a:moveTo>
                    <a:cubicBezTo>
                      <a:pt x="-1436" y="1045"/>
                      <a:pt x="-962" y="2474"/>
                      <a:pt x="3787" y="1696"/>
                    </a:cubicBezTo>
                    <a:cubicBezTo>
                      <a:pt x="8685" y="936"/>
                      <a:pt x="8205" y="-595"/>
                      <a:pt x="3456" y="2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8" name="Freeform: Shape 447">
                <a:extLst>
                  <a:ext uri="{FF2B5EF4-FFF2-40B4-BE49-F238E27FC236}">
                    <a16:creationId xmlns:a16="http://schemas.microsoft.com/office/drawing/2014/main" id="{436C3214-ACC7-AE15-1146-6DA023999215}"/>
                  </a:ext>
                </a:extLst>
              </p:cNvPr>
              <p:cNvSpPr/>
              <p:nvPr/>
            </p:nvSpPr>
            <p:spPr>
              <a:xfrm>
                <a:off x="5635533" y="5704179"/>
                <a:ext cx="7480" cy="2897"/>
              </a:xfrm>
              <a:custGeom>
                <a:avLst/>
                <a:gdLst>
                  <a:gd name="connsiteX0" fmla="*/ 3588 w 7480"/>
                  <a:gd name="connsiteY0" fmla="*/ 654 h 2897"/>
                  <a:gd name="connsiteX1" fmla="*/ 3885 w 7480"/>
                  <a:gd name="connsiteY1" fmla="*/ 2231 h 2897"/>
                  <a:gd name="connsiteX2" fmla="*/ 3588 w 7480"/>
                  <a:gd name="connsiteY2" fmla="*/ 654 h 2897"/>
                </a:gdLst>
                <a:ahLst/>
                <a:cxnLst>
                  <a:cxn ang="0">
                    <a:pos x="connsiteX0" y="connsiteY0"/>
                  </a:cxn>
                  <a:cxn ang="0">
                    <a:pos x="connsiteX1" y="connsiteY1"/>
                  </a:cxn>
                  <a:cxn ang="0">
                    <a:pos x="connsiteX2" y="connsiteY2"/>
                  </a:cxn>
                </a:cxnLst>
                <a:rect l="l" t="t" r="r" b="b"/>
                <a:pathLst>
                  <a:path w="7480" h="2897">
                    <a:moveTo>
                      <a:pt x="3588" y="654"/>
                    </a:moveTo>
                    <a:cubicBezTo>
                      <a:pt x="-1910" y="-1027"/>
                      <a:pt x="-510" y="911"/>
                      <a:pt x="3885" y="2231"/>
                    </a:cubicBezTo>
                    <a:cubicBezTo>
                      <a:pt x="9395" y="3951"/>
                      <a:pt x="7989" y="1951"/>
                      <a:pt x="3588" y="6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49" name="Freeform: Shape 448">
                <a:extLst>
                  <a:ext uri="{FF2B5EF4-FFF2-40B4-BE49-F238E27FC236}">
                    <a16:creationId xmlns:a16="http://schemas.microsoft.com/office/drawing/2014/main" id="{3259DAE0-1EED-21DF-67C1-FF28781FB7AA}"/>
                  </a:ext>
                </a:extLst>
              </p:cNvPr>
              <p:cNvSpPr/>
              <p:nvPr/>
            </p:nvSpPr>
            <p:spPr>
              <a:xfrm>
                <a:off x="5626053" y="5657834"/>
                <a:ext cx="7357" cy="1757"/>
              </a:xfrm>
              <a:custGeom>
                <a:avLst/>
                <a:gdLst>
                  <a:gd name="connsiteX0" fmla="*/ 3513 w 7357"/>
                  <a:gd name="connsiteY0" fmla="*/ 113 h 1757"/>
                  <a:gd name="connsiteX1" fmla="*/ 3838 w 7357"/>
                  <a:gd name="connsiteY1" fmla="*/ 1633 h 1757"/>
                  <a:gd name="connsiteX2" fmla="*/ 3513 w 7357"/>
                  <a:gd name="connsiteY2" fmla="*/ 113 h 1757"/>
                </a:gdLst>
                <a:ahLst/>
                <a:cxnLst>
                  <a:cxn ang="0">
                    <a:pos x="connsiteX0" y="connsiteY0"/>
                  </a:cxn>
                  <a:cxn ang="0">
                    <a:pos x="connsiteX1" y="connsiteY1"/>
                  </a:cxn>
                  <a:cxn ang="0">
                    <a:pos x="connsiteX2" y="connsiteY2"/>
                  </a:cxn>
                </a:cxnLst>
                <a:rect l="l" t="t" r="r" b="b"/>
                <a:pathLst>
                  <a:path w="7357" h="1757">
                    <a:moveTo>
                      <a:pt x="3513" y="113"/>
                    </a:moveTo>
                    <a:cubicBezTo>
                      <a:pt x="-1751" y="-436"/>
                      <a:pt x="-648" y="1170"/>
                      <a:pt x="3838" y="1633"/>
                    </a:cubicBezTo>
                    <a:cubicBezTo>
                      <a:pt x="9114" y="2227"/>
                      <a:pt x="8005" y="530"/>
                      <a:pt x="3513" y="1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0" name="Freeform: Shape 449">
                <a:extLst>
                  <a:ext uri="{FF2B5EF4-FFF2-40B4-BE49-F238E27FC236}">
                    <a16:creationId xmlns:a16="http://schemas.microsoft.com/office/drawing/2014/main" id="{5618563C-0925-EB89-CB46-62C7231A63B2}"/>
                  </a:ext>
                </a:extLst>
              </p:cNvPr>
              <p:cNvSpPr/>
              <p:nvPr/>
            </p:nvSpPr>
            <p:spPr>
              <a:xfrm>
                <a:off x="5606205" y="5569109"/>
                <a:ext cx="7431" cy="3647"/>
              </a:xfrm>
              <a:custGeom>
                <a:avLst/>
                <a:gdLst>
                  <a:gd name="connsiteX0" fmla="*/ 3530 w 7431"/>
                  <a:gd name="connsiteY0" fmla="*/ 1164 h 3647"/>
                  <a:gd name="connsiteX1" fmla="*/ 3 w 7431"/>
                  <a:gd name="connsiteY1" fmla="*/ 3530 h 3647"/>
                  <a:gd name="connsiteX2" fmla="*/ 3530 w 7431"/>
                  <a:gd name="connsiteY2" fmla="*/ 1164 h 3647"/>
                </a:gdLst>
                <a:ahLst/>
                <a:cxnLst>
                  <a:cxn ang="0">
                    <a:pos x="connsiteX0" y="connsiteY0"/>
                  </a:cxn>
                  <a:cxn ang="0">
                    <a:pos x="connsiteX1" y="connsiteY1"/>
                  </a:cxn>
                  <a:cxn ang="0">
                    <a:pos x="connsiteX2" y="connsiteY2"/>
                  </a:cxn>
                </a:cxnLst>
                <a:rect l="l" t="t" r="r" b="b"/>
                <a:pathLst>
                  <a:path w="7431" h="3647">
                    <a:moveTo>
                      <a:pt x="3530" y="1164"/>
                    </a:moveTo>
                    <a:cubicBezTo>
                      <a:pt x="1495" y="2101"/>
                      <a:pt x="-82" y="3158"/>
                      <a:pt x="3" y="3530"/>
                    </a:cubicBezTo>
                    <a:cubicBezTo>
                      <a:pt x="1741" y="4655"/>
                      <a:pt x="13354" y="-2780"/>
                      <a:pt x="3530" y="1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1" name="Freeform: Shape 450">
                <a:extLst>
                  <a:ext uri="{FF2B5EF4-FFF2-40B4-BE49-F238E27FC236}">
                    <a16:creationId xmlns:a16="http://schemas.microsoft.com/office/drawing/2014/main" id="{80BA8658-BB64-9938-73F3-5DAFEBD7883F}"/>
                  </a:ext>
                </a:extLst>
              </p:cNvPr>
              <p:cNvSpPr/>
              <p:nvPr/>
            </p:nvSpPr>
            <p:spPr>
              <a:xfrm>
                <a:off x="5680324" y="6592724"/>
                <a:ext cx="9468" cy="5197"/>
              </a:xfrm>
              <a:custGeom>
                <a:avLst/>
                <a:gdLst>
                  <a:gd name="connsiteX0" fmla="*/ 4524 w 9468"/>
                  <a:gd name="connsiteY0" fmla="*/ 1773 h 5197"/>
                  <a:gd name="connsiteX1" fmla="*/ 3 w 9468"/>
                  <a:gd name="connsiteY1" fmla="*/ 5083 h 5197"/>
                  <a:gd name="connsiteX2" fmla="*/ 4524 w 9468"/>
                  <a:gd name="connsiteY2" fmla="*/ 1773 h 5197"/>
                </a:gdLst>
                <a:ahLst/>
                <a:cxnLst>
                  <a:cxn ang="0">
                    <a:pos x="connsiteX0" y="connsiteY0"/>
                  </a:cxn>
                  <a:cxn ang="0">
                    <a:pos x="connsiteX1" y="connsiteY1"/>
                  </a:cxn>
                  <a:cxn ang="0">
                    <a:pos x="connsiteX2" y="connsiteY2"/>
                  </a:cxn>
                </a:cxnLst>
                <a:rect l="l" t="t" r="r" b="b"/>
                <a:pathLst>
                  <a:path w="9468" h="5197">
                    <a:moveTo>
                      <a:pt x="4524" y="1773"/>
                    </a:moveTo>
                    <a:cubicBezTo>
                      <a:pt x="1935" y="3122"/>
                      <a:pt x="-88" y="4602"/>
                      <a:pt x="3" y="5083"/>
                    </a:cubicBezTo>
                    <a:cubicBezTo>
                      <a:pt x="2129" y="6392"/>
                      <a:pt x="17028" y="-4033"/>
                      <a:pt x="4524" y="17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2" name="Freeform: Shape 451">
                <a:extLst>
                  <a:ext uri="{FF2B5EF4-FFF2-40B4-BE49-F238E27FC236}">
                    <a16:creationId xmlns:a16="http://schemas.microsoft.com/office/drawing/2014/main" id="{452048AC-896D-82FE-1413-FEB570D87362}"/>
                  </a:ext>
                </a:extLst>
              </p:cNvPr>
              <p:cNvSpPr/>
              <p:nvPr/>
            </p:nvSpPr>
            <p:spPr>
              <a:xfrm>
                <a:off x="5597279" y="5527708"/>
                <a:ext cx="7338" cy="5321"/>
              </a:xfrm>
              <a:custGeom>
                <a:avLst/>
                <a:gdLst>
                  <a:gd name="connsiteX0" fmla="*/ 3500 w 7338"/>
                  <a:gd name="connsiteY0" fmla="*/ 2074 h 5321"/>
                  <a:gd name="connsiteX1" fmla="*/ 3 w 7338"/>
                  <a:gd name="connsiteY1" fmla="*/ 5291 h 5321"/>
                  <a:gd name="connsiteX2" fmla="*/ 3500 w 7338"/>
                  <a:gd name="connsiteY2" fmla="*/ 2074 h 5321"/>
                </a:gdLst>
                <a:ahLst/>
                <a:cxnLst>
                  <a:cxn ang="0">
                    <a:pos x="connsiteX0" y="connsiteY0"/>
                  </a:cxn>
                  <a:cxn ang="0">
                    <a:pos x="connsiteX1" y="connsiteY1"/>
                  </a:cxn>
                  <a:cxn ang="0">
                    <a:pos x="connsiteX2" y="connsiteY2"/>
                  </a:cxn>
                </a:cxnLst>
                <a:rect l="l" t="t" r="r" b="b"/>
                <a:pathLst>
                  <a:path w="7338" h="5321">
                    <a:moveTo>
                      <a:pt x="3500" y="2074"/>
                    </a:moveTo>
                    <a:cubicBezTo>
                      <a:pt x="1494" y="3502"/>
                      <a:pt x="-72" y="4937"/>
                      <a:pt x="3" y="5291"/>
                    </a:cubicBezTo>
                    <a:cubicBezTo>
                      <a:pt x="1757" y="5943"/>
                      <a:pt x="13158" y="-4241"/>
                      <a:pt x="3500" y="20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3" name="Freeform: Shape 452">
                <a:extLst>
                  <a:ext uri="{FF2B5EF4-FFF2-40B4-BE49-F238E27FC236}">
                    <a16:creationId xmlns:a16="http://schemas.microsoft.com/office/drawing/2014/main" id="{0202A7C4-D623-7EC3-6655-A9BD43065339}"/>
                  </a:ext>
                </a:extLst>
              </p:cNvPr>
              <p:cNvSpPr/>
              <p:nvPr/>
            </p:nvSpPr>
            <p:spPr>
              <a:xfrm>
                <a:off x="5646530" y="5861302"/>
                <a:ext cx="7897" cy="4540"/>
              </a:xfrm>
              <a:custGeom>
                <a:avLst/>
                <a:gdLst>
                  <a:gd name="connsiteX0" fmla="*/ 3919 w 7897"/>
                  <a:gd name="connsiteY0" fmla="*/ 275 h 4540"/>
                  <a:gd name="connsiteX1" fmla="*/ 3976 w 7897"/>
                  <a:gd name="connsiteY1" fmla="*/ 4271 h 4540"/>
                  <a:gd name="connsiteX2" fmla="*/ 3919 w 7897"/>
                  <a:gd name="connsiteY2" fmla="*/ 275 h 4540"/>
                </a:gdLst>
                <a:ahLst/>
                <a:cxnLst>
                  <a:cxn ang="0">
                    <a:pos x="connsiteX0" y="connsiteY0"/>
                  </a:cxn>
                  <a:cxn ang="0">
                    <a:pos x="connsiteX1" y="connsiteY1"/>
                  </a:cxn>
                  <a:cxn ang="0">
                    <a:pos x="connsiteX2" y="connsiteY2"/>
                  </a:cxn>
                </a:cxnLst>
                <a:rect l="l" t="t" r="r" b="b"/>
                <a:pathLst>
                  <a:path w="7897" h="4540">
                    <a:moveTo>
                      <a:pt x="3919" y="275"/>
                    </a:moveTo>
                    <a:cubicBezTo>
                      <a:pt x="-1910" y="-1130"/>
                      <a:pt x="-682" y="3253"/>
                      <a:pt x="3976" y="4271"/>
                    </a:cubicBezTo>
                    <a:cubicBezTo>
                      <a:pt x="9817" y="5653"/>
                      <a:pt x="8571" y="1316"/>
                      <a:pt x="3919" y="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4" name="Freeform: Shape 453">
                <a:extLst>
                  <a:ext uri="{FF2B5EF4-FFF2-40B4-BE49-F238E27FC236}">
                    <a16:creationId xmlns:a16="http://schemas.microsoft.com/office/drawing/2014/main" id="{7B3BD587-5029-085B-7362-95ABD5E5220F}"/>
                  </a:ext>
                </a:extLst>
              </p:cNvPr>
              <p:cNvSpPr/>
              <p:nvPr/>
            </p:nvSpPr>
            <p:spPr>
              <a:xfrm>
                <a:off x="5647796" y="5988009"/>
                <a:ext cx="8436" cy="4332"/>
              </a:xfrm>
              <a:custGeom>
                <a:avLst/>
                <a:gdLst>
                  <a:gd name="connsiteX0" fmla="*/ 4207 w 8436"/>
                  <a:gd name="connsiteY0" fmla="*/ 2 h 4332"/>
                  <a:gd name="connsiteX1" fmla="*/ 8436 w 8436"/>
                  <a:gd name="connsiteY1" fmla="*/ 2602 h 4332"/>
                  <a:gd name="connsiteX2" fmla="*/ 4207 w 8436"/>
                  <a:gd name="connsiteY2" fmla="*/ 2 h 4332"/>
                </a:gdLst>
                <a:ahLst/>
                <a:cxnLst>
                  <a:cxn ang="0">
                    <a:pos x="connsiteX0" y="connsiteY0"/>
                  </a:cxn>
                  <a:cxn ang="0">
                    <a:pos x="connsiteX1" y="connsiteY1"/>
                  </a:cxn>
                  <a:cxn ang="0">
                    <a:pos x="connsiteX2" y="connsiteY2"/>
                  </a:cxn>
                </a:cxnLst>
                <a:rect l="l" t="t" r="r" b="b"/>
                <a:pathLst>
                  <a:path w="8436" h="4332">
                    <a:moveTo>
                      <a:pt x="4207" y="2"/>
                    </a:moveTo>
                    <a:cubicBezTo>
                      <a:pt x="-6669" y="-130"/>
                      <a:pt x="6784" y="7711"/>
                      <a:pt x="8436" y="2602"/>
                    </a:cubicBezTo>
                    <a:cubicBezTo>
                      <a:pt x="8419" y="1459"/>
                      <a:pt x="6527" y="293"/>
                      <a:pt x="4207"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5" name="Freeform: Shape 454">
                <a:extLst>
                  <a:ext uri="{FF2B5EF4-FFF2-40B4-BE49-F238E27FC236}">
                    <a16:creationId xmlns:a16="http://schemas.microsoft.com/office/drawing/2014/main" id="{21201569-1549-C235-A122-C48EF3BCE822}"/>
                  </a:ext>
                </a:extLst>
              </p:cNvPr>
              <p:cNvSpPr/>
              <p:nvPr/>
            </p:nvSpPr>
            <p:spPr>
              <a:xfrm>
                <a:off x="5651417" y="6102091"/>
                <a:ext cx="8432" cy="3142"/>
              </a:xfrm>
              <a:custGeom>
                <a:avLst/>
                <a:gdLst>
                  <a:gd name="connsiteX0" fmla="*/ 4118 w 8432"/>
                  <a:gd name="connsiteY0" fmla="*/ 3 h 3142"/>
                  <a:gd name="connsiteX1" fmla="*/ 4312 w 8432"/>
                  <a:gd name="connsiteY1" fmla="*/ 3140 h 3142"/>
                  <a:gd name="connsiteX2" fmla="*/ 4118 w 8432"/>
                  <a:gd name="connsiteY2" fmla="*/ 3 h 3142"/>
                </a:gdLst>
                <a:ahLst/>
                <a:cxnLst>
                  <a:cxn ang="0">
                    <a:pos x="connsiteX0" y="connsiteY0"/>
                  </a:cxn>
                  <a:cxn ang="0">
                    <a:pos x="connsiteX1" y="connsiteY1"/>
                  </a:cxn>
                  <a:cxn ang="0">
                    <a:pos x="connsiteX2" y="connsiteY2"/>
                  </a:cxn>
                </a:cxnLst>
                <a:rect l="l" t="t" r="r" b="b"/>
                <a:pathLst>
                  <a:path w="8432" h="3142">
                    <a:moveTo>
                      <a:pt x="4118" y="3"/>
                    </a:moveTo>
                    <a:cubicBezTo>
                      <a:pt x="-1648" y="-106"/>
                      <a:pt x="-1151" y="3129"/>
                      <a:pt x="4312" y="3140"/>
                    </a:cubicBezTo>
                    <a:cubicBezTo>
                      <a:pt x="10096" y="3243"/>
                      <a:pt x="9570" y="37"/>
                      <a:pt x="411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6" name="Freeform: Shape 455">
                <a:extLst>
                  <a:ext uri="{FF2B5EF4-FFF2-40B4-BE49-F238E27FC236}">
                    <a16:creationId xmlns:a16="http://schemas.microsoft.com/office/drawing/2014/main" id="{ADC6F224-E087-4F2B-D1C1-42A2106DD3AF}"/>
                  </a:ext>
                </a:extLst>
              </p:cNvPr>
              <p:cNvSpPr/>
              <p:nvPr/>
            </p:nvSpPr>
            <p:spPr>
              <a:xfrm>
                <a:off x="5660013" y="6233122"/>
                <a:ext cx="8931" cy="7710"/>
              </a:xfrm>
              <a:custGeom>
                <a:avLst/>
                <a:gdLst>
                  <a:gd name="connsiteX0" fmla="*/ 4289 w 8931"/>
                  <a:gd name="connsiteY0" fmla="*/ 0 h 7710"/>
                  <a:gd name="connsiteX1" fmla="*/ 3 w 8931"/>
                  <a:gd name="connsiteY1" fmla="*/ 4315 h 7710"/>
                  <a:gd name="connsiteX2" fmla="*/ 4289 w 8931"/>
                  <a:gd name="connsiteY2" fmla="*/ 0 h 7710"/>
                </a:gdLst>
                <a:ahLst/>
                <a:cxnLst>
                  <a:cxn ang="0">
                    <a:pos x="connsiteX0" y="connsiteY0"/>
                  </a:cxn>
                  <a:cxn ang="0">
                    <a:pos x="connsiteX1" y="connsiteY1"/>
                  </a:cxn>
                  <a:cxn ang="0">
                    <a:pos x="connsiteX2" y="connsiteY2"/>
                  </a:cxn>
                </a:cxnLst>
                <a:rect l="l" t="t" r="r" b="b"/>
                <a:pathLst>
                  <a:path w="8931" h="7710">
                    <a:moveTo>
                      <a:pt x="4289" y="0"/>
                    </a:moveTo>
                    <a:cubicBezTo>
                      <a:pt x="1832" y="303"/>
                      <a:pt x="-83" y="2223"/>
                      <a:pt x="3" y="4315"/>
                    </a:cubicBezTo>
                    <a:cubicBezTo>
                      <a:pt x="2380" y="13824"/>
                      <a:pt x="15891" y="383"/>
                      <a:pt x="42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7" name="Freeform: Shape 456">
                <a:extLst>
                  <a:ext uri="{FF2B5EF4-FFF2-40B4-BE49-F238E27FC236}">
                    <a16:creationId xmlns:a16="http://schemas.microsoft.com/office/drawing/2014/main" id="{25BE67CE-7EA2-0297-BBEB-9F65D5EFC08C}"/>
                  </a:ext>
                </a:extLst>
              </p:cNvPr>
              <p:cNvSpPr/>
              <p:nvPr/>
            </p:nvSpPr>
            <p:spPr>
              <a:xfrm>
                <a:off x="5643392" y="5758300"/>
                <a:ext cx="7651" cy="3952"/>
              </a:xfrm>
              <a:custGeom>
                <a:avLst/>
                <a:gdLst>
                  <a:gd name="connsiteX0" fmla="*/ 3736 w 7651"/>
                  <a:gd name="connsiteY0" fmla="*/ 665 h 3952"/>
                  <a:gd name="connsiteX1" fmla="*/ 3913 w 7651"/>
                  <a:gd name="connsiteY1" fmla="*/ 3294 h 3952"/>
                  <a:gd name="connsiteX2" fmla="*/ 3736 w 7651"/>
                  <a:gd name="connsiteY2" fmla="*/ 665 h 3952"/>
                </a:gdLst>
                <a:ahLst/>
                <a:cxnLst>
                  <a:cxn ang="0">
                    <a:pos x="connsiteX0" y="connsiteY0"/>
                  </a:cxn>
                  <a:cxn ang="0">
                    <a:pos x="connsiteX1" y="connsiteY1"/>
                  </a:cxn>
                  <a:cxn ang="0">
                    <a:pos x="connsiteX2" y="connsiteY2"/>
                  </a:cxn>
                </a:cxnLst>
                <a:rect l="l" t="t" r="r" b="b"/>
                <a:pathLst>
                  <a:path w="7651" h="3952">
                    <a:moveTo>
                      <a:pt x="3736" y="665"/>
                    </a:moveTo>
                    <a:cubicBezTo>
                      <a:pt x="-2008" y="-1381"/>
                      <a:pt x="-470" y="1813"/>
                      <a:pt x="3913" y="3294"/>
                    </a:cubicBezTo>
                    <a:cubicBezTo>
                      <a:pt x="9662" y="5322"/>
                      <a:pt x="8119" y="2156"/>
                      <a:pt x="3736" y="6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8" name="Freeform: Shape 457">
                <a:extLst>
                  <a:ext uri="{FF2B5EF4-FFF2-40B4-BE49-F238E27FC236}">
                    <a16:creationId xmlns:a16="http://schemas.microsoft.com/office/drawing/2014/main" id="{9BD4C16C-D20B-F30C-59CB-25DF16DFCD9D}"/>
                  </a:ext>
                </a:extLst>
              </p:cNvPr>
              <p:cNvSpPr/>
              <p:nvPr/>
            </p:nvSpPr>
            <p:spPr>
              <a:xfrm>
                <a:off x="5832325" y="7526117"/>
                <a:ext cx="12678" cy="5261"/>
              </a:xfrm>
              <a:custGeom>
                <a:avLst/>
                <a:gdLst>
                  <a:gd name="connsiteX0" fmla="*/ 5793 w 12678"/>
                  <a:gd name="connsiteY0" fmla="*/ 29 h 5261"/>
                  <a:gd name="connsiteX1" fmla="*/ 11028 w 12678"/>
                  <a:gd name="connsiteY1" fmla="*/ 4332 h 5261"/>
                  <a:gd name="connsiteX2" fmla="*/ 5793 w 12678"/>
                  <a:gd name="connsiteY2" fmla="*/ 29 h 5261"/>
                </a:gdLst>
                <a:ahLst/>
                <a:cxnLst>
                  <a:cxn ang="0">
                    <a:pos x="connsiteX0" y="connsiteY0"/>
                  </a:cxn>
                  <a:cxn ang="0">
                    <a:pos x="connsiteX1" y="connsiteY1"/>
                  </a:cxn>
                  <a:cxn ang="0">
                    <a:pos x="connsiteX2" y="connsiteY2"/>
                  </a:cxn>
                </a:cxnLst>
                <a:rect l="l" t="t" r="r" b="b"/>
                <a:pathLst>
                  <a:path w="12678" h="5261">
                    <a:moveTo>
                      <a:pt x="5793" y="29"/>
                    </a:moveTo>
                    <a:cubicBezTo>
                      <a:pt x="-7271" y="778"/>
                      <a:pt x="5004" y="7728"/>
                      <a:pt x="11028" y="4332"/>
                    </a:cubicBezTo>
                    <a:cubicBezTo>
                      <a:pt x="15966" y="1818"/>
                      <a:pt x="8513" y="-274"/>
                      <a:pt x="5793"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59" name="Freeform: Shape 458">
                <a:extLst>
                  <a:ext uri="{FF2B5EF4-FFF2-40B4-BE49-F238E27FC236}">
                    <a16:creationId xmlns:a16="http://schemas.microsoft.com/office/drawing/2014/main" id="{8E4A340D-58D2-608E-ACEB-E316B7204B63}"/>
                  </a:ext>
                </a:extLst>
              </p:cNvPr>
              <p:cNvSpPr/>
              <p:nvPr/>
            </p:nvSpPr>
            <p:spPr>
              <a:xfrm>
                <a:off x="5394278" y="5607099"/>
                <a:ext cx="6722" cy="2000"/>
              </a:xfrm>
              <a:custGeom>
                <a:avLst/>
                <a:gdLst>
                  <a:gd name="connsiteX0" fmla="*/ 3470 w 6722"/>
                  <a:gd name="connsiteY0" fmla="*/ 356 h 2000"/>
                  <a:gd name="connsiteX1" fmla="*/ 1013 w 6722"/>
                  <a:gd name="connsiteY1" fmla="*/ 1990 h 2000"/>
                  <a:gd name="connsiteX2" fmla="*/ 3470 w 6722"/>
                  <a:gd name="connsiteY2" fmla="*/ 356 h 2000"/>
                </a:gdLst>
                <a:ahLst/>
                <a:cxnLst>
                  <a:cxn ang="0">
                    <a:pos x="connsiteX0" y="connsiteY0"/>
                  </a:cxn>
                  <a:cxn ang="0">
                    <a:pos x="connsiteX1" y="connsiteY1"/>
                  </a:cxn>
                  <a:cxn ang="0">
                    <a:pos x="connsiteX2" y="connsiteY2"/>
                  </a:cxn>
                </a:cxnLst>
                <a:rect l="l" t="t" r="r" b="b"/>
                <a:pathLst>
                  <a:path w="6722" h="2000">
                    <a:moveTo>
                      <a:pt x="3470" y="356"/>
                    </a:moveTo>
                    <a:cubicBezTo>
                      <a:pt x="2367" y="510"/>
                      <a:pt x="-1930" y="1922"/>
                      <a:pt x="1013" y="1990"/>
                    </a:cubicBezTo>
                    <a:cubicBezTo>
                      <a:pt x="4019" y="2202"/>
                      <a:pt x="10717" y="-1056"/>
                      <a:pt x="3470" y="3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0" name="Freeform: Shape 459">
                <a:extLst>
                  <a:ext uri="{FF2B5EF4-FFF2-40B4-BE49-F238E27FC236}">
                    <a16:creationId xmlns:a16="http://schemas.microsoft.com/office/drawing/2014/main" id="{2E857504-B176-87F1-DAA5-0AB3D7B4B602}"/>
                  </a:ext>
                </a:extLst>
              </p:cNvPr>
              <p:cNvSpPr/>
              <p:nvPr/>
            </p:nvSpPr>
            <p:spPr>
              <a:xfrm>
                <a:off x="5433615" y="6709083"/>
                <a:ext cx="9841" cy="317"/>
              </a:xfrm>
              <a:custGeom>
                <a:avLst/>
                <a:gdLst>
                  <a:gd name="connsiteX0" fmla="*/ 4864 w 9841"/>
                  <a:gd name="connsiteY0" fmla="*/ 149 h 317"/>
                  <a:gd name="connsiteX1" fmla="*/ 4984 w 9841"/>
                  <a:gd name="connsiteY1" fmla="*/ 189 h 317"/>
                  <a:gd name="connsiteX2" fmla="*/ 4864 w 9841"/>
                  <a:gd name="connsiteY2" fmla="*/ 149 h 317"/>
                </a:gdLst>
                <a:ahLst/>
                <a:cxnLst>
                  <a:cxn ang="0">
                    <a:pos x="connsiteX0" y="connsiteY0"/>
                  </a:cxn>
                  <a:cxn ang="0">
                    <a:pos x="connsiteX1" y="connsiteY1"/>
                  </a:cxn>
                  <a:cxn ang="0">
                    <a:pos x="connsiteX2" y="connsiteY2"/>
                  </a:cxn>
                </a:cxnLst>
                <a:rect l="l" t="t" r="r" b="b"/>
                <a:pathLst>
                  <a:path w="9841" h="317">
                    <a:moveTo>
                      <a:pt x="4864" y="149"/>
                    </a:moveTo>
                    <a:cubicBezTo>
                      <a:pt x="-1777" y="355"/>
                      <a:pt x="-1503" y="378"/>
                      <a:pt x="4984" y="189"/>
                    </a:cubicBezTo>
                    <a:cubicBezTo>
                      <a:pt x="11619" y="-28"/>
                      <a:pt x="11339" y="-80"/>
                      <a:pt x="4864"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1" name="Freeform: Shape 460">
                <a:extLst>
                  <a:ext uri="{FF2B5EF4-FFF2-40B4-BE49-F238E27FC236}">
                    <a16:creationId xmlns:a16="http://schemas.microsoft.com/office/drawing/2014/main" id="{E6FE5207-155E-5D66-EC33-2EECA184D562}"/>
                  </a:ext>
                </a:extLst>
              </p:cNvPr>
              <p:cNvSpPr/>
              <p:nvPr/>
            </p:nvSpPr>
            <p:spPr>
              <a:xfrm>
                <a:off x="5423973" y="6688057"/>
                <a:ext cx="9095" cy="2112"/>
              </a:xfrm>
              <a:custGeom>
                <a:avLst/>
                <a:gdLst>
                  <a:gd name="connsiteX0" fmla="*/ 4488 w 9095"/>
                  <a:gd name="connsiteY0" fmla="*/ 309 h 2112"/>
                  <a:gd name="connsiteX1" fmla="*/ 4608 w 9095"/>
                  <a:gd name="connsiteY1" fmla="*/ 1818 h 2112"/>
                  <a:gd name="connsiteX2" fmla="*/ 4488 w 9095"/>
                  <a:gd name="connsiteY2" fmla="*/ 309 h 2112"/>
                </a:gdLst>
                <a:ahLst/>
                <a:cxnLst>
                  <a:cxn ang="0">
                    <a:pos x="connsiteX0" y="connsiteY0"/>
                  </a:cxn>
                  <a:cxn ang="0">
                    <a:pos x="connsiteX1" y="connsiteY1"/>
                  </a:cxn>
                  <a:cxn ang="0">
                    <a:pos x="connsiteX2" y="connsiteY2"/>
                  </a:cxn>
                </a:cxnLst>
                <a:rect l="l" t="t" r="r" b="b"/>
                <a:pathLst>
                  <a:path w="9095" h="2112">
                    <a:moveTo>
                      <a:pt x="4488" y="309"/>
                    </a:moveTo>
                    <a:cubicBezTo>
                      <a:pt x="-1502" y="1178"/>
                      <a:pt x="-1530" y="2773"/>
                      <a:pt x="4608" y="1818"/>
                    </a:cubicBezTo>
                    <a:cubicBezTo>
                      <a:pt x="10591" y="921"/>
                      <a:pt x="10631" y="-674"/>
                      <a:pt x="4488"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2" name="Freeform: Shape 461">
                <a:extLst>
                  <a:ext uri="{FF2B5EF4-FFF2-40B4-BE49-F238E27FC236}">
                    <a16:creationId xmlns:a16="http://schemas.microsoft.com/office/drawing/2014/main" id="{BF4F8C45-1C3E-AF4E-EF68-47FF76AB53C8}"/>
                  </a:ext>
                </a:extLst>
              </p:cNvPr>
              <p:cNvSpPr/>
              <p:nvPr/>
            </p:nvSpPr>
            <p:spPr>
              <a:xfrm>
                <a:off x="5441829" y="6777576"/>
                <a:ext cx="10476" cy="2758"/>
              </a:xfrm>
              <a:custGeom>
                <a:avLst/>
                <a:gdLst>
                  <a:gd name="connsiteX0" fmla="*/ 5154 w 10476"/>
                  <a:gd name="connsiteY0" fmla="*/ 2 h 2758"/>
                  <a:gd name="connsiteX1" fmla="*/ 5331 w 10476"/>
                  <a:gd name="connsiteY1" fmla="*/ 2757 h 2758"/>
                  <a:gd name="connsiteX2" fmla="*/ 5154 w 10476"/>
                  <a:gd name="connsiteY2" fmla="*/ 2 h 2758"/>
                </a:gdLst>
                <a:ahLst/>
                <a:cxnLst>
                  <a:cxn ang="0">
                    <a:pos x="connsiteX0" y="connsiteY0"/>
                  </a:cxn>
                  <a:cxn ang="0">
                    <a:pos x="connsiteX1" y="connsiteY1"/>
                  </a:cxn>
                  <a:cxn ang="0">
                    <a:pos x="connsiteX2" y="connsiteY2"/>
                  </a:cxn>
                </a:cxnLst>
                <a:rect l="l" t="t" r="r" b="b"/>
                <a:pathLst>
                  <a:path w="10476" h="2758">
                    <a:moveTo>
                      <a:pt x="5154" y="2"/>
                    </a:moveTo>
                    <a:cubicBezTo>
                      <a:pt x="-1972" y="-89"/>
                      <a:pt x="-1515" y="2757"/>
                      <a:pt x="5331" y="2757"/>
                    </a:cubicBezTo>
                    <a:cubicBezTo>
                      <a:pt x="12441" y="2820"/>
                      <a:pt x="11995" y="-15"/>
                      <a:pt x="5154"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3" name="Freeform: Shape 462">
                <a:extLst>
                  <a:ext uri="{FF2B5EF4-FFF2-40B4-BE49-F238E27FC236}">
                    <a16:creationId xmlns:a16="http://schemas.microsoft.com/office/drawing/2014/main" id="{F3563DA4-3EA6-2BA9-3D79-256E4DB923DD}"/>
                  </a:ext>
                </a:extLst>
              </p:cNvPr>
              <p:cNvSpPr/>
              <p:nvPr/>
            </p:nvSpPr>
            <p:spPr>
              <a:xfrm>
                <a:off x="5427334" y="6713739"/>
                <a:ext cx="9309" cy="1313"/>
              </a:xfrm>
              <a:custGeom>
                <a:avLst/>
                <a:gdLst>
                  <a:gd name="connsiteX0" fmla="*/ 4601 w 9309"/>
                  <a:gd name="connsiteY0" fmla="*/ 529 h 1313"/>
                  <a:gd name="connsiteX1" fmla="*/ 4710 w 9309"/>
                  <a:gd name="connsiteY1" fmla="*/ 809 h 1313"/>
                  <a:gd name="connsiteX2" fmla="*/ 4601 w 9309"/>
                  <a:gd name="connsiteY2" fmla="*/ 529 h 1313"/>
                </a:gdLst>
                <a:ahLst/>
                <a:cxnLst>
                  <a:cxn ang="0">
                    <a:pos x="connsiteX0" y="connsiteY0"/>
                  </a:cxn>
                  <a:cxn ang="0">
                    <a:pos x="connsiteX1" y="connsiteY1"/>
                  </a:cxn>
                  <a:cxn ang="0">
                    <a:pos x="connsiteX2" y="connsiteY2"/>
                  </a:cxn>
                </a:cxnLst>
                <a:rect l="l" t="t" r="r" b="b"/>
                <a:pathLst>
                  <a:path w="9309" h="1313">
                    <a:moveTo>
                      <a:pt x="4601" y="529"/>
                    </a:moveTo>
                    <a:cubicBezTo>
                      <a:pt x="-1651" y="1368"/>
                      <a:pt x="-1451" y="1643"/>
                      <a:pt x="4710" y="809"/>
                    </a:cubicBezTo>
                    <a:cubicBezTo>
                      <a:pt x="10962" y="-54"/>
                      <a:pt x="10756" y="-346"/>
                      <a:pt x="4601" y="5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4" name="Freeform: Shape 463">
                <a:extLst>
                  <a:ext uri="{FF2B5EF4-FFF2-40B4-BE49-F238E27FC236}">
                    <a16:creationId xmlns:a16="http://schemas.microsoft.com/office/drawing/2014/main" id="{A1759F32-0A85-4DA7-F562-A5B871FABC9A}"/>
                  </a:ext>
                </a:extLst>
              </p:cNvPr>
              <p:cNvSpPr/>
              <p:nvPr/>
            </p:nvSpPr>
            <p:spPr>
              <a:xfrm>
                <a:off x="5430415" y="6713216"/>
                <a:ext cx="9571" cy="871"/>
              </a:xfrm>
              <a:custGeom>
                <a:avLst/>
                <a:gdLst>
                  <a:gd name="connsiteX0" fmla="*/ 4732 w 9571"/>
                  <a:gd name="connsiteY0" fmla="*/ 548 h 871"/>
                  <a:gd name="connsiteX1" fmla="*/ 4841 w 9571"/>
                  <a:gd name="connsiteY1" fmla="*/ 342 h 871"/>
                  <a:gd name="connsiteX2" fmla="*/ 4732 w 9571"/>
                  <a:gd name="connsiteY2" fmla="*/ 548 h 871"/>
                </a:gdLst>
                <a:ahLst/>
                <a:cxnLst>
                  <a:cxn ang="0">
                    <a:pos x="connsiteX0" y="connsiteY0"/>
                  </a:cxn>
                  <a:cxn ang="0">
                    <a:pos x="connsiteX1" y="connsiteY1"/>
                  </a:cxn>
                  <a:cxn ang="0">
                    <a:pos x="connsiteX2" y="connsiteY2"/>
                  </a:cxn>
                </a:cxnLst>
                <a:rect l="l" t="t" r="r" b="b"/>
                <a:pathLst>
                  <a:path w="9571" h="871">
                    <a:moveTo>
                      <a:pt x="4732" y="548"/>
                    </a:moveTo>
                    <a:cubicBezTo>
                      <a:pt x="-1726" y="1114"/>
                      <a:pt x="-1463" y="868"/>
                      <a:pt x="4841" y="342"/>
                    </a:cubicBezTo>
                    <a:cubicBezTo>
                      <a:pt x="11305" y="-240"/>
                      <a:pt x="11025" y="-18"/>
                      <a:pt x="4732" y="5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5" name="Freeform: Shape 464">
                <a:extLst>
                  <a:ext uri="{FF2B5EF4-FFF2-40B4-BE49-F238E27FC236}">
                    <a16:creationId xmlns:a16="http://schemas.microsoft.com/office/drawing/2014/main" id="{3FDE9A86-8549-0180-174C-19FEE4C681B6}"/>
                  </a:ext>
                </a:extLst>
              </p:cNvPr>
              <p:cNvSpPr/>
              <p:nvPr/>
            </p:nvSpPr>
            <p:spPr>
              <a:xfrm>
                <a:off x="5451472" y="6992793"/>
                <a:ext cx="11147" cy="3842"/>
              </a:xfrm>
              <a:custGeom>
                <a:avLst/>
                <a:gdLst>
                  <a:gd name="connsiteX0" fmla="*/ 5501 w 11147"/>
                  <a:gd name="connsiteY0" fmla="*/ 1 h 3842"/>
                  <a:gd name="connsiteX1" fmla="*/ 5650 w 11147"/>
                  <a:gd name="connsiteY1" fmla="*/ 3841 h 3842"/>
                  <a:gd name="connsiteX2" fmla="*/ 5501 w 11147"/>
                  <a:gd name="connsiteY2" fmla="*/ 1 h 3842"/>
                </a:gdLst>
                <a:ahLst/>
                <a:cxnLst>
                  <a:cxn ang="0">
                    <a:pos x="connsiteX0" y="connsiteY0"/>
                  </a:cxn>
                  <a:cxn ang="0">
                    <a:pos x="connsiteX1" y="connsiteY1"/>
                  </a:cxn>
                  <a:cxn ang="0">
                    <a:pos x="connsiteX2" y="connsiteY2"/>
                  </a:cxn>
                </a:cxnLst>
                <a:rect l="l" t="t" r="r" b="b"/>
                <a:pathLst>
                  <a:path w="11147" h="3842">
                    <a:moveTo>
                      <a:pt x="5501" y="1"/>
                    </a:moveTo>
                    <a:cubicBezTo>
                      <a:pt x="-2025" y="-28"/>
                      <a:pt x="-1688" y="3915"/>
                      <a:pt x="5650" y="3841"/>
                    </a:cubicBezTo>
                    <a:cubicBezTo>
                      <a:pt x="13176" y="3876"/>
                      <a:pt x="12828" y="-68"/>
                      <a:pt x="550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6" name="Freeform: Shape 465">
                <a:extLst>
                  <a:ext uri="{FF2B5EF4-FFF2-40B4-BE49-F238E27FC236}">
                    <a16:creationId xmlns:a16="http://schemas.microsoft.com/office/drawing/2014/main" id="{E7444489-1F91-80EB-C970-09CE72806672}"/>
                  </a:ext>
                </a:extLst>
              </p:cNvPr>
              <p:cNvSpPr/>
              <p:nvPr/>
            </p:nvSpPr>
            <p:spPr>
              <a:xfrm>
                <a:off x="5465990" y="7378738"/>
                <a:ext cx="12334" cy="4706"/>
              </a:xfrm>
              <a:custGeom>
                <a:avLst/>
                <a:gdLst>
                  <a:gd name="connsiteX0" fmla="*/ 6065 w 12334"/>
                  <a:gd name="connsiteY0" fmla="*/ 1 h 4706"/>
                  <a:gd name="connsiteX1" fmla="*/ 6276 w 12334"/>
                  <a:gd name="connsiteY1" fmla="*/ 4705 h 4706"/>
                  <a:gd name="connsiteX2" fmla="*/ 6065 w 12334"/>
                  <a:gd name="connsiteY2" fmla="*/ 1 h 4706"/>
                </a:gdLst>
                <a:ahLst/>
                <a:cxnLst>
                  <a:cxn ang="0">
                    <a:pos x="connsiteX0" y="connsiteY0"/>
                  </a:cxn>
                  <a:cxn ang="0">
                    <a:pos x="connsiteX1" y="connsiteY1"/>
                  </a:cxn>
                  <a:cxn ang="0">
                    <a:pos x="connsiteX2" y="connsiteY2"/>
                  </a:cxn>
                </a:cxnLst>
                <a:rect l="l" t="t" r="r" b="b"/>
                <a:pathLst>
                  <a:path w="12334" h="4706">
                    <a:moveTo>
                      <a:pt x="6065" y="1"/>
                    </a:moveTo>
                    <a:cubicBezTo>
                      <a:pt x="-2290" y="-27"/>
                      <a:pt x="-1816" y="4796"/>
                      <a:pt x="6276" y="4705"/>
                    </a:cubicBezTo>
                    <a:cubicBezTo>
                      <a:pt x="14637" y="4727"/>
                      <a:pt x="14134" y="-90"/>
                      <a:pt x="6065"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7" name="Freeform: Shape 466">
                <a:extLst>
                  <a:ext uri="{FF2B5EF4-FFF2-40B4-BE49-F238E27FC236}">
                    <a16:creationId xmlns:a16="http://schemas.microsoft.com/office/drawing/2014/main" id="{3871FCCC-4B45-AB83-F01A-CB2967FE8223}"/>
                  </a:ext>
                </a:extLst>
              </p:cNvPr>
              <p:cNvSpPr/>
              <p:nvPr/>
            </p:nvSpPr>
            <p:spPr>
              <a:xfrm>
                <a:off x="5460431" y="7241263"/>
                <a:ext cx="11917" cy="4391"/>
              </a:xfrm>
              <a:custGeom>
                <a:avLst/>
                <a:gdLst>
                  <a:gd name="connsiteX0" fmla="*/ 5874 w 11917"/>
                  <a:gd name="connsiteY0" fmla="*/ 1 h 4391"/>
                  <a:gd name="connsiteX1" fmla="*/ 6046 w 11917"/>
                  <a:gd name="connsiteY1" fmla="*/ 4391 h 4391"/>
                  <a:gd name="connsiteX2" fmla="*/ 5874 w 11917"/>
                  <a:gd name="connsiteY2" fmla="*/ 1 h 4391"/>
                </a:gdLst>
                <a:ahLst/>
                <a:cxnLst>
                  <a:cxn ang="0">
                    <a:pos x="connsiteX0" y="connsiteY0"/>
                  </a:cxn>
                  <a:cxn ang="0">
                    <a:pos x="connsiteX1" y="connsiteY1"/>
                  </a:cxn>
                  <a:cxn ang="0">
                    <a:pos x="connsiteX2" y="connsiteY2"/>
                  </a:cxn>
                </a:cxnLst>
                <a:rect l="l" t="t" r="r" b="b"/>
                <a:pathLst>
                  <a:path w="11917" h="4391">
                    <a:moveTo>
                      <a:pt x="5874" y="1"/>
                    </a:moveTo>
                    <a:cubicBezTo>
                      <a:pt x="-2184" y="-28"/>
                      <a:pt x="-1784" y="4470"/>
                      <a:pt x="6046" y="4391"/>
                    </a:cubicBezTo>
                    <a:cubicBezTo>
                      <a:pt x="14109" y="4419"/>
                      <a:pt x="13692" y="-79"/>
                      <a:pt x="587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8" name="Freeform: Shape 467">
                <a:extLst>
                  <a:ext uri="{FF2B5EF4-FFF2-40B4-BE49-F238E27FC236}">
                    <a16:creationId xmlns:a16="http://schemas.microsoft.com/office/drawing/2014/main" id="{BDB1F16D-E79E-4415-94F7-98F35C6E92D5}"/>
                  </a:ext>
                </a:extLst>
              </p:cNvPr>
              <p:cNvSpPr/>
              <p:nvPr/>
            </p:nvSpPr>
            <p:spPr>
              <a:xfrm>
                <a:off x="5455779" y="7112893"/>
                <a:ext cx="11516" cy="4105"/>
              </a:xfrm>
              <a:custGeom>
                <a:avLst/>
                <a:gdLst>
                  <a:gd name="connsiteX0" fmla="*/ 5686 w 11516"/>
                  <a:gd name="connsiteY0" fmla="*/ 1 h 4105"/>
                  <a:gd name="connsiteX1" fmla="*/ 5834 w 11516"/>
                  <a:gd name="connsiteY1" fmla="*/ 4104 h 4105"/>
                  <a:gd name="connsiteX2" fmla="*/ 5686 w 11516"/>
                  <a:gd name="connsiteY2" fmla="*/ 1 h 4105"/>
                </a:gdLst>
                <a:ahLst/>
                <a:cxnLst>
                  <a:cxn ang="0">
                    <a:pos x="connsiteX0" y="connsiteY0"/>
                  </a:cxn>
                  <a:cxn ang="0">
                    <a:pos x="connsiteX1" y="connsiteY1"/>
                  </a:cxn>
                  <a:cxn ang="0">
                    <a:pos x="connsiteX2" y="connsiteY2"/>
                  </a:cxn>
                </a:cxnLst>
                <a:rect l="l" t="t" r="r" b="b"/>
                <a:pathLst>
                  <a:path w="11516" h="4105">
                    <a:moveTo>
                      <a:pt x="5686" y="1"/>
                    </a:moveTo>
                    <a:cubicBezTo>
                      <a:pt x="-2098" y="-28"/>
                      <a:pt x="-1738" y="4179"/>
                      <a:pt x="5834" y="4104"/>
                    </a:cubicBezTo>
                    <a:cubicBezTo>
                      <a:pt x="13618" y="4133"/>
                      <a:pt x="13247" y="-73"/>
                      <a:pt x="568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69" name="Freeform: Shape 468">
                <a:extLst>
                  <a:ext uri="{FF2B5EF4-FFF2-40B4-BE49-F238E27FC236}">
                    <a16:creationId xmlns:a16="http://schemas.microsoft.com/office/drawing/2014/main" id="{DFE1F6A9-0CE7-CA13-8F66-AB912D78E86C}"/>
                  </a:ext>
                </a:extLst>
              </p:cNvPr>
              <p:cNvSpPr/>
              <p:nvPr/>
            </p:nvSpPr>
            <p:spPr>
              <a:xfrm>
                <a:off x="5446978" y="6880133"/>
                <a:ext cx="10796" cy="3613"/>
              </a:xfrm>
              <a:custGeom>
                <a:avLst/>
                <a:gdLst>
                  <a:gd name="connsiteX0" fmla="*/ 5320 w 10796"/>
                  <a:gd name="connsiteY0" fmla="*/ 1 h 3613"/>
                  <a:gd name="connsiteX1" fmla="*/ 5485 w 10796"/>
                  <a:gd name="connsiteY1" fmla="*/ 3613 h 3613"/>
                  <a:gd name="connsiteX2" fmla="*/ 5320 w 10796"/>
                  <a:gd name="connsiteY2" fmla="*/ 1 h 3613"/>
                </a:gdLst>
                <a:ahLst/>
                <a:cxnLst>
                  <a:cxn ang="0">
                    <a:pos x="connsiteX0" y="connsiteY0"/>
                  </a:cxn>
                  <a:cxn ang="0">
                    <a:pos x="connsiteX1" y="connsiteY1"/>
                  </a:cxn>
                  <a:cxn ang="0">
                    <a:pos x="connsiteX2" y="connsiteY2"/>
                  </a:cxn>
                </a:cxnLst>
                <a:rect l="l" t="t" r="r" b="b"/>
                <a:pathLst>
                  <a:path w="10796" h="3613">
                    <a:moveTo>
                      <a:pt x="5320" y="1"/>
                    </a:moveTo>
                    <a:cubicBezTo>
                      <a:pt x="-1984" y="-28"/>
                      <a:pt x="-1613" y="3681"/>
                      <a:pt x="5485" y="3613"/>
                    </a:cubicBezTo>
                    <a:cubicBezTo>
                      <a:pt x="12783" y="3636"/>
                      <a:pt x="12400" y="-68"/>
                      <a:pt x="5320"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0" name="Freeform: Shape 469">
                <a:extLst>
                  <a:ext uri="{FF2B5EF4-FFF2-40B4-BE49-F238E27FC236}">
                    <a16:creationId xmlns:a16="http://schemas.microsoft.com/office/drawing/2014/main" id="{6199382F-4C53-80DA-7C1E-372641219FFA}"/>
                  </a:ext>
                </a:extLst>
              </p:cNvPr>
              <p:cNvSpPr/>
              <p:nvPr/>
            </p:nvSpPr>
            <p:spPr>
              <a:xfrm>
                <a:off x="5437292" y="6723042"/>
                <a:ext cx="10141" cy="1033"/>
              </a:xfrm>
              <a:custGeom>
                <a:avLst/>
                <a:gdLst>
                  <a:gd name="connsiteX0" fmla="*/ 5005 w 10141"/>
                  <a:gd name="connsiteY0" fmla="*/ 3 h 1033"/>
                  <a:gd name="connsiteX1" fmla="*/ 5142 w 10141"/>
                  <a:gd name="connsiteY1" fmla="*/ 1032 h 1033"/>
                  <a:gd name="connsiteX2" fmla="*/ 5005 w 10141"/>
                  <a:gd name="connsiteY2" fmla="*/ 3 h 1033"/>
                </a:gdLst>
                <a:ahLst/>
                <a:cxnLst>
                  <a:cxn ang="0">
                    <a:pos x="connsiteX0" y="connsiteY0"/>
                  </a:cxn>
                  <a:cxn ang="0">
                    <a:pos x="connsiteX1" y="connsiteY1"/>
                  </a:cxn>
                  <a:cxn ang="0">
                    <a:pos x="connsiteX2" y="connsiteY2"/>
                  </a:cxn>
                </a:cxnLst>
                <a:rect l="l" t="t" r="r" b="b"/>
                <a:pathLst>
                  <a:path w="10141" h="1033">
                    <a:moveTo>
                      <a:pt x="5005" y="3"/>
                    </a:moveTo>
                    <a:cubicBezTo>
                      <a:pt x="-1911" y="-65"/>
                      <a:pt x="-1465" y="1004"/>
                      <a:pt x="5142" y="1032"/>
                    </a:cubicBezTo>
                    <a:cubicBezTo>
                      <a:pt x="12051" y="1083"/>
                      <a:pt x="11605" y="3"/>
                      <a:pt x="5005"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1" name="Freeform: Shape 470">
                <a:extLst>
                  <a:ext uri="{FF2B5EF4-FFF2-40B4-BE49-F238E27FC236}">
                    <a16:creationId xmlns:a16="http://schemas.microsoft.com/office/drawing/2014/main" id="{FCFC2CFB-D8F4-D21A-43F4-8C33049D1B71}"/>
                  </a:ext>
                </a:extLst>
              </p:cNvPr>
              <p:cNvSpPr/>
              <p:nvPr/>
            </p:nvSpPr>
            <p:spPr>
              <a:xfrm>
                <a:off x="5410609" y="5635628"/>
                <a:ext cx="7581" cy="255"/>
              </a:xfrm>
              <a:custGeom>
                <a:avLst/>
                <a:gdLst>
                  <a:gd name="connsiteX0" fmla="*/ 3684 w 7581"/>
                  <a:gd name="connsiteY0" fmla="*/ 167 h 255"/>
                  <a:gd name="connsiteX1" fmla="*/ 7582 w 7581"/>
                  <a:gd name="connsiteY1" fmla="*/ 1 h 255"/>
                  <a:gd name="connsiteX2" fmla="*/ 3684 w 7581"/>
                  <a:gd name="connsiteY2" fmla="*/ 167 h 255"/>
                </a:gdLst>
                <a:ahLst/>
                <a:cxnLst>
                  <a:cxn ang="0">
                    <a:pos x="connsiteX0" y="connsiteY0"/>
                  </a:cxn>
                  <a:cxn ang="0">
                    <a:pos x="connsiteX1" y="connsiteY1"/>
                  </a:cxn>
                  <a:cxn ang="0">
                    <a:pos x="connsiteX2" y="connsiteY2"/>
                  </a:cxn>
                </a:cxnLst>
                <a:rect l="l" t="t" r="r" b="b"/>
                <a:pathLst>
                  <a:path w="7581" h="255">
                    <a:moveTo>
                      <a:pt x="3684" y="167"/>
                    </a:moveTo>
                    <a:cubicBezTo>
                      <a:pt x="-6060" y="447"/>
                      <a:pt x="6484" y="-27"/>
                      <a:pt x="7582" y="1"/>
                    </a:cubicBezTo>
                    <a:cubicBezTo>
                      <a:pt x="7513" y="13"/>
                      <a:pt x="5770" y="93"/>
                      <a:pt x="3684" y="1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2" name="Freeform: Shape 471">
                <a:extLst>
                  <a:ext uri="{FF2B5EF4-FFF2-40B4-BE49-F238E27FC236}">
                    <a16:creationId xmlns:a16="http://schemas.microsoft.com/office/drawing/2014/main" id="{46490560-9A12-01DA-6F18-AE35F2DA5E50}"/>
                  </a:ext>
                </a:extLst>
              </p:cNvPr>
              <p:cNvSpPr/>
              <p:nvPr/>
            </p:nvSpPr>
            <p:spPr>
              <a:xfrm>
                <a:off x="5417229" y="5637125"/>
                <a:ext cx="7774" cy="699"/>
              </a:xfrm>
              <a:custGeom>
                <a:avLst/>
                <a:gdLst>
                  <a:gd name="connsiteX0" fmla="*/ 3814 w 7774"/>
                  <a:gd name="connsiteY0" fmla="*/ 230 h 699"/>
                  <a:gd name="connsiteX1" fmla="*/ 7775 w 7774"/>
                  <a:gd name="connsiteY1" fmla="*/ 682 h 699"/>
                  <a:gd name="connsiteX2" fmla="*/ 3814 w 7774"/>
                  <a:gd name="connsiteY2" fmla="*/ 230 h 699"/>
                </a:gdLst>
                <a:ahLst/>
                <a:cxnLst>
                  <a:cxn ang="0">
                    <a:pos x="connsiteX0" y="connsiteY0"/>
                  </a:cxn>
                  <a:cxn ang="0">
                    <a:pos x="connsiteX1" y="connsiteY1"/>
                  </a:cxn>
                  <a:cxn ang="0">
                    <a:pos x="connsiteX2" y="connsiteY2"/>
                  </a:cxn>
                </a:cxnLst>
                <a:rect l="l" t="t" r="r" b="b"/>
                <a:pathLst>
                  <a:path w="7774" h="699">
                    <a:moveTo>
                      <a:pt x="3814" y="230"/>
                    </a:moveTo>
                    <a:cubicBezTo>
                      <a:pt x="-6279" y="-535"/>
                      <a:pt x="6735" y="870"/>
                      <a:pt x="7775" y="682"/>
                    </a:cubicBezTo>
                    <a:cubicBezTo>
                      <a:pt x="7712" y="607"/>
                      <a:pt x="5940" y="407"/>
                      <a:pt x="3814" y="2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3" name="Freeform: Shape 472">
                <a:extLst>
                  <a:ext uri="{FF2B5EF4-FFF2-40B4-BE49-F238E27FC236}">
                    <a16:creationId xmlns:a16="http://schemas.microsoft.com/office/drawing/2014/main" id="{55C3AA45-51FE-7234-5910-AC8197A557C5}"/>
                  </a:ext>
                </a:extLst>
              </p:cNvPr>
              <p:cNvSpPr/>
              <p:nvPr/>
            </p:nvSpPr>
            <p:spPr>
              <a:xfrm>
                <a:off x="5403897" y="5637384"/>
                <a:ext cx="7447" cy="1211"/>
              </a:xfrm>
              <a:custGeom>
                <a:avLst/>
                <a:gdLst>
                  <a:gd name="connsiteX0" fmla="*/ 3624 w 7447"/>
                  <a:gd name="connsiteY0" fmla="*/ 623 h 1211"/>
                  <a:gd name="connsiteX1" fmla="*/ 7448 w 7447"/>
                  <a:gd name="connsiteY1" fmla="*/ 0 h 1211"/>
                  <a:gd name="connsiteX2" fmla="*/ 3624 w 7447"/>
                  <a:gd name="connsiteY2" fmla="*/ 623 h 1211"/>
                </a:gdLst>
                <a:ahLst/>
                <a:cxnLst>
                  <a:cxn ang="0">
                    <a:pos x="connsiteX0" y="connsiteY0"/>
                  </a:cxn>
                  <a:cxn ang="0">
                    <a:pos x="connsiteX1" y="connsiteY1"/>
                  </a:cxn>
                  <a:cxn ang="0">
                    <a:pos x="connsiteX2" y="connsiteY2"/>
                  </a:cxn>
                </a:cxnLst>
                <a:rect l="l" t="t" r="r" b="b"/>
                <a:pathLst>
                  <a:path w="7447" h="1211">
                    <a:moveTo>
                      <a:pt x="3624" y="623"/>
                    </a:moveTo>
                    <a:cubicBezTo>
                      <a:pt x="-5960" y="2160"/>
                      <a:pt x="6373" y="228"/>
                      <a:pt x="7448" y="0"/>
                    </a:cubicBezTo>
                    <a:cubicBezTo>
                      <a:pt x="7391" y="0"/>
                      <a:pt x="5682" y="286"/>
                      <a:pt x="3624"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4" name="Freeform: Shape 473">
                <a:extLst>
                  <a:ext uri="{FF2B5EF4-FFF2-40B4-BE49-F238E27FC236}">
                    <a16:creationId xmlns:a16="http://schemas.microsoft.com/office/drawing/2014/main" id="{55F7CD96-A417-019A-35C5-E1947C8D1847}"/>
                  </a:ext>
                </a:extLst>
              </p:cNvPr>
              <p:cNvSpPr/>
              <p:nvPr/>
            </p:nvSpPr>
            <p:spPr>
              <a:xfrm>
                <a:off x="5420088" y="6563254"/>
                <a:ext cx="9190" cy="8928"/>
              </a:xfrm>
              <a:custGeom>
                <a:avLst/>
                <a:gdLst>
                  <a:gd name="connsiteX0" fmla="*/ 4515 w 9190"/>
                  <a:gd name="connsiteY0" fmla="*/ 0 h 8928"/>
                  <a:gd name="connsiteX1" fmla="*/ 0 w 9190"/>
                  <a:gd name="connsiteY1" fmla="*/ 5058 h 8928"/>
                  <a:gd name="connsiteX2" fmla="*/ 4515 w 9190"/>
                  <a:gd name="connsiteY2" fmla="*/ 0 h 8928"/>
                </a:gdLst>
                <a:ahLst/>
                <a:cxnLst>
                  <a:cxn ang="0">
                    <a:pos x="connsiteX0" y="connsiteY0"/>
                  </a:cxn>
                  <a:cxn ang="0">
                    <a:pos x="connsiteX1" y="connsiteY1"/>
                  </a:cxn>
                  <a:cxn ang="0">
                    <a:pos x="connsiteX2" y="connsiteY2"/>
                  </a:cxn>
                </a:cxnLst>
                <a:rect l="l" t="t" r="r" b="b"/>
                <a:pathLst>
                  <a:path w="9190" h="8928">
                    <a:moveTo>
                      <a:pt x="4515" y="0"/>
                    </a:moveTo>
                    <a:cubicBezTo>
                      <a:pt x="1989" y="371"/>
                      <a:pt x="-28" y="2646"/>
                      <a:pt x="0" y="5058"/>
                    </a:cubicBezTo>
                    <a:cubicBezTo>
                      <a:pt x="2321" y="15967"/>
                      <a:pt x="16322" y="394"/>
                      <a:pt x="45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5" name="Freeform: Shape 474">
                <a:extLst>
                  <a:ext uri="{FF2B5EF4-FFF2-40B4-BE49-F238E27FC236}">
                    <a16:creationId xmlns:a16="http://schemas.microsoft.com/office/drawing/2014/main" id="{8AD6DA4A-06A9-67D1-8D0A-D41E655FEE9D}"/>
                  </a:ext>
                </a:extLst>
              </p:cNvPr>
              <p:cNvSpPr/>
              <p:nvPr/>
            </p:nvSpPr>
            <p:spPr>
              <a:xfrm>
                <a:off x="5398241" y="5631711"/>
                <a:ext cx="7062" cy="1813"/>
              </a:xfrm>
              <a:custGeom>
                <a:avLst/>
                <a:gdLst>
                  <a:gd name="connsiteX0" fmla="*/ 3451 w 7062"/>
                  <a:gd name="connsiteY0" fmla="*/ 706 h 1813"/>
                  <a:gd name="connsiteX1" fmla="*/ 3616 w 7062"/>
                  <a:gd name="connsiteY1" fmla="*/ 1135 h 1813"/>
                  <a:gd name="connsiteX2" fmla="*/ 3451 w 7062"/>
                  <a:gd name="connsiteY2" fmla="*/ 706 h 1813"/>
                </a:gdLst>
                <a:ahLst/>
                <a:cxnLst>
                  <a:cxn ang="0">
                    <a:pos x="connsiteX0" y="connsiteY0"/>
                  </a:cxn>
                  <a:cxn ang="0">
                    <a:pos x="connsiteX1" y="connsiteY1"/>
                  </a:cxn>
                  <a:cxn ang="0">
                    <a:pos x="connsiteX2" y="connsiteY2"/>
                  </a:cxn>
                </a:cxnLst>
                <a:rect l="l" t="t" r="r" b="b"/>
                <a:pathLst>
                  <a:path w="7062" h="1813">
                    <a:moveTo>
                      <a:pt x="3451" y="706"/>
                    </a:moveTo>
                    <a:cubicBezTo>
                      <a:pt x="-1299" y="1861"/>
                      <a:pt x="-1053" y="2284"/>
                      <a:pt x="3616" y="1135"/>
                    </a:cubicBezTo>
                    <a:cubicBezTo>
                      <a:pt x="8360" y="-48"/>
                      <a:pt x="8114" y="-488"/>
                      <a:pt x="3451" y="70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6" name="Freeform: Shape 475">
                <a:extLst>
                  <a:ext uri="{FF2B5EF4-FFF2-40B4-BE49-F238E27FC236}">
                    <a16:creationId xmlns:a16="http://schemas.microsoft.com/office/drawing/2014/main" id="{CE2F22ED-CD0D-61C6-A6E5-BC5E6CFA371B}"/>
                  </a:ext>
                </a:extLst>
              </p:cNvPr>
              <p:cNvSpPr/>
              <p:nvPr/>
            </p:nvSpPr>
            <p:spPr>
              <a:xfrm>
                <a:off x="5422858" y="5654055"/>
                <a:ext cx="7974" cy="1424"/>
              </a:xfrm>
              <a:custGeom>
                <a:avLst/>
                <a:gdLst>
                  <a:gd name="connsiteX0" fmla="*/ 3963 w 7974"/>
                  <a:gd name="connsiteY0" fmla="*/ 211 h 1424"/>
                  <a:gd name="connsiteX1" fmla="*/ 7974 w 7974"/>
                  <a:gd name="connsiteY1" fmla="*/ 1222 h 1424"/>
                  <a:gd name="connsiteX2" fmla="*/ 3963 w 7974"/>
                  <a:gd name="connsiteY2" fmla="*/ 211 h 1424"/>
                </a:gdLst>
                <a:ahLst/>
                <a:cxnLst>
                  <a:cxn ang="0">
                    <a:pos x="connsiteX0" y="connsiteY0"/>
                  </a:cxn>
                  <a:cxn ang="0">
                    <a:pos x="connsiteX1" y="connsiteY1"/>
                  </a:cxn>
                  <a:cxn ang="0">
                    <a:pos x="connsiteX2" y="connsiteY2"/>
                  </a:cxn>
                </a:cxnLst>
                <a:rect l="l" t="t" r="r" b="b"/>
                <a:pathLst>
                  <a:path w="7974" h="1424">
                    <a:moveTo>
                      <a:pt x="3963" y="211"/>
                    </a:moveTo>
                    <a:cubicBezTo>
                      <a:pt x="-6462" y="-801"/>
                      <a:pt x="6849" y="2211"/>
                      <a:pt x="7974" y="1222"/>
                    </a:cubicBezTo>
                    <a:cubicBezTo>
                      <a:pt x="7929" y="960"/>
                      <a:pt x="6134" y="502"/>
                      <a:pt x="3963" y="2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7" name="Freeform: Shape 476">
                <a:extLst>
                  <a:ext uri="{FF2B5EF4-FFF2-40B4-BE49-F238E27FC236}">
                    <a16:creationId xmlns:a16="http://schemas.microsoft.com/office/drawing/2014/main" id="{05ED3777-3780-750E-9E55-C030871EED71}"/>
                  </a:ext>
                </a:extLst>
              </p:cNvPr>
              <p:cNvSpPr/>
              <p:nvPr/>
            </p:nvSpPr>
            <p:spPr>
              <a:xfrm>
                <a:off x="5417116" y="6250648"/>
                <a:ext cx="8642" cy="9409"/>
              </a:xfrm>
              <a:custGeom>
                <a:avLst/>
                <a:gdLst>
                  <a:gd name="connsiteX0" fmla="*/ 4269 w 8642"/>
                  <a:gd name="connsiteY0" fmla="*/ 1 h 9409"/>
                  <a:gd name="connsiteX1" fmla="*/ 4378 w 8642"/>
                  <a:gd name="connsiteY1" fmla="*/ 9408 h 9409"/>
                  <a:gd name="connsiteX2" fmla="*/ 4269 w 8642"/>
                  <a:gd name="connsiteY2" fmla="*/ 1 h 9409"/>
                </a:gdLst>
                <a:ahLst/>
                <a:cxnLst>
                  <a:cxn ang="0">
                    <a:pos x="connsiteX0" y="connsiteY0"/>
                  </a:cxn>
                  <a:cxn ang="0">
                    <a:pos x="connsiteX1" y="connsiteY1"/>
                  </a:cxn>
                  <a:cxn ang="0">
                    <a:pos x="connsiteX2" y="connsiteY2"/>
                  </a:cxn>
                </a:cxnLst>
                <a:rect l="l" t="t" r="r" b="b"/>
                <a:pathLst>
                  <a:path w="8642" h="9409">
                    <a:moveTo>
                      <a:pt x="4269" y="1"/>
                    </a:moveTo>
                    <a:cubicBezTo>
                      <a:pt x="-1537" y="-73"/>
                      <a:pt x="-1343" y="9545"/>
                      <a:pt x="4378" y="9408"/>
                    </a:cubicBezTo>
                    <a:cubicBezTo>
                      <a:pt x="10127" y="9437"/>
                      <a:pt x="10036" y="-136"/>
                      <a:pt x="426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8" name="Freeform: Shape 477">
                <a:extLst>
                  <a:ext uri="{FF2B5EF4-FFF2-40B4-BE49-F238E27FC236}">
                    <a16:creationId xmlns:a16="http://schemas.microsoft.com/office/drawing/2014/main" id="{12D320EC-C9E6-6E35-6181-DAE184215FE5}"/>
                  </a:ext>
                </a:extLst>
              </p:cNvPr>
              <p:cNvSpPr/>
              <p:nvPr/>
            </p:nvSpPr>
            <p:spPr>
              <a:xfrm>
                <a:off x="5417766" y="5969393"/>
                <a:ext cx="8237" cy="4917"/>
              </a:xfrm>
              <a:custGeom>
                <a:avLst/>
                <a:gdLst>
                  <a:gd name="connsiteX0" fmla="*/ 4209 w 8237"/>
                  <a:gd name="connsiteY0" fmla="*/ 4 h 4917"/>
                  <a:gd name="connsiteX1" fmla="*/ 4037 w 8237"/>
                  <a:gd name="connsiteY1" fmla="*/ 4914 h 4917"/>
                  <a:gd name="connsiteX2" fmla="*/ 4209 w 8237"/>
                  <a:gd name="connsiteY2" fmla="*/ 4 h 4917"/>
                </a:gdLst>
                <a:ahLst/>
                <a:cxnLst>
                  <a:cxn ang="0">
                    <a:pos x="connsiteX0" y="connsiteY0"/>
                  </a:cxn>
                  <a:cxn ang="0">
                    <a:pos x="connsiteX1" y="connsiteY1"/>
                  </a:cxn>
                  <a:cxn ang="0">
                    <a:pos x="connsiteX2" y="connsiteY2"/>
                  </a:cxn>
                </a:cxnLst>
                <a:rect l="l" t="t" r="r" b="b"/>
                <a:pathLst>
                  <a:path w="8237" h="4917">
                    <a:moveTo>
                      <a:pt x="4209" y="4"/>
                    </a:moveTo>
                    <a:cubicBezTo>
                      <a:pt x="-1238" y="-167"/>
                      <a:pt x="-1506" y="4844"/>
                      <a:pt x="4037" y="4914"/>
                    </a:cubicBezTo>
                    <a:cubicBezTo>
                      <a:pt x="9489" y="5084"/>
                      <a:pt x="9724" y="90"/>
                      <a:pt x="4209"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79" name="Freeform: Shape 478">
                <a:extLst>
                  <a:ext uri="{FF2B5EF4-FFF2-40B4-BE49-F238E27FC236}">
                    <a16:creationId xmlns:a16="http://schemas.microsoft.com/office/drawing/2014/main" id="{5267E799-F420-6D61-78E9-B047B6347BAC}"/>
                  </a:ext>
                </a:extLst>
              </p:cNvPr>
              <p:cNvSpPr/>
              <p:nvPr/>
            </p:nvSpPr>
            <p:spPr>
              <a:xfrm>
                <a:off x="5414519" y="6100486"/>
                <a:ext cx="8431" cy="3421"/>
              </a:xfrm>
              <a:custGeom>
                <a:avLst/>
                <a:gdLst>
                  <a:gd name="connsiteX0" fmla="*/ 4221 w 8431"/>
                  <a:gd name="connsiteY0" fmla="*/ 1 h 3421"/>
                  <a:gd name="connsiteX1" fmla="*/ 4215 w 8431"/>
                  <a:gd name="connsiteY1" fmla="*/ 3419 h 3421"/>
                  <a:gd name="connsiteX2" fmla="*/ 4221 w 8431"/>
                  <a:gd name="connsiteY2" fmla="*/ 1 h 3421"/>
                </a:gdLst>
                <a:ahLst/>
                <a:cxnLst>
                  <a:cxn ang="0">
                    <a:pos x="connsiteX0" y="connsiteY0"/>
                  </a:cxn>
                  <a:cxn ang="0">
                    <a:pos x="connsiteX1" y="connsiteY1"/>
                  </a:cxn>
                  <a:cxn ang="0">
                    <a:pos x="connsiteX2" y="connsiteY2"/>
                  </a:cxn>
                </a:cxnLst>
                <a:rect l="l" t="t" r="r" b="b"/>
                <a:pathLst>
                  <a:path w="8431" h="3421">
                    <a:moveTo>
                      <a:pt x="4221" y="1"/>
                    </a:moveTo>
                    <a:cubicBezTo>
                      <a:pt x="-1369" y="18"/>
                      <a:pt x="-1443" y="3516"/>
                      <a:pt x="4215" y="3419"/>
                    </a:cubicBezTo>
                    <a:cubicBezTo>
                      <a:pt x="9816" y="3419"/>
                      <a:pt x="9855" y="-79"/>
                      <a:pt x="422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0" name="Freeform: Shape 479">
                <a:extLst>
                  <a:ext uri="{FF2B5EF4-FFF2-40B4-BE49-F238E27FC236}">
                    <a16:creationId xmlns:a16="http://schemas.microsoft.com/office/drawing/2014/main" id="{E89AA37D-4FF8-B176-EC3C-8C40E5186243}"/>
                  </a:ext>
                </a:extLst>
              </p:cNvPr>
              <p:cNvSpPr/>
              <p:nvPr/>
            </p:nvSpPr>
            <p:spPr>
              <a:xfrm>
                <a:off x="5423499" y="5819502"/>
                <a:ext cx="8013" cy="4769"/>
              </a:xfrm>
              <a:custGeom>
                <a:avLst/>
                <a:gdLst>
                  <a:gd name="connsiteX0" fmla="*/ 4093 w 8013"/>
                  <a:gd name="connsiteY0" fmla="*/ 30 h 4769"/>
                  <a:gd name="connsiteX1" fmla="*/ 3927 w 8013"/>
                  <a:gd name="connsiteY1" fmla="*/ 4739 h 4769"/>
                  <a:gd name="connsiteX2" fmla="*/ 4093 w 8013"/>
                  <a:gd name="connsiteY2" fmla="*/ 30 h 4769"/>
                </a:gdLst>
                <a:ahLst/>
                <a:cxnLst>
                  <a:cxn ang="0">
                    <a:pos x="connsiteX0" y="connsiteY0"/>
                  </a:cxn>
                  <a:cxn ang="0">
                    <a:pos x="connsiteX1" y="connsiteY1"/>
                  </a:cxn>
                  <a:cxn ang="0">
                    <a:pos x="connsiteX2" y="connsiteY2"/>
                  </a:cxn>
                </a:cxnLst>
                <a:rect l="l" t="t" r="r" b="b"/>
                <a:pathLst>
                  <a:path w="8013" h="4769">
                    <a:moveTo>
                      <a:pt x="4093" y="30"/>
                    </a:moveTo>
                    <a:cubicBezTo>
                      <a:pt x="-1354" y="-427"/>
                      <a:pt x="-1319" y="4408"/>
                      <a:pt x="3927" y="4739"/>
                    </a:cubicBezTo>
                    <a:cubicBezTo>
                      <a:pt x="9379" y="5191"/>
                      <a:pt x="9316" y="385"/>
                      <a:pt x="4093"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1" name="Freeform: Shape 480">
                <a:extLst>
                  <a:ext uri="{FF2B5EF4-FFF2-40B4-BE49-F238E27FC236}">
                    <a16:creationId xmlns:a16="http://schemas.microsoft.com/office/drawing/2014/main" id="{3464C029-B053-08E8-0C06-3B74E76D536D}"/>
                  </a:ext>
                </a:extLst>
              </p:cNvPr>
              <p:cNvSpPr/>
              <p:nvPr/>
            </p:nvSpPr>
            <p:spPr>
              <a:xfrm>
                <a:off x="5426419" y="5702177"/>
                <a:ext cx="7816" cy="2960"/>
              </a:xfrm>
              <a:custGeom>
                <a:avLst/>
                <a:gdLst>
                  <a:gd name="connsiteX0" fmla="*/ 3905 w 7816"/>
                  <a:gd name="connsiteY0" fmla="*/ 72 h 2960"/>
                  <a:gd name="connsiteX1" fmla="*/ 3916 w 7816"/>
                  <a:gd name="connsiteY1" fmla="*/ 2884 h 2960"/>
                  <a:gd name="connsiteX2" fmla="*/ 3905 w 7816"/>
                  <a:gd name="connsiteY2" fmla="*/ 72 h 2960"/>
                </a:gdLst>
                <a:ahLst/>
                <a:cxnLst>
                  <a:cxn ang="0">
                    <a:pos x="connsiteX0" y="connsiteY0"/>
                  </a:cxn>
                  <a:cxn ang="0">
                    <a:pos x="connsiteX1" y="connsiteY1"/>
                  </a:cxn>
                  <a:cxn ang="0">
                    <a:pos x="connsiteX2" y="connsiteY2"/>
                  </a:cxn>
                </a:cxnLst>
                <a:rect l="l" t="t" r="r" b="b"/>
                <a:pathLst>
                  <a:path w="7816" h="2960">
                    <a:moveTo>
                      <a:pt x="3905" y="72"/>
                    </a:moveTo>
                    <a:cubicBezTo>
                      <a:pt x="-1502" y="-493"/>
                      <a:pt x="-1101" y="2427"/>
                      <a:pt x="3916" y="2884"/>
                    </a:cubicBezTo>
                    <a:cubicBezTo>
                      <a:pt x="9323" y="3467"/>
                      <a:pt x="8911" y="535"/>
                      <a:pt x="3905" y="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2" name="Freeform: Shape 481">
                <a:extLst>
                  <a:ext uri="{FF2B5EF4-FFF2-40B4-BE49-F238E27FC236}">
                    <a16:creationId xmlns:a16="http://schemas.microsoft.com/office/drawing/2014/main" id="{F27BA0A3-07B7-7837-95AC-5B7987E371F4}"/>
                  </a:ext>
                </a:extLst>
              </p:cNvPr>
              <p:cNvSpPr/>
              <p:nvPr/>
            </p:nvSpPr>
            <p:spPr>
              <a:xfrm>
                <a:off x="5473416" y="7526107"/>
                <a:ext cx="11943" cy="5124"/>
              </a:xfrm>
              <a:custGeom>
                <a:avLst/>
                <a:gdLst>
                  <a:gd name="connsiteX0" fmla="*/ 5839 w 11943"/>
                  <a:gd name="connsiteY0" fmla="*/ 39 h 5124"/>
                  <a:gd name="connsiteX1" fmla="*/ 6108 w 11943"/>
                  <a:gd name="connsiteY1" fmla="*/ 5085 h 5124"/>
                  <a:gd name="connsiteX2" fmla="*/ 5839 w 11943"/>
                  <a:gd name="connsiteY2" fmla="*/ 39 h 5124"/>
                </a:gdLst>
                <a:ahLst/>
                <a:cxnLst>
                  <a:cxn ang="0">
                    <a:pos x="connsiteX0" y="connsiteY0"/>
                  </a:cxn>
                  <a:cxn ang="0">
                    <a:pos x="connsiteX1" y="connsiteY1"/>
                  </a:cxn>
                  <a:cxn ang="0">
                    <a:pos x="connsiteX2" y="connsiteY2"/>
                  </a:cxn>
                </a:cxnLst>
                <a:rect l="l" t="t" r="r" b="b"/>
                <a:pathLst>
                  <a:path w="11943" h="5124">
                    <a:moveTo>
                      <a:pt x="5839" y="39"/>
                    </a:moveTo>
                    <a:cubicBezTo>
                      <a:pt x="-2316" y="-453"/>
                      <a:pt x="-1653" y="5668"/>
                      <a:pt x="6108" y="5085"/>
                    </a:cubicBezTo>
                    <a:cubicBezTo>
                      <a:pt x="14258" y="5571"/>
                      <a:pt x="13595" y="-544"/>
                      <a:pt x="5839"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3" name="Freeform: Shape 482">
                <a:extLst>
                  <a:ext uri="{FF2B5EF4-FFF2-40B4-BE49-F238E27FC236}">
                    <a16:creationId xmlns:a16="http://schemas.microsoft.com/office/drawing/2014/main" id="{9E33000D-78CC-8E05-FD35-CF056275EECF}"/>
                  </a:ext>
                </a:extLst>
              </p:cNvPr>
              <p:cNvSpPr/>
              <p:nvPr/>
            </p:nvSpPr>
            <p:spPr>
              <a:xfrm>
                <a:off x="5198546" y="5637091"/>
                <a:ext cx="6845" cy="2488"/>
              </a:xfrm>
              <a:custGeom>
                <a:avLst/>
                <a:gdLst>
                  <a:gd name="connsiteX0" fmla="*/ 3600 w 6845"/>
                  <a:gd name="connsiteY0" fmla="*/ 550 h 2488"/>
                  <a:gd name="connsiteX1" fmla="*/ 0 w 6845"/>
                  <a:gd name="connsiteY1" fmla="*/ 2328 h 2488"/>
                  <a:gd name="connsiteX2" fmla="*/ 3600 w 6845"/>
                  <a:gd name="connsiteY2" fmla="*/ 550 h 2488"/>
                </a:gdLst>
                <a:ahLst/>
                <a:cxnLst>
                  <a:cxn ang="0">
                    <a:pos x="connsiteX0" y="connsiteY0"/>
                  </a:cxn>
                  <a:cxn ang="0">
                    <a:pos x="connsiteX1" y="connsiteY1"/>
                  </a:cxn>
                  <a:cxn ang="0">
                    <a:pos x="connsiteX2" y="connsiteY2"/>
                  </a:cxn>
                </a:cxnLst>
                <a:rect l="l" t="t" r="r" b="b"/>
                <a:pathLst>
                  <a:path w="6845" h="2488">
                    <a:moveTo>
                      <a:pt x="3600" y="550"/>
                    </a:moveTo>
                    <a:cubicBezTo>
                      <a:pt x="2400" y="973"/>
                      <a:pt x="503" y="1516"/>
                      <a:pt x="0" y="2328"/>
                    </a:cubicBezTo>
                    <a:cubicBezTo>
                      <a:pt x="2406" y="3436"/>
                      <a:pt x="11687" y="-1627"/>
                      <a:pt x="3600" y="5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4" name="Freeform: Shape 483">
                <a:extLst>
                  <a:ext uri="{FF2B5EF4-FFF2-40B4-BE49-F238E27FC236}">
                    <a16:creationId xmlns:a16="http://schemas.microsoft.com/office/drawing/2014/main" id="{28C52F7C-C81B-A784-9298-ABA6DA1A4C91}"/>
                  </a:ext>
                </a:extLst>
              </p:cNvPr>
              <p:cNvSpPr/>
              <p:nvPr/>
            </p:nvSpPr>
            <p:spPr>
              <a:xfrm>
                <a:off x="5151103" y="6721496"/>
                <a:ext cx="10132" cy="1062"/>
              </a:xfrm>
              <a:custGeom>
                <a:avLst/>
                <a:gdLst>
                  <a:gd name="connsiteX0" fmla="*/ 5135 w 10132"/>
                  <a:gd name="connsiteY0" fmla="*/ 6 h 1062"/>
                  <a:gd name="connsiteX1" fmla="*/ 4998 w 10132"/>
                  <a:gd name="connsiteY1" fmla="*/ 1058 h 1062"/>
                  <a:gd name="connsiteX2" fmla="*/ 5135 w 10132"/>
                  <a:gd name="connsiteY2" fmla="*/ 6 h 1062"/>
                </a:gdLst>
                <a:ahLst/>
                <a:cxnLst>
                  <a:cxn ang="0">
                    <a:pos x="connsiteX0" y="connsiteY0"/>
                  </a:cxn>
                  <a:cxn ang="0">
                    <a:pos x="connsiteX1" y="connsiteY1"/>
                  </a:cxn>
                  <a:cxn ang="0">
                    <a:pos x="connsiteX2" y="connsiteY2"/>
                  </a:cxn>
                </a:cxnLst>
                <a:rect l="l" t="t" r="r" b="b"/>
                <a:pathLst>
                  <a:path w="10132" h="1062">
                    <a:moveTo>
                      <a:pt x="5135" y="6"/>
                    </a:moveTo>
                    <a:cubicBezTo>
                      <a:pt x="-1477" y="-91"/>
                      <a:pt x="-1895" y="1006"/>
                      <a:pt x="4998" y="1058"/>
                    </a:cubicBezTo>
                    <a:cubicBezTo>
                      <a:pt x="11610" y="1143"/>
                      <a:pt x="12027" y="52"/>
                      <a:pt x="5135"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5" name="Freeform: Shape 484">
                <a:extLst>
                  <a:ext uri="{FF2B5EF4-FFF2-40B4-BE49-F238E27FC236}">
                    <a16:creationId xmlns:a16="http://schemas.microsoft.com/office/drawing/2014/main" id="{16172535-A3FD-3FB3-D94F-24BDA77D76C8}"/>
                  </a:ext>
                </a:extLst>
              </p:cNvPr>
              <p:cNvSpPr/>
              <p:nvPr/>
            </p:nvSpPr>
            <p:spPr>
              <a:xfrm>
                <a:off x="5155455" y="6706981"/>
                <a:ext cx="9835" cy="263"/>
              </a:xfrm>
              <a:custGeom>
                <a:avLst/>
                <a:gdLst>
                  <a:gd name="connsiteX0" fmla="*/ 4989 w 9835"/>
                  <a:gd name="connsiteY0" fmla="*/ 108 h 263"/>
                  <a:gd name="connsiteX1" fmla="*/ 4847 w 9835"/>
                  <a:gd name="connsiteY1" fmla="*/ 165 h 263"/>
                  <a:gd name="connsiteX2" fmla="*/ 4989 w 9835"/>
                  <a:gd name="connsiteY2" fmla="*/ 108 h 263"/>
                </a:gdLst>
                <a:ahLst/>
                <a:cxnLst>
                  <a:cxn ang="0">
                    <a:pos x="connsiteX0" y="connsiteY0"/>
                  </a:cxn>
                  <a:cxn ang="0">
                    <a:pos x="connsiteX1" y="connsiteY1"/>
                  </a:cxn>
                  <a:cxn ang="0">
                    <a:pos x="connsiteX2" y="connsiteY2"/>
                  </a:cxn>
                </a:cxnLst>
                <a:rect l="l" t="t" r="r" b="b"/>
                <a:pathLst>
                  <a:path w="9835" h="263">
                    <a:moveTo>
                      <a:pt x="4989" y="108"/>
                    </a:moveTo>
                    <a:cubicBezTo>
                      <a:pt x="-1468" y="-69"/>
                      <a:pt x="-1806" y="-12"/>
                      <a:pt x="4847" y="165"/>
                    </a:cubicBezTo>
                    <a:cubicBezTo>
                      <a:pt x="11310" y="325"/>
                      <a:pt x="11636" y="279"/>
                      <a:pt x="4989" y="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6" name="Freeform: Shape 485">
                <a:extLst>
                  <a:ext uri="{FF2B5EF4-FFF2-40B4-BE49-F238E27FC236}">
                    <a16:creationId xmlns:a16="http://schemas.microsoft.com/office/drawing/2014/main" id="{C93643FF-6149-92EB-3CDF-9ABFF7F82C85}"/>
                  </a:ext>
                </a:extLst>
              </p:cNvPr>
              <p:cNvSpPr/>
              <p:nvPr/>
            </p:nvSpPr>
            <p:spPr>
              <a:xfrm>
                <a:off x="5147044" y="6777125"/>
                <a:ext cx="10471" cy="2802"/>
              </a:xfrm>
              <a:custGeom>
                <a:avLst/>
                <a:gdLst>
                  <a:gd name="connsiteX0" fmla="*/ 5297 w 10471"/>
                  <a:gd name="connsiteY0" fmla="*/ 1 h 2802"/>
                  <a:gd name="connsiteX1" fmla="*/ 5177 w 10471"/>
                  <a:gd name="connsiteY1" fmla="*/ 2801 h 2802"/>
                  <a:gd name="connsiteX2" fmla="*/ 5297 w 10471"/>
                  <a:gd name="connsiteY2" fmla="*/ 1 h 2802"/>
                </a:gdLst>
                <a:ahLst/>
                <a:cxnLst>
                  <a:cxn ang="0">
                    <a:pos x="connsiteX0" y="connsiteY0"/>
                  </a:cxn>
                  <a:cxn ang="0">
                    <a:pos x="connsiteX1" y="connsiteY1"/>
                  </a:cxn>
                  <a:cxn ang="0">
                    <a:pos x="connsiteX2" y="connsiteY2"/>
                  </a:cxn>
                </a:cxnLst>
                <a:rect l="l" t="t" r="r" b="b"/>
                <a:pathLst>
                  <a:path w="10471" h="2802">
                    <a:moveTo>
                      <a:pt x="5297" y="1"/>
                    </a:moveTo>
                    <a:cubicBezTo>
                      <a:pt x="-1601" y="-67"/>
                      <a:pt x="-1887" y="2825"/>
                      <a:pt x="5177" y="2801"/>
                    </a:cubicBezTo>
                    <a:cubicBezTo>
                      <a:pt x="12069" y="2853"/>
                      <a:pt x="12361" y="-33"/>
                      <a:pt x="529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7" name="Freeform: Shape 486">
                <a:extLst>
                  <a:ext uri="{FF2B5EF4-FFF2-40B4-BE49-F238E27FC236}">
                    <a16:creationId xmlns:a16="http://schemas.microsoft.com/office/drawing/2014/main" id="{D1E4903B-D65D-5674-F43A-348E5558E38B}"/>
                  </a:ext>
                </a:extLst>
              </p:cNvPr>
              <p:cNvSpPr/>
              <p:nvPr/>
            </p:nvSpPr>
            <p:spPr>
              <a:xfrm>
                <a:off x="5163872" y="6710959"/>
                <a:ext cx="9322" cy="710"/>
              </a:xfrm>
              <a:custGeom>
                <a:avLst/>
                <a:gdLst>
                  <a:gd name="connsiteX0" fmla="*/ 4722 w 9322"/>
                  <a:gd name="connsiteY0" fmla="*/ 205 h 710"/>
                  <a:gd name="connsiteX1" fmla="*/ 4602 w 9322"/>
                  <a:gd name="connsiteY1" fmla="*/ 507 h 710"/>
                  <a:gd name="connsiteX2" fmla="*/ 4722 w 9322"/>
                  <a:gd name="connsiteY2" fmla="*/ 205 h 710"/>
                </a:gdLst>
                <a:ahLst/>
                <a:cxnLst>
                  <a:cxn ang="0">
                    <a:pos x="connsiteX0" y="connsiteY0"/>
                  </a:cxn>
                  <a:cxn ang="0">
                    <a:pos x="connsiteX1" y="connsiteY1"/>
                  </a:cxn>
                  <a:cxn ang="0">
                    <a:pos x="connsiteX2" y="connsiteY2"/>
                  </a:cxn>
                </a:cxnLst>
                <a:rect l="l" t="t" r="r" b="b"/>
                <a:pathLst>
                  <a:path w="9322" h="710">
                    <a:moveTo>
                      <a:pt x="4722" y="205"/>
                    </a:moveTo>
                    <a:cubicBezTo>
                      <a:pt x="-1421" y="-224"/>
                      <a:pt x="-1684" y="90"/>
                      <a:pt x="4602" y="507"/>
                    </a:cubicBezTo>
                    <a:cubicBezTo>
                      <a:pt x="10746" y="930"/>
                      <a:pt x="11003" y="627"/>
                      <a:pt x="4722" y="2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8" name="Freeform: Shape 487">
                <a:extLst>
                  <a:ext uri="{FF2B5EF4-FFF2-40B4-BE49-F238E27FC236}">
                    <a16:creationId xmlns:a16="http://schemas.microsoft.com/office/drawing/2014/main" id="{B8854A97-DF91-A5AA-A4C7-E429B6646ED1}"/>
                  </a:ext>
                </a:extLst>
              </p:cNvPr>
              <p:cNvSpPr/>
              <p:nvPr/>
            </p:nvSpPr>
            <p:spPr>
              <a:xfrm>
                <a:off x="5159806" y="6710856"/>
                <a:ext cx="9572" cy="498"/>
              </a:xfrm>
              <a:custGeom>
                <a:avLst/>
                <a:gdLst>
                  <a:gd name="connsiteX0" fmla="*/ 4856 w 9572"/>
                  <a:gd name="connsiteY0" fmla="*/ 347 h 498"/>
                  <a:gd name="connsiteX1" fmla="*/ 4719 w 9572"/>
                  <a:gd name="connsiteY1" fmla="*/ 153 h 498"/>
                  <a:gd name="connsiteX2" fmla="*/ 4856 w 9572"/>
                  <a:gd name="connsiteY2" fmla="*/ 347 h 498"/>
                </a:gdLst>
                <a:ahLst/>
                <a:cxnLst>
                  <a:cxn ang="0">
                    <a:pos x="connsiteX0" y="connsiteY0"/>
                  </a:cxn>
                  <a:cxn ang="0">
                    <a:pos x="connsiteX1" y="connsiteY1"/>
                  </a:cxn>
                  <a:cxn ang="0">
                    <a:pos x="connsiteX2" y="connsiteY2"/>
                  </a:cxn>
                </a:cxnLst>
                <a:rect l="l" t="t" r="r" b="b"/>
                <a:pathLst>
                  <a:path w="9572" h="498">
                    <a:moveTo>
                      <a:pt x="4856" y="347"/>
                    </a:moveTo>
                    <a:cubicBezTo>
                      <a:pt x="-1425" y="50"/>
                      <a:pt x="-1762" y="-156"/>
                      <a:pt x="4719" y="153"/>
                    </a:cubicBezTo>
                    <a:cubicBezTo>
                      <a:pt x="11000" y="439"/>
                      <a:pt x="11331" y="656"/>
                      <a:pt x="4856" y="3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89" name="Freeform: Shape 488">
                <a:extLst>
                  <a:ext uri="{FF2B5EF4-FFF2-40B4-BE49-F238E27FC236}">
                    <a16:creationId xmlns:a16="http://schemas.microsoft.com/office/drawing/2014/main" id="{C0F16C4B-F448-77EF-EA14-5D352A30D482}"/>
                  </a:ext>
                </a:extLst>
              </p:cNvPr>
              <p:cNvSpPr/>
              <p:nvPr/>
            </p:nvSpPr>
            <p:spPr>
              <a:xfrm>
                <a:off x="5167356" y="6684190"/>
                <a:ext cx="9097" cy="1760"/>
              </a:xfrm>
              <a:custGeom>
                <a:avLst/>
                <a:gdLst>
                  <a:gd name="connsiteX0" fmla="*/ 4599 w 9097"/>
                  <a:gd name="connsiteY0" fmla="*/ 102 h 1760"/>
                  <a:gd name="connsiteX1" fmla="*/ 4501 w 9097"/>
                  <a:gd name="connsiteY1" fmla="*/ 1656 h 1760"/>
                  <a:gd name="connsiteX2" fmla="*/ 4599 w 9097"/>
                  <a:gd name="connsiteY2" fmla="*/ 102 h 1760"/>
                </a:gdLst>
                <a:ahLst/>
                <a:cxnLst>
                  <a:cxn ang="0">
                    <a:pos x="connsiteX0" y="connsiteY0"/>
                  </a:cxn>
                  <a:cxn ang="0">
                    <a:pos x="connsiteX1" y="connsiteY1"/>
                  </a:cxn>
                  <a:cxn ang="0">
                    <a:pos x="connsiteX2" y="connsiteY2"/>
                  </a:cxn>
                </a:cxnLst>
                <a:rect l="l" t="t" r="r" b="b"/>
                <a:pathLst>
                  <a:path w="9097" h="1760">
                    <a:moveTo>
                      <a:pt x="4599" y="102"/>
                    </a:moveTo>
                    <a:cubicBezTo>
                      <a:pt x="-1482" y="-418"/>
                      <a:pt x="-1551" y="1194"/>
                      <a:pt x="4501" y="1656"/>
                    </a:cubicBezTo>
                    <a:cubicBezTo>
                      <a:pt x="10588" y="2182"/>
                      <a:pt x="10639" y="571"/>
                      <a:pt x="4599" y="1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0" name="Freeform: Shape 489">
                <a:extLst>
                  <a:ext uri="{FF2B5EF4-FFF2-40B4-BE49-F238E27FC236}">
                    <a16:creationId xmlns:a16="http://schemas.microsoft.com/office/drawing/2014/main" id="{2BD5189A-9BFC-9579-E012-2691841A0418}"/>
                  </a:ext>
                </a:extLst>
              </p:cNvPr>
              <p:cNvSpPr/>
              <p:nvPr/>
            </p:nvSpPr>
            <p:spPr>
              <a:xfrm>
                <a:off x="5143019" y="6880133"/>
                <a:ext cx="10813" cy="3613"/>
              </a:xfrm>
              <a:custGeom>
                <a:avLst/>
                <a:gdLst>
                  <a:gd name="connsiteX0" fmla="*/ 5481 w 10813"/>
                  <a:gd name="connsiteY0" fmla="*/ 1 h 3613"/>
                  <a:gd name="connsiteX1" fmla="*/ 5332 w 10813"/>
                  <a:gd name="connsiteY1" fmla="*/ 3613 h 3613"/>
                  <a:gd name="connsiteX2" fmla="*/ 5481 w 10813"/>
                  <a:gd name="connsiteY2" fmla="*/ 1 h 3613"/>
                </a:gdLst>
                <a:ahLst/>
                <a:cxnLst>
                  <a:cxn ang="0">
                    <a:pos x="connsiteX0" y="connsiteY0"/>
                  </a:cxn>
                  <a:cxn ang="0">
                    <a:pos x="connsiteX1" y="connsiteY1"/>
                  </a:cxn>
                  <a:cxn ang="0">
                    <a:pos x="connsiteX2" y="connsiteY2"/>
                  </a:cxn>
                </a:cxnLst>
                <a:rect l="l" t="t" r="r" b="b"/>
                <a:pathLst>
                  <a:path w="10813" h="3613">
                    <a:moveTo>
                      <a:pt x="5481" y="1"/>
                    </a:moveTo>
                    <a:cubicBezTo>
                      <a:pt x="-1629" y="-68"/>
                      <a:pt x="-1972" y="3636"/>
                      <a:pt x="5332" y="3613"/>
                    </a:cubicBezTo>
                    <a:cubicBezTo>
                      <a:pt x="12447" y="3681"/>
                      <a:pt x="12779" y="-28"/>
                      <a:pt x="5481"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1" name="Freeform: Shape 490">
                <a:extLst>
                  <a:ext uri="{FF2B5EF4-FFF2-40B4-BE49-F238E27FC236}">
                    <a16:creationId xmlns:a16="http://schemas.microsoft.com/office/drawing/2014/main" id="{C3B29153-6803-A08E-DC2B-ACFFFBF46F08}"/>
                  </a:ext>
                </a:extLst>
              </p:cNvPr>
              <p:cNvSpPr/>
              <p:nvPr/>
            </p:nvSpPr>
            <p:spPr>
              <a:xfrm>
                <a:off x="5119667" y="7378738"/>
                <a:ext cx="12321" cy="4705"/>
              </a:xfrm>
              <a:custGeom>
                <a:avLst/>
                <a:gdLst>
                  <a:gd name="connsiteX0" fmla="*/ 6259 w 12321"/>
                  <a:gd name="connsiteY0" fmla="*/ 1 h 4705"/>
                  <a:gd name="connsiteX1" fmla="*/ 6065 w 12321"/>
                  <a:gd name="connsiteY1" fmla="*/ 4705 h 4705"/>
                  <a:gd name="connsiteX2" fmla="*/ 6259 w 12321"/>
                  <a:gd name="connsiteY2" fmla="*/ 1 h 4705"/>
                </a:gdLst>
                <a:ahLst/>
                <a:cxnLst>
                  <a:cxn ang="0">
                    <a:pos x="connsiteX0" y="connsiteY0"/>
                  </a:cxn>
                  <a:cxn ang="0">
                    <a:pos x="connsiteX1" y="connsiteY1"/>
                  </a:cxn>
                  <a:cxn ang="0">
                    <a:pos x="connsiteX2" y="connsiteY2"/>
                  </a:cxn>
                </a:cxnLst>
                <a:rect l="l" t="t" r="r" b="b"/>
                <a:pathLst>
                  <a:path w="12321" h="4705">
                    <a:moveTo>
                      <a:pt x="6259" y="1"/>
                    </a:moveTo>
                    <a:cubicBezTo>
                      <a:pt x="-1822" y="-90"/>
                      <a:pt x="-2279" y="4733"/>
                      <a:pt x="6065" y="4705"/>
                    </a:cubicBezTo>
                    <a:cubicBezTo>
                      <a:pt x="14157" y="4791"/>
                      <a:pt x="14586" y="-27"/>
                      <a:pt x="6259"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2" name="Freeform: Shape 491">
                <a:extLst>
                  <a:ext uri="{FF2B5EF4-FFF2-40B4-BE49-F238E27FC236}">
                    <a16:creationId xmlns:a16="http://schemas.microsoft.com/office/drawing/2014/main" id="{A89823A3-ED2F-F884-B201-06E44B483886}"/>
                  </a:ext>
                </a:extLst>
              </p:cNvPr>
              <p:cNvSpPr/>
              <p:nvPr/>
            </p:nvSpPr>
            <p:spPr>
              <a:xfrm>
                <a:off x="5125832" y="7241263"/>
                <a:ext cx="11906" cy="4391"/>
              </a:xfrm>
              <a:custGeom>
                <a:avLst/>
                <a:gdLst>
                  <a:gd name="connsiteX0" fmla="*/ 6054 w 11906"/>
                  <a:gd name="connsiteY0" fmla="*/ 1 h 4391"/>
                  <a:gd name="connsiteX1" fmla="*/ 5854 w 11906"/>
                  <a:gd name="connsiteY1" fmla="*/ 4391 h 4391"/>
                  <a:gd name="connsiteX2" fmla="*/ 6054 w 11906"/>
                  <a:gd name="connsiteY2" fmla="*/ 1 h 4391"/>
                </a:gdLst>
                <a:ahLst/>
                <a:cxnLst>
                  <a:cxn ang="0">
                    <a:pos x="connsiteX0" y="connsiteY0"/>
                  </a:cxn>
                  <a:cxn ang="0">
                    <a:pos x="connsiteX1" y="connsiteY1"/>
                  </a:cxn>
                  <a:cxn ang="0">
                    <a:pos x="connsiteX2" y="connsiteY2"/>
                  </a:cxn>
                </a:cxnLst>
                <a:rect l="l" t="t" r="r" b="b"/>
                <a:pathLst>
                  <a:path w="11906" h="4391">
                    <a:moveTo>
                      <a:pt x="6054" y="1"/>
                    </a:moveTo>
                    <a:cubicBezTo>
                      <a:pt x="-1741" y="-85"/>
                      <a:pt x="-2221" y="4413"/>
                      <a:pt x="5854" y="4391"/>
                    </a:cubicBezTo>
                    <a:cubicBezTo>
                      <a:pt x="13649" y="4476"/>
                      <a:pt x="14124" y="-22"/>
                      <a:pt x="605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3" name="Freeform: Shape 492">
                <a:extLst>
                  <a:ext uri="{FF2B5EF4-FFF2-40B4-BE49-F238E27FC236}">
                    <a16:creationId xmlns:a16="http://schemas.microsoft.com/office/drawing/2014/main" id="{310EE126-A1E8-1809-11B2-2DEA0298EBBB}"/>
                  </a:ext>
                </a:extLst>
              </p:cNvPr>
              <p:cNvSpPr/>
              <p:nvPr/>
            </p:nvSpPr>
            <p:spPr>
              <a:xfrm>
                <a:off x="5137918" y="6992793"/>
                <a:ext cx="11155" cy="3842"/>
              </a:xfrm>
              <a:custGeom>
                <a:avLst/>
                <a:gdLst>
                  <a:gd name="connsiteX0" fmla="*/ 5667 w 11155"/>
                  <a:gd name="connsiteY0" fmla="*/ 1 h 3842"/>
                  <a:gd name="connsiteX1" fmla="*/ 5490 w 11155"/>
                  <a:gd name="connsiteY1" fmla="*/ 3842 h 3842"/>
                  <a:gd name="connsiteX2" fmla="*/ 5667 w 11155"/>
                  <a:gd name="connsiteY2" fmla="*/ 1 h 3842"/>
                </a:gdLst>
                <a:ahLst/>
                <a:cxnLst>
                  <a:cxn ang="0">
                    <a:pos x="connsiteX0" y="connsiteY0"/>
                  </a:cxn>
                  <a:cxn ang="0">
                    <a:pos x="connsiteX1" y="connsiteY1"/>
                  </a:cxn>
                  <a:cxn ang="0">
                    <a:pos x="connsiteX2" y="connsiteY2"/>
                  </a:cxn>
                </a:cxnLst>
                <a:rect l="l" t="t" r="r" b="b"/>
                <a:pathLst>
                  <a:path w="11155" h="3842">
                    <a:moveTo>
                      <a:pt x="5667" y="1"/>
                    </a:moveTo>
                    <a:cubicBezTo>
                      <a:pt x="-1648" y="-74"/>
                      <a:pt x="-2065" y="3869"/>
                      <a:pt x="5490" y="3842"/>
                    </a:cubicBezTo>
                    <a:cubicBezTo>
                      <a:pt x="12805" y="3921"/>
                      <a:pt x="13217" y="-22"/>
                      <a:pt x="566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4" name="Freeform: Shape 493">
                <a:extLst>
                  <a:ext uri="{FF2B5EF4-FFF2-40B4-BE49-F238E27FC236}">
                    <a16:creationId xmlns:a16="http://schemas.microsoft.com/office/drawing/2014/main" id="{1E59C621-C355-C888-2015-59EBADD08B3A}"/>
                  </a:ext>
                </a:extLst>
              </p:cNvPr>
              <p:cNvSpPr/>
              <p:nvPr/>
            </p:nvSpPr>
            <p:spPr>
              <a:xfrm>
                <a:off x="5132054" y="7112893"/>
                <a:ext cx="11516" cy="4105"/>
              </a:xfrm>
              <a:custGeom>
                <a:avLst/>
                <a:gdLst>
                  <a:gd name="connsiteX0" fmla="*/ 5856 w 11516"/>
                  <a:gd name="connsiteY0" fmla="*/ 1 h 4105"/>
                  <a:gd name="connsiteX1" fmla="*/ 5662 w 11516"/>
                  <a:gd name="connsiteY1" fmla="*/ 4105 h 4105"/>
                  <a:gd name="connsiteX2" fmla="*/ 5856 w 11516"/>
                  <a:gd name="connsiteY2" fmla="*/ 1 h 4105"/>
                </a:gdLst>
                <a:ahLst/>
                <a:cxnLst>
                  <a:cxn ang="0">
                    <a:pos x="connsiteX0" y="connsiteY0"/>
                  </a:cxn>
                  <a:cxn ang="0">
                    <a:pos x="connsiteX1" y="connsiteY1"/>
                  </a:cxn>
                  <a:cxn ang="0">
                    <a:pos x="connsiteX2" y="connsiteY2"/>
                  </a:cxn>
                </a:cxnLst>
                <a:rect l="l" t="t" r="r" b="b"/>
                <a:pathLst>
                  <a:path w="11516" h="4105">
                    <a:moveTo>
                      <a:pt x="5856" y="1"/>
                    </a:moveTo>
                    <a:cubicBezTo>
                      <a:pt x="-1682" y="-84"/>
                      <a:pt x="-2151" y="4128"/>
                      <a:pt x="5662" y="4105"/>
                    </a:cubicBezTo>
                    <a:cubicBezTo>
                      <a:pt x="13200" y="4185"/>
                      <a:pt x="13663" y="-21"/>
                      <a:pt x="5856"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5" name="Freeform: Shape 494">
                <a:extLst>
                  <a:ext uri="{FF2B5EF4-FFF2-40B4-BE49-F238E27FC236}">
                    <a16:creationId xmlns:a16="http://schemas.microsoft.com/office/drawing/2014/main" id="{CB267FDD-0B91-2117-6B2B-27E0F29CAECB}"/>
                  </a:ext>
                </a:extLst>
              </p:cNvPr>
              <p:cNvSpPr/>
              <p:nvPr/>
            </p:nvSpPr>
            <p:spPr>
              <a:xfrm>
                <a:off x="5203577" y="5674947"/>
                <a:ext cx="7635" cy="3517"/>
              </a:xfrm>
              <a:custGeom>
                <a:avLst/>
                <a:gdLst>
                  <a:gd name="connsiteX0" fmla="*/ 3793 w 7635"/>
                  <a:gd name="connsiteY0" fmla="*/ 1585 h 3517"/>
                  <a:gd name="connsiteX1" fmla="*/ 3845 w 7635"/>
                  <a:gd name="connsiteY1" fmla="*/ 1911 h 3517"/>
                  <a:gd name="connsiteX2" fmla="*/ 3793 w 7635"/>
                  <a:gd name="connsiteY2" fmla="*/ 1585 h 3517"/>
                </a:gdLst>
                <a:ahLst/>
                <a:cxnLst>
                  <a:cxn ang="0">
                    <a:pos x="connsiteX0" y="connsiteY0"/>
                  </a:cxn>
                  <a:cxn ang="0">
                    <a:pos x="connsiteX1" y="connsiteY1"/>
                  </a:cxn>
                  <a:cxn ang="0">
                    <a:pos x="connsiteX2" y="connsiteY2"/>
                  </a:cxn>
                </a:cxnLst>
                <a:rect l="l" t="t" r="r" b="b"/>
                <a:pathLst>
                  <a:path w="7635" h="3517">
                    <a:moveTo>
                      <a:pt x="3793" y="1585"/>
                    </a:moveTo>
                    <a:cubicBezTo>
                      <a:pt x="-1242" y="3894"/>
                      <a:pt x="-1304" y="4294"/>
                      <a:pt x="3845" y="1911"/>
                    </a:cubicBezTo>
                    <a:cubicBezTo>
                      <a:pt x="8880" y="-381"/>
                      <a:pt x="8937" y="-758"/>
                      <a:pt x="3793" y="15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6" name="Freeform: Shape 495">
                <a:extLst>
                  <a:ext uri="{FF2B5EF4-FFF2-40B4-BE49-F238E27FC236}">
                    <a16:creationId xmlns:a16="http://schemas.microsoft.com/office/drawing/2014/main" id="{1C386F5D-3FE9-5699-CABD-C3C5B7885E1A}"/>
                  </a:ext>
                </a:extLst>
              </p:cNvPr>
              <p:cNvSpPr/>
              <p:nvPr/>
            </p:nvSpPr>
            <p:spPr>
              <a:xfrm>
                <a:off x="5201829" y="5671208"/>
                <a:ext cx="7435" cy="3069"/>
              </a:xfrm>
              <a:custGeom>
                <a:avLst/>
                <a:gdLst>
                  <a:gd name="connsiteX0" fmla="*/ 3685 w 7435"/>
                  <a:gd name="connsiteY0" fmla="*/ 1524 h 3069"/>
                  <a:gd name="connsiteX1" fmla="*/ 3753 w 7435"/>
                  <a:gd name="connsiteY1" fmla="*/ 1524 h 3069"/>
                  <a:gd name="connsiteX2" fmla="*/ 3685 w 7435"/>
                  <a:gd name="connsiteY2" fmla="*/ 1524 h 3069"/>
                </a:gdLst>
                <a:ahLst/>
                <a:cxnLst>
                  <a:cxn ang="0">
                    <a:pos x="connsiteX0" y="connsiteY0"/>
                  </a:cxn>
                  <a:cxn ang="0">
                    <a:pos x="connsiteX1" y="connsiteY1"/>
                  </a:cxn>
                  <a:cxn ang="0">
                    <a:pos x="connsiteX2" y="connsiteY2"/>
                  </a:cxn>
                </a:cxnLst>
                <a:rect l="l" t="t" r="r" b="b"/>
                <a:pathLst>
                  <a:path w="7435" h="3069">
                    <a:moveTo>
                      <a:pt x="3685" y="1524"/>
                    </a:moveTo>
                    <a:cubicBezTo>
                      <a:pt x="-1311" y="3593"/>
                      <a:pt x="-1168" y="3576"/>
                      <a:pt x="3753" y="1524"/>
                    </a:cubicBezTo>
                    <a:cubicBezTo>
                      <a:pt x="8748" y="-528"/>
                      <a:pt x="8599" y="-488"/>
                      <a:pt x="3685" y="15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7" name="Freeform: Shape 496">
                <a:extLst>
                  <a:ext uri="{FF2B5EF4-FFF2-40B4-BE49-F238E27FC236}">
                    <a16:creationId xmlns:a16="http://schemas.microsoft.com/office/drawing/2014/main" id="{356C37A0-FD3A-EA22-7749-0733070FC4CD}"/>
                  </a:ext>
                </a:extLst>
              </p:cNvPr>
              <p:cNvSpPr/>
              <p:nvPr/>
            </p:nvSpPr>
            <p:spPr>
              <a:xfrm>
                <a:off x="5199866" y="5671437"/>
                <a:ext cx="7248" cy="2615"/>
              </a:xfrm>
              <a:custGeom>
                <a:avLst/>
                <a:gdLst>
                  <a:gd name="connsiteX0" fmla="*/ 3595 w 7248"/>
                  <a:gd name="connsiteY0" fmla="*/ 1265 h 2615"/>
                  <a:gd name="connsiteX1" fmla="*/ 3658 w 7248"/>
                  <a:gd name="connsiteY1" fmla="*/ 1328 h 2615"/>
                  <a:gd name="connsiteX2" fmla="*/ 3595 w 7248"/>
                  <a:gd name="connsiteY2" fmla="*/ 1265 h 2615"/>
                </a:gdLst>
                <a:ahLst/>
                <a:cxnLst>
                  <a:cxn ang="0">
                    <a:pos x="connsiteX0" y="connsiteY0"/>
                  </a:cxn>
                  <a:cxn ang="0">
                    <a:pos x="connsiteX1" y="connsiteY1"/>
                  </a:cxn>
                  <a:cxn ang="0">
                    <a:pos x="connsiteX2" y="connsiteY2"/>
                  </a:cxn>
                </a:cxnLst>
                <a:rect l="l" t="t" r="r" b="b"/>
                <a:pathLst>
                  <a:path w="7248" h="2615">
                    <a:moveTo>
                      <a:pt x="3595" y="1265"/>
                    </a:moveTo>
                    <a:cubicBezTo>
                      <a:pt x="-1263" y="3026"/>
                      <a:pt x="-1154" y="3083"/>
                      <a:pt x="3658" y="1328"/>
                    </a:cubicBezTo>
                    <a:cubicBezTo>
                      <a:pt x="8510" y="-415"/>
                      <a:pt x="8401" y="-449"/>
                      <a:pt x="359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8" name="Freeform: Shape 497">
                <a:extLst>
                  <a:ext uri="{FF2B5EF4-FFF2-40B4-BE49-F238E27FC236}">
                    <a16:creationId xmlns:a16="http://schemas.microsoft.com/office/drawing/2014/main" id="{3F90F44A-6CFF-4652-8E6A-08E178BCD120}"/>
                  </a:ext>
                </a:extLst>
              </p:cNvPr>
              <p:cNvSpPr/>
              <p:nvPr/>
            </p:nvSpPr>
            <p:spPr>
              <a:xfrm>
                <a:off x="5204159" y="5694145"/>
                <a:ext cx="8202" cy="4075"/>
              </a:xfrm>
              <a:custGeom>
                <a:avLst/>
                <a:gdLst>
                  <a:gd name="connsiteX0" fmla="*/ 4046 w 8202"/>
                  <a:gd name="connsiteY0" fmla="*/ 1555 h 4075"/>
                  <a:gd name="connsiteX1" fmla="*/ 0 w 8202"/>
                  <a:gd name="connsiteY1" fmla="*/ 4047 h 4075"/>
                  <a:gd name="connsiteX2" fmla="*/ 4046 w 8202"/>
                  <a:gd name="connsiteY2" fmla="*/ 1555 h 4075"/>
                </a:gdLst>
                <a:ahLst/>
                <a:cxnLst>
                  <a:cxn ang="0">
                    <a:pos x="connsiteX0" y="connsiteY0"/>
                  </a:cxn>
                  <a:cxn ang="0">
                    <a:pos x="connsiteX1" y="connsiteY1"/>
                  </a:cxn>
                  <a:cxn ang="0">
                    <a:pos x="connsiteX2" y="connsiteY2"/>
                  </a:cxn>
                </a:cxnLst>
                <a:rect l="l" t="t" r="r" b="b"/>
                <a:pathLst>
                  <a:path w="8202" h="4075">
                    <a:moveTo>
                      <a:pt x="4046" y="1555"/>
                    </a:moveTo>
                    <a:cubicBezTo>
                      <a:pt x="1811" y="2641"/>
                      <a:pt x="0" y="3761"/>
                      <a:pt x="0" y="4047"/>
                    </a:cubicBezTo>
                    <a:cubicBezTo>
                      <a:pt x="1412" y="4601"/>
                      <a:pt x="14819" y="-3228"/>
                      <a:pt x="4046" y="15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499" name="Freeform: Shape 498">
                <a:extLst>
                  <a:ext uri="{FF2B5EF4-FFF2-40B4-BE49-F238E27FC236}">
                    <a16:creationId xmlns:a16="http://schemas.microsoft.com/office/drawing/2014/main" id="{EA6ED000-791A-5388-6CB3-C20C30DACBD9}"/>
                  </a:ext>
                </a:extLst>
              </p:cNvPr>
              <p:cNvSpPr/>
              <p:nvPr/>
            </p:nvSpPr>
            <p:spPr>
              <a:xfrm>
                <a:off x="5198535" y="5663967"/>
                <a:ext cx="7076" cy="2325"/>
              </a:xfrm>
              <a:custGeom>
                <a:avLst/>
                <a:gdLst>
                  <a:gd name="connsiteX0" fmla="*/ 3526 w 7076"/>
                  <a:gd name="connsiteY0" fmla="*/ 900 h 2325"/>
                  <a:gd name="connsiteX1" fmla="*/ 3555 w 7076"/>
                  <a:gd name="connsiteY1" fmla="*/ 1403 h 2325"/>
                  <a:gd name="connsiteX2" fmla="*/ 3526 w 7076"/>
                  <a:gd name="connsiteY2" fmla="*/ 900 h 2325"/>
                </a:gdLst>
                <a:ahLst/>
                <a:cxnLst>
                  <a:cxn ang="0">
                    <a:pos x="connsiteX0" y="connsiteY0"/>
                  </a:cxn>
                  <a:cxn ang="0">
                    <a:pos x="connsiteX1" y="connsiteY1"/>
                  </a:cxn>
                  <a:cxn ang="0">
                    <a:pos x="connsiteX2" y="connsiteY2"/>
                  </a:cxn>
                </a:cxnLst>
                <a:rect l="l" t="t" r="r" b="b"/>
                <a:pathLst>
                  <a:path w="7076" h="2325">
                    <a:moveTo>
                      <a:pt x="3526" y="900"/>
                    </a:moveTo>
                    <a:cubicBezTo>
                      <a:pt x="-1114" y="2375"/>
                      <a:pt x="-1246" y="2963"/>
                      <a:pt x="3555" y="1403"/>
                    </a:cubicBezTo>
                    <a:cubicBezTo>
                      <a:pt x="8190" y="-54"/>
                      <a:pt x="8321" y="-620"/>
                      <a:pt x="3526" y="9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0" name="Freeform: Shape 499">
                <a:extLst>
                  <a:ext uri="{FF2B5EF4-FFF2-40B4-BE49-F238E27FC236}">
                    <a16:creationId xmlns:a16="http://schemas.microsoft.com/office/drawing/2014/main" id="{5DDC9B71-1CD1-AD5D-C898-79690E3E63F8}"/>
                  </a:ext>
                </a:extLst>
              </p:cNvPr>
              <p:cNvSpPr/>
              <p:nvPr/>
            </p:nvSpPr>
            <p:spPr>
              <a:xfrm>
                <a:off x="5177761" y="6125209"/>
                <a:ext cx="8717" cy="4069"/>
              </a:xfrm>
              <a:custGeom>
                <a:avLst/>
                <a:gdLst>
                  <a:gd name="connsiteX0" fmla="*/ 4423 w 8717"/>
                  <a:gd name="connsiteY0" fmla="*/ 265 h 4069"/>
                  <a:gd name="connsiteX1" fmla="*/ 0 w 8717"/>
                  <a:gd name="connsiteY1" fmla="*/ 3088 h 4069"/>
                  <a:gd name="connsiteX2" fmla="*/ 4423 w 8717"/>
                  <a:gd name="connsiteY2" fmla="*/ 265 h 4069"/>
                </a:gdLst>
                <a:ahLst/>
                <a:cxnLst>
                  <a:cxn ang="0">
                    <a:pos x="connsiteX0" y="connsiteY0"/>
                  </a:cxn>
                  <a:cxn ang="0">
                    <a:pos x="connsiteX1" y="connsiteY1"/>
                  </a:cxn>
                  <a:cxn ang="0">
                    <a:pos x="connsiteX2" y="connsiteY2"/>
                  </a:cxn>
                </a:cxnLst>
                <a:rect l="l" t="t" r="r" b="b"/>
                <a:pathLst>
                  <a:path w="8717" h="4069">
                    <a:moveTo>
                      <a:pt x="4423" y="265"/>
                    </a:moveTo>
                    <a:cubicBezTo>
                      <a:pt x="2029" y="888"/>
                      <a:pt x="51" y="2162"/>
                      <a:pt x="0" y="3088"/>
                    </a:cubicBezTo>
                    <a:cubicBezTo>
                      <a:pt x="1697" y="6855"/>
                      <a:pt x="15568" y="-1569"/>
                      <a:pt x="4423" y="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1" name="Freeform: Shape 500">
                <a:extLst>
                  <a:ext uri="{FF2B5EF4-FFF2-40B4-BE49-F238E27FC236}">
                    <a16:creationId xmlns:a16="http://schemas.microsoft.com/office/drawing/2014/main" id="{DF45332F-7130-C5F8-E703-89D6B9B321BC}"/>
                  </a:ext>
                </a:extLst>
              </p:cNvPr>
              <p:cNvSpPr/>
              <p:nvPr/>
            </p:nvSpPr>
            <p:spPr>
              <a:xfrm>
                <a:off x="5170499" y="6561403"/>
                <a:ext cx="8894" cy="8209"/>
              </a:xfrm>
              <a:custGeom>
                <a:avLst/>
                <a:gdLst>
                  <a:gd name="connsiteX0" fmla="*/ 4507 w 8894"/>
                  <a:gd name="connsiteY0" fmla="*/ 6 h 8209"/>
                  <a:gd name="connsiteX1" fmla="*/ 4387 w 8894"/>
                  <a:gd name="connsiteY1" fmla="*/ 8201 h 8209"/>
                  <a:gd name="connsiteX2" fmla="*/ 4507 w 8894"/>
                  <a:gd name="connsiteY2" fmla="*/ 6 h 8209"/>
                </a:gdLst>
                <a:ahLst/>
                <a:cxnLst>
                  <a:cxn ang="0">
                    <a:pos x="connsiteX0" y="connsiteY0"/>
                  </a:cxn>
                  <a:cxn ang="0">
                    <a:pos x="connsiteX1" y="connsiteY1"/>
                  </a:cxn>
                  <a:cxn ang="0">
                    <a:pos x="connsiteX2" y="connsiteY2"/>
                  </a:cxn>
                </a:cxnLst>
                <a:rect l="l" t="t" r="r" b="b"/>
                <a:pathLst>
                  <a:path w="8894" h="8209">
                    <a:moveTo>
                      <a:pt x="4507" y="6"/>
                    </a:moveTo>
                    <a:cubicBezTo>
                      <a:pt x="-1482" y="-246"/>
                      <a:pt x="-1482" y="8075"/>
                      <a:pt x="4387" y="8201"/>
                    </a:cubicBezTo>
                    <a:cubicBezTo>
                      <a:pt x="10428" y="8521"/>
                      <a:pt x="10325" y="126"/>
                      <a:pt x="4507"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2" name="Freeform: Shape 501">
                <a:extLst>
                  <a:ext uri="{FF2B5EF4-FFF2-40B4-BE49-F238E27FC236}">
                    <a16:creationId xmlns:a16="http://schemas.microsoft.com/office/drawing/2014/main" id="{061B3632-6452-4D84-A1E5-7BAE062D4BEF}"/>
                  </a:ext>
                </a:extLst>
              </p:cNvPr>
              <p:cNvSpPr/>
              <p:nvPr/>
            </p:nvSpPr>
            <p:spPr>
              <a:xfrm>
                <a:off x="5185774" y="5999553"/>
                <a:ext cx="8333" cy="5387"/>
              </a:xfrm>
              <a:custGeom>
                <a:avLst/>
                <a:gdLst>
                  <a:gd name="connsiteX0" fmla="*/ 4326 w 8333"/>
                  <a:gd name="connsiteY0" fmla="*/ 368 h 5387"/>
                  <a:gd name="connsiteX1" fmla="*/ 4012 w 8333"/>
                  <a:gd name="connsiteY1" fmla="*/ 5014 h 5387"/>
                  <a:gd name="connsiteX2" fmla="*/ 4326 w 8333"/>
                  <a:gd name="connsiteY2" fmla="*/ 368 h 5387"/>
                </a:gdLst>
                <a:ahLst/>
                <a:cxnLst>
                  <a:cxn ang="0">
                    <a:pos x="connsiteX0" y="connsiteY0"/>
                  </a:cxn>
                  <a:cxn ang="0">
                    <a:pos x="connsiteX1" y="connsiteY1"/>
                  </a:cxn>
                  <a:cxn ang="0">
                    <a:pos x="connsiteX2" y="connsiteY2"/>
                  </a:cxn>
                </a:cxnLst>
                <a:rect l="l" t="t" r="r" b="b"/>
                <a:pathLst>
                  <a:path w="8333" h="5387">
                    <a:moveTo>
                      <a:pt x="4326" y="368"/>
                    </a:moveTo>
                    <a:cubicBezTo>
                      <a:pt x="-263" y="1580"/>
                      <a:pt x="-2384" y="6815"/>
                      <a:pt x="4012" y="5014"/>
                    </a:cubicBezTo>
                    <a:cubicBezTo>
                      <a:pt x="8624" y="3832"/>
                      <a:pt x="10692" y="-1421"/>
                      <a:pt x="4326" y="3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3" name="Freeform: Shape 502">
                <a:extLst>
                  <a:ext uri="{FF2B5EF4-FFF2-40B4-BE49-F238E27FC236}">
                    <a16:creationId xmlns:a16="http://schemas.microsoft.com/office/drawing/2014/main" id="{8B27C18A-B44D-0A97-7FA8-F2F1978FD4A4}"/>
                  </a:ext>
                </a:extLst>
              </p:cNvPr>
              <p:cNvSpPr/>
              <p:nvPr/>
            </p:nvSpPr>
            <p:spPr>
              <a:xfrm>
                <a:off x="5174149" y="6271521"/>
                <a:ext cx="8964" cy="8996"/>
              </a:xfrm>
              <a:custGeom>
                <a:avLst/>
                <a:gdLst>
                  <a:gd name="connsiteX0" fmla="*/ 4504 w 8964"/>
                  <a:gd name="connsiteY0" fmla="*/ 0 h 8996"/>
                  <a:gd name="connsiteX1" fmla="*/ 0 w 8964"/>
                  <a:gd name="connsiteY1" fmla="*/ 5183 h 8996"/>
                  <a:gd name="connsiteX2" fmla="*/ 4504 w 8964"/>
                  <a:gd name="connsiteY2" fmla="*/ 0 h 8996"/>
                </a:gdLst>
                <a:ahLst/>
                <a:cxnLst>
                  <a:cxn ang="0">
                    <a:pos x="connsiteX0" y="connsiteY0"/>
                  </a:cxn>
                  <a:cxn ang="0">
                    <a:pos x="connsiteX1" y="connsiteY1"/>
                  </a:cxn>
                  <a:cxn ang="0">
                    <a:pos x="connsiteX2" y="connsiteY2"/>
                  </a:cxn>
                </a:cxnLst>
                <a:rect l="l" t="t" r="r" b="b"/>
                <a:pathLst>
                  <a:path w="8964" h="8996">
                    <a:moveTo>
                      <a:pt x="4504" y="0"/>
                    </a:moveTo>
                    <a:cubicBezTo>
                      <a:pt x="2052" y="457"/>
                      <a:pt x="35" y="2766"/>
                      <a:pt x="0" y="5183"/>
                    </a:cubicBezTo>
                    <a:cubicBezTo>
                      <a:pt x="2029" y="16122"/>
                      <a:pt x="15934" y="57"/>
                      <a:pt x="450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4" name="Freeform: Shape 503">
                <a:extLst>
                  <a:ext uri="{FF2B5EF4-FFF2-40B4-BE49-F238E27FC236}">
                    <a16:creationId xmlns:a16="http://schemas.microsoft.com/office/drawing/2014/main" id="{B6F99DBD-F2BB-F002-6494-45DB0F97279A}"/>
                  </a:ext>
                </a:extLst>
              </p:cNvPr>
              <p:cNvSpPr/>
              <p:nvPr/>
            </p:nvSpPr>
            <p:spPr>
              <a:xfrm>
                <a:off x="5202644" y="5744644"/>
                <a:ext cx="8325" cy="4867"/>
              </a:xfrm>
              <a:custGeom>
                <a:avLst/>
                <a:gdLst>
                  <a:gd name="connsiteX0" fmla="*/ 4212 w 8325"/>
                  <a:gd name="connsiteY0" fmla="*/ 1034 h 4867"/>
                  <a:gd name="connsiteX1" fmla="*/ 0 w 8325"/>
                  <a:gd name="connsiteY1" fmla="*/ 4429 h 4867"/>
                  <a:gd name="connsiteX2" fmla="*/ 4212 w 8325"/>
                  <a:gd name="connsiteY2" fmla="*/ 1034 h 4867"/>
                </a:gdLst>
                <a:ahLst/>
                <a:cxnLst>
                  <a:cxn ang="0">
                    <a:pos x="connsiteX0" y="connsiteY0"/>
                  </a:cxn>
                  <a:cxn ang="0">
                    <a:pos x="connsiteX1" y="connsiteY1"/>
                  </a:cxn>
                  <a:cxn ang="0">
                    <a:pos x="connsiteX2" y="connsiteY2"/>
                  </a:cxn>
                </a:cxnLst>
                <a:rect l="l" t="t" r="r" b="b"/>
                <a:pathLst>
                  <a:path w="8325" h="4867">
                    <a:moveTo>
                      <a:pt x="4212" y="1034"/>
                    </a:moveTo>
                    <a:cubicBezTo>
                      <a:pt x="1926" y="2131"/>
                      <a:pt x="40" y="3657"/>
                      <a:pt x="0" y="4429"/>
                    </a:cubicBezTo>
                    <a:cubicBezTo>
                      <a:pt x="1812" y="7063"/>
                      <a:pt x="14802" y="-3189"/>
                      <a:pt x="4212" y="10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5" name="Freeform: Shape 504">
                <a:extLst>
                  <a:ext uri="{FF2B5EF4-FFF2-40B4-BE49-F238E27FC236}">
                    <a16:creationId xmlns:a16="http://schemas.microsoft.com/office/drawing/2014/main" id="{70B63533-628D-9D13-3657-A463D02C59B4}"/>
                  </a:ext>
                </a:extLst>
              </p:cNvPr>
              <p:cNvSpPr/>
              <p:nvPr/>
            </p:nvSpPr>
            <p:spPr>
              <a:xfrm>
                <a:off x="5195576" y="5857889"/>
                <a:ext cx="8230" cy="5645"/>
              </a:xfrm>
              <a:custGeom>
                <a:avLst/>
                <a:gdLst>
                  <a:gd name="connsiteX0" fmla="*/ 4268 w 8230"/>
                  <a:gd name="connsiteY0" fmla="*/ 591 h 5645"/>
                  <a:gd name="connsiteX1" fmla="*/ 3965 w 8230"/>
                  <a:gd name="connsiteY1" fmla="*/ 5049 h 5645"/>
                  <a:gd name="connsiteX2" fmla="*/ 4268 w 8230"/>
                  <a:gd name="connsiteY2" fmla="*/ 591 h 5645"/>
                </a:gdLst>
                <a:ahLst/>
                <a:cxnLst>
                  <a:cxn ang="0">
                    <a:pos x="connsiteX0" y="connsiteY0"/>
                  </a:cxn>
                  <a:cxn ang="0">
                    <a:pos x="connsiteX1" y="connsiteY1"/>
                  </a:cxn>
                  <a:cxn ang="0">
                    <a:pos x="connsiteX2" y="connsiteY2"/>
                  </a:cxn>
                </a:cxnLst>
                <a:rect l="l" t="t" r="r" b="b"/>
                <a:pathLst>
                  <a:path w="8230" h="5645">
                    <a:moveTo>
                      <a:pt x="4268" y="591"/>
                    </a:moveTo>
                    <a:cubicBezTo>
                      <a:pt x="-115" y="2111"/>
                      <a:pt x="-2470" y="7409"/>
                      <a:pt x="3965" y="5049"/>
                    </a:cubicBezTo>
                    <a:cubicBezTo>
                      <a:pt x="8360" y="3552"/>
                      <a:pt x="10686" y="-1758"/>
                      <a:pt x="4268" y="5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6" name="Freeform: Shape 505">
                <a:extLst>
                  <a:ext uri="{FF2B5EF4-FFF2-40B4-BE49-F238E27FC236}">
                    <a16:creationId xmlns:a16="http://schemas.microsoft.com/office/drawing/2014/main" id="{2C7E4380-8666-BF23-D990-DB1F0316D47D}"/>
                  </a:ext>
                </a:extLst>
              </p:cNvPr>
              <p:cNvSpPr/>
              <p:nvPr/>
            </p:nvSpPr>
            <p:spPr>
              <a:xfrm>
                <a:off x="5114375" y="7526109"/>
                <a:ext cx="11936" cy="5119"/>
              </a:xfrm>
              <a:custGeom>
                <a:avLst/>
                <a:gdLst>
                  <a:gd name="connsiteX0" fmla="*/ 6054 w 11936"/>
                  <a:gd name="connsiteY0" fmla="*/ 37 h 5119"/>
                  <a:gd name="connsiteX1" fmla="*/ 5888 w 11936"/>
                  <a:gd name="connsiteY1" fmla="*/ 5083 h 5119"/>
                  <a:gd name="connsiteX2" fmla="*/ 6054 w 11936"/>
                  <a:gd name="connsiteY2" fmla="*/ 37 h 5119"/>
                </a:gdLst>
                <a:ahLst/>
                <a:cxnLst>
                  <a:cxn ang="0">
                    <a:pos x="connsiteX0" y="connsiteY0"/>
                  </a:cxn>
                  <a:cxn ang="0">
                    <a:pos x="connsiteX1" y="connsiteY1"/>
                  </a:cxn>
                  <a:cxn ang="0">
                    <a:pos x="connsiteX2" y="connsiteY2"/>
                  </a:cxn>
                </a:cxnLst>
                <a:rect l="l" t="t" r="r" b="b"/>
                <a:pathLst>
                  <a:path w="11936" h="5119">
                    <a:moveTo>
                      <a:pt x="6054" y="37"/>
                    </a:moveTo>
                    <a:cubicBezTo>
                      <a:pt x="-1776" y="-529"/>
                      <a:pt x="-2199" y="5592"/>
                      <a:pt x="5888" y="5083"/>
                    </a:cubicBezTo>
                    <a:cubicBezTo>
                      <a:pt x="13711" y="5643"/>
                      <a:pt x="14135" y="-466"/>
                      <a:pt x="6054"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7" name="Freeform: Shape 506">
                <a:extLst>
                  <a:ext uri="{FF2B5EF4-FFF2-40B4-BE49-F238E27FC236}">
                    <a16:creationId xmlns:a16="http://schemas.microsoft.com/office/drawing/2014/main" id="{3976F6BC-CD4E-6A3F-1980-C35A67861EF4}"/>
                  </a:ext>
                </a:extLst>
              </p:cNvPr>
              <p:cNvSpPr/>
              <p:nvPr/>
            </p:nvSpPr>
            <p:spPr>
              <a:xfrm>
                <a:off x="5002941" y="5719135"/>
                <a:ext cx="6728" cy="3615"/>
              </a:xfrm>
              <a:custGeom>
                <a:avLst/>
                <a:gdLst>
                  <a:gd name="connsiteX0" fmla="*/ 3593 w 6728"/>
                  <a:gd name="connsiteY0" fmla="*/ 1054 h 3615"/>
                  <a:gd name="connsiteX1" fmla="*/ 912 w 6728"/>
                  <a:gd name="connsiteY1" fmla="*/ 3528 h 3615"/>
                  <a:gd name="connsiteX2" fmla="*/ 3593 w 6728"/>
                  <a:gd name="connsiteY2" fmla="*/ 1054 h 3615"/>
                </a:gdLst>
                <a:ahLst/>
                <a:cxnLst>
                  <a:cxn ang="0">
                    <a:pos x="connsiteX0" y="connsiteY0"/>
                  </a:cxn>
                  <a:cxn ang="0">
                    <a:pos x="connsiteX1" y="connsiteY1"/>
                  </a:cxn>
                  <a:cxn ang="0">
                    <a:pos x="connsiteX2" y="connsiteY2"/>
                  </a:cxn>
                </a:cxnLst>
                <a:rect l="l" t="t" r="r" b="b"/>
                <a:pathLst>
                  <a:path w="6728" h="3615">
                    <a:moveTo>
                      <a:pt x="3593" y="1054"/>
                    </a:moveTo>
                    <a:cubicBezTo>
                      <a:pt x="2632" y="1448"/>
                      <a:pt x="-1911" y="4128"/>
                      <a:pt x="912" y="3528"/>
                    </a:cubicBezTo>
                    <a:cubicBezTo>
                      <a:pt x="3747" y="2997"/>
                      <a:pt x="10782" y="-2175"/>
                      <a:pt x="3593" y="10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8" name="Freeform: Shape 507">
                <a:extLst>
                  <a:ext uri="{FF2B5EF4-FFF2-40B4-BE49-F238E27FC236}">
                    <a16:creationId xmlns:a16="http://schemas.microsoft.com/office/drawing/2014/main" id="{DFD0861B-4418-1D05-E67D-5111772D40BB}"/>
                  </a:ext>
                </a:extLst>
              </p:cNvPr>
              <p:cNvSpPr/>
              <p:nvPr/>
            </p:nvSpPr>
            <p:spPr>
              <a:xfrm>
                <a:off x="4889033" y="6693407"/>
                <a:ext cx="9975" cy="746"/>
              </a:xfrm>
              <a:custGeom>
                <a:avLst/>
                <a:gdLst>
                  <a:gd name="connsiteX0" fmla="*/ 5138 w 9975"/>
                  <a:gd name="connsiteY0" fmla="*/ 355 h 746"/>
                  <a:gd name="connsiteX1" fmla="*/ 0 w 9975"/>
                  <a:gd name="connsiteY1" fmla="*/ 1 h 746"/>
                  <a:gd name="connsiteX2" fmla="*/ 5138 w 9975"/>
                  <a:gd name="connsiteY2" fmla="*/ 355 h 746"/>
                </a:gdLst>
                <a:ahLst/>
                <a:cxnLst>
                  <a:cxn ang="0">
                    <a:pos x="connsiteX0" y="connsiteY0"/>
                  </a:cxn>
                  <a:cxn ang="0">
                    <a:pos x="connsiteX1" y="connsiteY1"/>
                  </a:cxn>
                  <a:cxn ang="0">
                    <a:pos x="connsiteX2" y="connsiteY2"/>
                  </a:cxn>
                </a:cxnLst>
                <a:rect l="l" t="t" r="r" b="b"/>
                <a:pathLst>
                  <a:path w="9975" h="746">
                    <a:moveTo>
                      <a:pt x="5138" y="355"/>
                    </a:moveTo>
                    <a:cubicBezTo>
                      <a:pt x="2406" y="149"/>
                      <a:pt x="103" y="-11"/>
                      <a:pt x="0" y="1"/>
                    </a:cubicBezTo>
                    <a:cubicBezTo>
                      <a:pt x="1149" y="167"/>
                      <a:pt x="18054" y="1344"/>
                      <a:pt x="5138"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09" name="Freeform: Shape 508">
                <a:extLst>
                  <a:ext uri="{FF2B5EF4-FFF2-40B4-BE49-F238E27FC236}">
                    <a16:creationId xmlns:a16="http://schemas.microsoft.com/office/drawing/2014/main" id="{D5F0426F-E101-2ADC-5B27-06B162683AF5}"/>
                  </a:ext>
                </a:extLst>
              </p:cNvPr>
              <p:cNvSpPr/>
              <p:nvPr/>
            </p:nvSpPr>
            <p:spPr>
              <a:xfrm>
                <a:off x="4864825" y="6717230"/>
                <a:ext cx="10606" cy="1244"/>
              </a:xfrm>
              <a:custGeom>
                <a:avLst/>
                <a:gdLst>
                  <a:gd name="connsiteX0" fmla="*/ 5441 w 10606"/>
                  <a:gd name="connsiteY0" fmla="*/ 9 h 1244"/>
                  <a:gd name="connsiteX1" fmla="*/ 0 w 10606"/>
                  <a:gd name="connsiteY1" fmla="*/ 517 h 1244"/>
                  <a:gd name="connsiteX2" fmla="*/ 5441 w 10606"/>
                  <a:gd name="connsiteY2" fmla="*/ 9 h 1244"/>
                </a:gdLst>
                <a:ahLst/>
                <a:cxnLst>
                  <a:cxn ang="0">
                    <a:pos x="connsiteX0" y="connsiteY0"/>
                  </a:cxn>
                  <a:cxn ang="0">
                    <a:pos x="connsiteX1" y="connsiteY1"/>
                  </a:cxn>
                  <a:cxn ang="0">
                    <a:pos x="connsiteX2" y="connsiteY2"/>
                  </a:cxn>
                </a:cxnLst>
                <a:rect l="l" t="t" r="r" b="b"/>
                <a:pathLst>
                  <a:path w="10606" h="1244">
                    <a:moveTo>
                      <a:pt x="5441" y="9"/>
                    </a:moveTo>
                    <a:cubicBezTo>
                      <a:pt x="2555" y="-48"/>
                      <a:pt x="114" y="180"/>
                      <a:pt x="0" y="517"/>
                    </a:cubicBezTo>
                    <a:cubicBezTo>
                      <a:pt x="1286" y="2084"/>
                      <a:pt x="19191" y="741"/>
                      <a:pt x="544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0" name="Freeform: Shape 509">
                <a:extLst>
                  <a:ext uri="{FF2B5EF4-FFF2-40B4-BE49-F238E27FC236}">
                    <a16:creationId xmlns:a16="http://schemas.microsoft.com/office/drawing/2014/main" id="{7F1883DB-3177-FCED-EAFE-E71B6E25221E}"/>
                  </a:ext>
                </a:extLst>
              </p:cNvPr>
              <p:cNvSpPr/>
              <p:nvPr/>
            </p:nvSpPr>
            <p:spPr>
              <a:xfrm>
                <a:off x="4852270" y="6776672"/>
                <a:ext cx="10487" cy="2874"/>
              </a:xfrm>
              <a:custGeom>
                <a:avLst/>
                <a:gdLst>
                  <a:gd name="connsiteX0" fmla="*/ 5451 w 10487"/>
                  <a:gd name="connsiteY0" fmla="*/ 3 h 2874"/>
                  <a:gd name="connsiteX1" fmla="*/ 5034 w 10487"/>
                  <a:gd name="connsiteY1" fmla="*/ 2872 h 2874"/>
                  <a:gd name="connsiteX2" fmla="*/ 5451 w 10487"/>
                  <a:gd name="connsiteY2" fmla="*/ 3 h 2874"/>
                </a:gdLst>
                <a:ahLst/>
                <a:cxnLst>
                  <a:cxn ang="0">
                    <a:pos x="connsiteX0" y="connsiteY0"/>
                  </a:cxn>
                  <a:cxn ang="0">
                    <a:pos x="connsiteX1" y="connsiteY1"/>
                  </a:cxn>
                  <a:cxn ang="0">
                    <a:pos x="connsiteX2" y="connsiteY2"/>
                  </a:cxn>
                </a:cxnLst>
                <a:rect l="l" t="t" r="r" b="b"/>
                <a:pathLst>
                  <a:path w="10487" h="2874">
                    <a:moveTo>
                      <a:pt x="5451" y="3"/>
                    </a:moveTo>
                    <a:cubicBezTo>
                      <a:pt x="-1236" y="-111"/>
                      <a:pt x="-2224" y="2843"/>
                      <a:pt x="5034" y="2872"/>
                    </a:cubicBezTo>
                    <a:cubicBezTo>
                      <a:pt x="11720" y="2969"/>
                      <a:pt x="12715" y="20"/>
                      <a:pt x="5451"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1" name="Freeform: Shape 510">
                <a:extLst>
                  <a:ext uri="{FF2B5EF4-FFF2-40B4-BE49-F238E27FC236}">
                    <a16:creationId xmlns:a16="http://schemas.microsoft.com/office/drawing/2014/main" id="{3EFB134D-9A1F-3813-4713-D90C60E8C871}"/>
                  </a:ext>
                </a:extLst>
              </p:cNvPr>
              <p:cNvSpPr/>
              <p:nvPr/>
            </p:nvSpPr>
            <p:spPr>
              <a:xfrm>
                <a:off x="4877180" y="6696548"/>
                <a:ext cx="10187" cy="507"/>
              </a:xfrm>
              <a:custGeom>
                <a:avLst/>
                <a:gdLst>
                  <a:gd name="connsiteX0" fmla="*/ 5286 w 10187"/>
                  <a:gd name="connsiteY0" fmla="*/ 128 h 507"/>
                  <a:gd name="connsiteX1" fmla="*/ 0 w 10187"/>
                  <a:gd name="connsiteY1" fmla="*/ 37 h 507"/>
                  <a:gd name="connsiteX2" fmla="*/ 5286 w 10187"/>
                  <a:gd name="connsiteY2" fmla="*/ 128 h 507"/>
                </a:gdLst>
                <a:ahLst/>
                <a:cxnLst>
                  <a:cxn ang="0">
                    <a:pos x="connsiteX0" y="connsiteY0"/>
                  </a:cxn>
                  <a:cxn ang="0">
                    <a:pos x="connsiteX1" y="connsiteY1"/>
                  </a:cxn>
                  <a:cxn ang="0">
                    <a:pos x="connsiteX2" y="connsiteY2"/>
                  </a:cxn>
                </a:cxnLst>
                <a:rect l="l" t="t" r="r" b="b"/>
                <a:pathLst>
                  <a:path w="10187" h="507">
                    <a:moveTo>
                      <a:pt x="5286" y="128"/>
                    </a:moveTo>
                    <a:cubicBezTo>
                      <a:pt x="2480" y="3"/>
                      <a:pt x="109" y="-37"/>
                      <a:pt x="0" y="37"/>
                    </a:cubicBezTo>
                    <a:cubicBezTo>
                      <a:pt x="1126" y="460"/>
                      <a:pt x="18419" y="798"/>
                      <a:pt x="5286" y="1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2" name="Freeform: Shape 511">
                <a:extLst>
                  <a:ext uri="{FF2B5EF4-FFF2-40B4-BE49-F238E27FC236}">
                    <a16:creationId xmlns:a16="http://schemas.microsoft.com/office/drawing/2014/main" id="{3D76C568-374C-1630-E504-9017E6560783}"/>
                  </a:ext>
                </a:extLst>
              </p:cNvPr>
              <p:cNvSpPr/>
              <p:nvPr/>
            </p:nvSpPr>
            <p:spPr>
              <a:xfrm>
                <a:off x="4838999" y="6880131"/>
                <a:ext cx="10823" cy="3616"/>
              </a:xfrm>
              <a:custGeom>
                <a:avLst/>
                <a:gdLst>
                  <a:gd name="connsiteX0" fmla="*/ 5640 w 10823"/>
                  <a:gd name="connsiteY0" fmla="*/ 3 h 3616"/>
                  <a:gd name="connsiteX1" fmla="*/ 5183 w 10823"/>
                  <a:gd name="connsiteY1" fmla="*/ 3614 h 3616"/>
                  <a:gd name="connsiteX2" fmla="*/ 5640 w 10823"/>
                  <a:gd name="connsiteY2" fmla="*/ 3 h 3616"/>
                </a:gdLst>
                <a:ahLst/>
                <a:cxnLst>
                  <a:cxn ang="0">
                    <a:pos x="connsiteX0" y="connsiteY0"/>
                  </a:cxn>
                  <a:cxn ang="0">
                    <a:pos x="connsiteX1" y="connsiteY1"/>
                  </a:cxn>
                  <a:cxn ang="0">
                    <a:pos x="connsiteX2" y="connsiteY2"/>
                  </a:cxn>
                </a:cxnLst>
                <a:rect l="l" t="t" r="r" b="b"/>
                <a:pathLst>
                  <a:path w="10823" h="3616">
                    <a:moveTo>
                      <a:pt x="5640" y="3"/>
                    </a:moveTo>
                    <a:cubicBezTo>
                      <a:pt x="-1240" y="-112"/>
                      <a:pt x="-2326" y="3591"/>
                      <a:pt x="5183" y="3614"/>
                    </a:cubicBezTo>
                    <a:cubicBezTo>
                      <a:pt x="12070" y="3723"/>
                      <a:pt x="13144" y="19"/>
                      <a:pt x="564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3" name="Freeform: Shape 512">
                <a:extLst>
                  <a:ext uri="{FF2B5EF4-FFF2-40B4-BE49-F238E27FC236}">
                    <a16:creationId xmlns:a16="http://schemas.microsoft.com/office/drawing/2014/main" id="{3C1FBA28-8270-8235-1891-0C50A16C9B35}"/>
                  </a:ext>
                </a:extLst>
              </p:cNvPr>
              <p:cNvSpPr/>
              <p:nvPr/>
            </p:nvSpPr>
            <p:spPr>
              <a:xfrm>
                <a:off x="4900358" y="6686972"/>
                <a:ext cx="9334" cy="1112"/>
              </a:xfrm>
              <a:custGeom>
                <a:avLst/>
                <a:gdLst>
                  <a:gd name="connsiteX0" fmla="*/ 4843 w 9334"/>
                  <a:gd name="connsiteY0" fmla="*/ 310 h 1112"/>
                  <a:gd name="connsiteX1" fmla="*/ 4494 w 9334"/>
                  <a:gd name="connsiteY1" fmla="*/ 801 h 1112"/>
                  <a:gd name="connsiteX2" fmla="*/ 4843 w 9334"/>
                  <a:gd name="connsiteY2" fmla="*/ 310 h 1112"/>
                </a:gdLst>
                <a:ahLst/>
                <a:cxnLst>
                  <a:cxn ang="0">
                    <a:pos x="connsiteX0" y="connsiteY0"/>
                  </a:cxn>
                  <a:cxn ang="0">
                    <a:pos x="connsiteX1" y="connsiteY1"/>
                  </a:cxn>
                  <a:cxn ang="0">
                    <a:pos x="connsiteX2" y="connsiteY2"/>
                  </a:cxn>
                </a:cxnLst>
                <a:rect l="l" t="t" r="r" b="b"/>
                <a:pathLst>
                  <a:path w="9334" h="1112">
                    <a:moveTo>
                      <a:pt x="4843" y="310"/>
                    </a:moveTo>
                    <a:cubicBezTo>
                      <a:pt x="-1164" y="-342"/>
                      <a:pt x="-1924" y="138"/>
                      <a:pt x="4494" y="801"/>
                    </a:cubicBezTo>
                    <a:cubicBezTo>
                      <a:pt x="10501" y="1452"/>
                      <a:pt x="11255" y="983"/>
                      <a:pt x="4843" y="3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4" name="Freeform: Shape 513">
                <a:extLst>
                  <a:ext uri="{FF2B5EF4-FFF2-40B4-BE49-F238E27FC236}">
                    <a16:creationId xmlns:a16="http://schemas.microsoft.com/office/drawing/2014/main" id="{B32C0390-3C4A-2678-A299-8F3C904178A5}"/>
                  </a:ext>
                </a:extLst>
              </p:cNvPr>
              <p:cNvSpPr/>
              <p:nvPr/>
            </p:nvSpPr>
            <p:spPr>
              <a:xfrm>
                <a:off x="4773443" y="7378736"/>
                <a:ext cx="12340" cy="4709"/>
              </a:xfrm>
              <a:custGeom>
                <a:avLst/>
                <a:gdLst>
                  <a:gd name="connsiteX0" fmla="*/ 6468 w 12340"/>
                  <a:gd name="connsiteY0" fmla="*/ 3 h 4709"/>
                  <a:gd name="connsiteX1" fmla="*/ 5874 w 12340"/>
                  <a:gd name="connsiteY1" fmla="*/ 4707 h 4709"/>
                  <a:gd name="connsiteX2" fmla="*/ 6468 w 12340"/>
                  <a:gd name="connsiteY2" fmla="*/ 3 h 4709"/>
                </a:gdLst>
                <a:ahLst/>
                <a:cxnLst>
                  <a:cxn ang="0">
                    <a:pos x="connsiteX0" y="connsiteY0"/>
                  </a:cxn>
                  <a:cxn ang="0">
                    <a:pos x="connsiteX1" y="connsiteY1"/>
                  </a:cxn>
                  <a:cxn ang="0">
                    <a:pos x="connsiteX2" y="connsiteY2"/>
                  </a:cxn>
                </a:cxnLst>
                <a:rect l="l" t="t" r="r" b="b"/>
                <a:pathLst>
                  <a:path w="12340" h="4709">
                    <a:moveTo>
                      <a:pt x="6468" y="3"/>
                    </a:moveTo>
                    <a:cubicBezTo>
                      <a:pt x="-1339" y="-140"/>
                      <a:pt x="-2716" y="4672"/>
                      <a:pt x="5874" y="4707"/>
                    </a:cubicBezTo>
                    <a:cubicBezTo>
                      <a:pt x="13692" y="4849"/>
                      <a:pt x="15046" y="37"/>
                      <a:pt x="64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5" name="Freeform: Shape 514">
                <a:extLst>
                  <a:ext uri="{FF2B5EF4-FFF2-40B4-BE49-F238E27FC236}">
                    <a16:creationId xmlns:a16="http://schemas.microsoft.com/office/drawing/2014/main" id="{C954CADB-CDAA-1C68-5CAA-6A69DA082A0F}"/>
                  </a:ext>
                </a:extLst>
              </p:cNvPr>
              <p:cNvSpPr/>
              <p:nvPr/>
            </p:nvSpPr>
            <p:spPr>
              <a:xfrm>
                <a:off x="4824151" y="6992794"/>
                <a:ext cx="11557" cy="3895"/>
              </a:xfrm>
              <a:custGeom>
                <a:avLst/>
                <a:gdLst>
                  <a:gd name="connsiteX0" fmla="*/ 5989 w 11557"/>
                  <a:gd name="connsiteY0" fmla="*/ 0 h 3895"/>
                  <a:gd name="connsiteX1" fmla="*/ 0 w 11557"/>
                  <a:gd name="connsiteY1" fmla="*/ 1920 h 3895"/>
                  <a:gd name="connsiteX2" fmla="*/ 5989 w 11557"/>
                  <a:gd name="connsiteY2" fmla="*/ 0 h 3895"/>
                </a:gdLst>
                <a:ahLst/>
                <a:cxnLst>
                  <a:cxn ang="0">
                    <a:pos x="connsiteX0" y="connsiteY0"/>
                  </a:cxn>
                  <a:cxn ang="0">
                    <a:pos x="connsiteX1" y="connsiteY1"/>
                  </a:cxn>
                  <a:cxn ang="0">
                    <a:pos x="connsiteX2" y="connsiteY2"/>
                  </a:cxn>
                </a:cxnLst>
                <a:rect l="l" t="t" r="r" b="b"/>
                <a:pathLst>
                  <a:path w="11557" h="3895">
                    <a:moveTo>
                      <a:pt x="5989" y="0"/>
                    </a:moveTo>
                    <a:cubicBezTo>
                      <a:pt x="2823" y="0"/>
                      <a:pt x="143" y="857"/>
                      <a:pt x="0" y="1920"/>
                    </a:cubicBezTo>
                    <a:cubicBezTo>
                      <a:pt x="1549" y="6812"/>
                      <a:pt x="20803" y="1229"/>
                      <a:pt x="598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6" name="Freeform: Shape 515">
                <a:extLst>
                  <a:ext uri="{FF2B5EF4-FFF2-40B4-BE49-F238E27FC236}">
                    <a16:creationId xmlns:a16="http://schemas.microsoft.com/office/drawing/2014/main" id="{6D792201-7054-431E-ADF7-0BAA215DC709}"/>
                  </a:ext>
                </a:extLst>
              </p:cNvPr>
              <p:cNvSpPr/>
              <p:nvPr/>
            </p:nvSpPr>
            <p:spPr>
              <a:xfrm>
                <a:off x="4808189" y="7112894"/>
                <a:ext cx="11932" cy="4158"/>
              </a:xfrm>
              <a:custGeom>
                <a:avLst/>
                <a:gdLst>
                  <a:gd name="connsiteX0" fmla="*/ 6195 w 11932"/>
                  <a:gd name="connsiteY0" fmla="*/ 0 h 4158"/>
                  <a:gd name="connsiteX1" fmla="*/ 0 w 11932"/>
                  <a:gd name="connsiteY1" fmla="*/ 2052 h 4158"/>
                  <a:gd name="connsiteX2" fmla="*/ 6195 w 11932"/>
                  <a:gd name="connsiteY2" fmla="*/ 0 h 4158"/>
                </a:gdLst>
                <a:ahLst/>
                <a:cxnLst>
                  <a:cxn ang="0">
                    <a:pos x="connsiteX0" y="connsiteY0"/>
                  </a:cxn>
                  <a:cxn ang="0">
                    <a:pos x="connsiteX1" y="connsiteY1"/>
                  </a:cxn>
                  <a:cxn ang="0">
                    <a:pos x="connsiteX2" y="connsiteY2"/>
                  </a:cxn>
                </a:cxnLst>
                <a:rect l="l" t="t" r="r" b="b"/>
                <a:pathLst>
                  <a:path w="11932" h="4158">
                    <a:moveTo>
                      <a:pt x="6195" y="0"/>
                    </a:moveTo>
                    <a:cubicBezTo>
                      <a:pt x="2926" y="0"/>
                      <a:pt x="154" y="915"/>
                      <a:pt x="0" y="2052"/>
                    </a:cubicBezTo>
                    <a:cubicBezTo>
                      <a:pt x="1589" y="7276"/>
                      <a:pt x="21471" y="1298"/>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7" name="Freeform: Shape 516">
                <a:extLst>
                  <a:ext uri="{FF2B5EF4-FFF2-40B4-BE49-F238E27FC236}">
                    <a16:creationId xmlns:a16="http://schemas.microsoft.com/office/drawing/2014/main" id="{1532172E-8087-AEF8-CCC7-E16864761F9C}"/>
                  </a:ext>
                </a:extLst>
              </p:cNvPr>
              <p:cNvSpPr/>
              <p:nvPr/>
            </p:nvSpPr>
            <p:spPr>
              <a:xfrm>
                <a:off x="4791164" y="7241264"/>
                <a:ext cx="12328" cy="4448"/>
              </a:xfrm>
              <a:custGeom>
                <a:avLst/>
                <a:gdLst>
                  <a:gd name="connsiteX0" fmla="*/ 6407 w 12328"/>
                  <a:gd name="connsiteY0" fmla="*/ 0 h 4448"/>
                  <a:gd name="connsiteX1" fmla="*/ 0 w 12328"/>
                  <a:gd name="connsiteY1" fmla="*/ 2195 h 4448"/>
                  <a:gd name="connsiteX2" fmla="*/ 6407 w 12328"/>
                  <a:gd name="connsiteY2" fmla="*/ 0 h 4448"/>
                </a:gdLst>
                <a:ahLst/>
                <a:cxnLst>
                  <a:cxn ang="0">
                    <a:pos x="connsiteX0" y="connsiteY0"/>
                  </a:cxn>
                  <a:cxn ang="0">
                    <a:pos x="connsiteX1" y="connsiteY1"/>
                  </a:cxn>
                  <a:cxn ang="0">
                    <a:pos x="connsiteX2" y="connsiteY2"/>
                  </a:cxn>
                </a:cxnLst>
                <a:rect l="l" t="t" r="r" b="b"/>
                <a:pathLst>
                  <a:path w="12328" h="4448">
                    <a:moveTo>
                      <a:pt x="6407" y="0"/>
                    </a:moveTo>
                    <a:cubicBezTo>
                      <a:pt x="3029" y="0"/>
                      <a:pt x="160" y="983"/>
                      <a:pt x="0" y="2195"/>
                    </a:cubicBezTo>
                    <a:cubicBezTo>
                      <a:pt x="1634" y="7790"/>
                      <a:pt x="22180" y="1377"/>
                      <a:pt x="640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8" name="Freeform: Shape 517">
                <a:extLst>
                  <a:ext uri="{FF2B5EF4-FFF2-40B4-BE49-F238E27FC236}">
                    <a16:creationId xmlns:a16="http://schemas.microsoft.com/office/drawing/2014/main" id="{C60C38CA-3813-122D-8970-7850D30162DE}"/>
                  </a:ext>
                </a:extLst>
              </p:cNvPr>
              <p:cNvSpPr/>
              <p:nvPr/>
            </p:nvSpPr>
            <p:spPr>
              <a:xfrm>
                <a:off x="4952030" y="6104232"/>
                <a:ext cx="8621" cy="5947"/>
              </a:xfrm>
              <a:custGeom>
                <a:avLst/>
                <a:gdLst>
                  <a:gd name="connsiteX0" fmla="*/ 4492 w 8621"/>
                  <a:gd name="connsiteY0" fmla="*/ 1051 h 5947"/>
                  <a:gd name="connsiteX1" fmla="*/ 0 w 8621"/>
                  <a:gd name="connsiteY1" fmla="*/ 5246 h 5947"/>
                  <a:gd name="connsiteX2" fmla="*/ 4492 w 8621"/>
                  <a:gd name="connsiteY2" fmla="*/ 1051 h 5947"/>
                </a:gdLst>
                <a:ahLst/>
                <a:cxnLst>
                  <a:cxn ang="0">
                    <a:pos x="connsiteX0" y="connsiteY0"/>
                  </a:cxn>
                  <a:cxn ang="0">
                    <a:pos x="connsiteX1" y="connsiteY1"/>
                  </a:cxn>
                  <a:cxn ang="0">
                    <a:pos x="connsiteX2" y="connsiteY2"/>
                  </a:cxn>
                </a:cxnLst>
                <a:rect l="l" t="t" r="r" b="b"/>
                <a:pathLst>
                  <a:path w="8621" h="5947">
                    <a:moveTo>
                      <a:pt x="4492" y="1051"/>
                    </a:moveTo>
                    <a:cubicBezTo>
                      <a:pt x="2126" y="2308"/>
                      <a:pt x="114" y="4188"/>
                      <a:pt x="0" y="5246"/>
                    </a:cubicBezTo>
                    <a:cubicBezTo>
                      <a:pt x="1800" y="8977"/>
                      <a:pt x="15247" y="-3613"/>
                      <a:pt x="4492" y="10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19" name="Freeform: Shape 518">
                <a:extLst>
                  <a:ext uri="{FF2B5EF4-FFF2-40B4-BE49-F238E27FC236}">
                    <a16:creationId xmlns:a16="http://schemas.microsoft.com/office/drawing/2014/main" id="{7C26ECA8-0598-F0C9-2FD5-3F18E95CFEBB}"/>
                  </a:ext>
                </a:extLst>
              </p:cNvPr>
              <p:cNvSpPr/>
              <p:nvPr/>
            </p:nvSpPr>
            <p:spPr>
              <a:xfrm>
                <a:off x="4981479" y="5838526"/>
                <a:ext cx="8283" cy="6398"/>
              </a:xfrm>
              <a:custGeom>
                <a:avLst/>
                <a:gdLst>
                  <a:gd name="connsiteX0" fmla="*/ 4184 w 8283"/>
                  <a:gd name="connsiteY0" fmla="*/ 2615 h 6398"/>
                  <a:gd name="connsiteX1" fmla="*/ 0 w 8283"/>
                  <a:gd name="connsiteY1" fmla="*/ 6393 h 6398"/>
                  <a:gd name="connsiteX2" fmla="*/ 4184 w 8283"/>
                  <a:gd name="connsiteY2" fmla="*/ 2615 h 6398"/>
                </a:gdLst>
                <a:ahLst/>
                <a:cxnLst>
                  <a:cxn ang="0">
                    <a:pos x="connsiteX0" y="connsiteY0"/>
                  </a:cxn>
                  <a:cxn ang="0">
                    <a:pos x="connsiteX1" y="connsiteY1"/>
                  </a:cxn>
                  <a:cxn ang="0">
                    <a:pos x="connsiteX2" y="connsiteY2"/>
                  </a:cxn>
                </a:cxnLst>
                <a:rect l="l" t="t" r="r" b="b"/>
                <a:pathLst>
                  <a:path w="8283" h="6398">
                    <a:moveTo>
                      <a:pt x="4184" y="2615"/>
                    </a:moveTo>
                    <a:cubicBezTo>
                      <a:pt x="1926" y="4335"/>
                      <a:pt x="52" y="6033"/>
                      <a:pt x="0" y="6393"/>
                    </a:cubicBezTo>
                    <a:cubicBezTo>
                      <a:pt x="1526" y="6696"/>
                      <a:pt x="14842" y="-5083"/>
                      <a:pt x="4184" y="26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0" name="Freeform: Shape 519">
                <a:extLst>
                  <a:ext uri="{FF2B5EF4-FFF2-40B4-BE49-F238E27FC236}">
                    <a16:creationId xmlns:a16="http://schemas.microsoft.com/office/drawing/2014/main" id="{6AD148EB-7648-7A82-D913-F5A1D88B297A}"/>
                  </a:ext>
                </a:extLst>
              </p:cNvPr>
              <p:cNvSpPr/>
              <p:nvPr/>
            </p:nvSpPr>
            <p:spPr>
              <a:xfrm>
                <a:off x="4986474" y="5807713"/>
                <a:ext cx="8153" cy="5893"/>
              </a:xfrm>
              <a:custGeom>
                <a:avLst/>
                <a:gdLst>
                  <a:gd name="connsiteX0" fmla="*/ 4052 w 8153"/>
                  <a:gd name="connsiteY0" fmla="*/ 2625 h 5893"/>
                  <a:gd name="connsiteX1" fmla="*/ 0 w 8153"/>
                  <a:gd name="connsiteY1" fmla="*/ 5894 h 5893"/>
                  <a:gd name="connsiteX2" fmla="*/ 4052 w 8153"/>
                  <a:gd name="connsiteY2" fmla="*/ 2625 h 5893"/>
                </a:gdLst>
                <a:ahLst/>
                <a:cxnLst>
                  <a:cxn ang="0">
                    <a:pos x="connsiteX0" y="connsiteY0"/>
                  </a:cxn>
                  <a:cxn ang="0">
                    <a:pos x="connsiteX1" y="connsiteY1"/>
                  </a:cxn>
                  <a:cxn ang="0">
                    <a:pos x="connsiteX2" y="connsiteY2"/>
                  </a:cxn>
                </a:cxnLst>
                <a:rect l="l" t="t" r="r" b="b"/>
                <a:pathLst>
                  <a:path w="8153" h="5893">
                    <a:moveTo>
                      <a:pt x="4052" y="2625"/>
                    </a:moveTo>
                    <a:cubicBezTo>
                      <a:pt x="1857" y="4208"/>
                      <a:pt x="40" y="5676"/>
                      <a:pt x="0" y="5894"/>
                    </a:cubicBezTo>
                    <a:cubicBezTo>
                      <a:pt x="1126" y="5899"/>
                      <a:pt x="14813" y="-4805"/>
                      <a:pt x="4052" y="26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1" name="Freeform: Shape 520">
                <a:extLst>
                  <a:ext uri="{FF2B5EF4-FFF2-40B4-BE49-F238E27FC236}">
                    <a16:creationId xmlns:a16="http://schemas.microsoft.com/office/drawing/2014/main" id="{E70F5B54-E3E4-F095-E4B7-CA605C2FE7B6}"/>
                  </a:ext>
                </a:extLst>
              </p:cNvPr>
              <p:cNvSpPr/>
              <p:nvPr/>
            </p:nvSpPr>
            <p:spPr>
              <a:xfrm>
                <a:off x="4990509" y="5788828"/>
                <a:ext cx="7598" cy="5067"/>
              </a:xfrm>
              <a:custGeom>
                <a:avLst/>
                <a:gdLst>
                  <a:gd name="connsiteX0" fmla="*/ 3932 w 7598"/>
                  <a:gd name="connsiteY0" fmla="*/ 2238 h 5067"/>
                  <a:gd name="connsiteX1" fmla="*/ 0 w 7598"/>
                  <a:gd name="connsiteY1" fmla="*/ 5067 h 5067"/>
                  <a:gd name="connsiteX2" fmla="*/ 3932 w 7598"/>
                  <a:gd name="connsiteY2" fmla="*/ 2238 h 5067"/>
                </a:gdLst>
                <a:ahLst/>
                <a:cxnLst>
                  <a:cxn ang="0">
                    <a:pos x="connsiteX0" y="connsiteY0"/>
                  </a:cxn>
                  <a:cxn ang="0">
                    <a:pos x="connsiteX1" y="connsiteY1"/>
                  </a:cxn>
                  <a:cxn ang="0">
                    <a:pos x="connsiteX2" y="connsiteY2"/>
                  </a:cxn>
                </a:cxnLst>
                <a:rect l="l" t="t" r="r" b="b"/>
                <a:pathLst>
                  <a:path w="7598" h="5067">
                    <a:moveTo>
                      <a:pt x="3932" y="2238"/>
                    </a:moveTo>
                    <a:cubicBezTo>
                      <a:pt x="1795" y="3644"/>
                      <a:pt x="35" y="4913"/>
                      <a:pt x="0" y="5067"/>
                    </a:cubicBezTo>
                    <a:cubicBezTo>
                      <a:pt x="1538" y="4610"/>
                      <a:pt x="13482" y="-3951"/>
                      <a:pt x="3932" y="22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2" name="Freeform: Shape 521">
                <a:extLst>
                  <a:ext uri="{FF2B5EF4-FFF2-40B4-BE49-F238E27FC236}">
                    <a16:creationId xmlns:a16="http://schemas.microsoft.com/office/drawing/2014/main" id="{BC62D10C-4134-9936-FFD5-15994A97E0DF}"/>
                  </a:ext>
                </a:extLst>
              </p:cNvPr>
              <p:cNvSpPr/>
              <p:nvPr/>
            </p:nvSpPr>
            <p:spPr>
              <a:xfrm>
                <a:off x="4974867" y="5891407"/>
                <a:ext cx="8410" cy="6766"/>
              </a:xfrm>
              <a:custGeom>
                <a:avLst/>
                <a:gdLst>
                  <a:gd name="connsiteX0" fmla="*/ 4321 w 8410"/>
                  <a:gd name="connsiteY0" fmla="*/ 2220 h 6766"/>
                  <a:gd name="connsiteX1" fmla="*/ 0 w 8410"/>
                  <a:gd name="connsiteY1" fmla="*/ 6638 h 6766"/>
                  <a:gd name="connsiteX2" fmla="*/ 4321 w 8410"/>
                  <a:gd name="connsiteY2" fmla="*/ 2220 h 6766"/>
                </a:gdLst>
                <a:ahLst/>
                <a:cxnLst>
                  <a:cxn ang="0">
                    <a:pos x="connsiteX0" y="connsiteY0"/>
                  </a:cxn>
                  <a:cxn ang="0">
                    <a:pos x="connsiteX1" y="connsiteY1"/>
                  </a:cxn>
                  <a:cxn ang="0">
                    <a:pos x="connsiteX2" y="connsiteY2"/>
                  </a:cxn>
                </a:cxnLst>
                <a:rect l="l" t="t" r="r" b="b"/>
                <a:pathLst>
                  <a:path w="8410" h="6766">
                    <a:moveTo>
                      <a:pt x="4321" y="2220"/>
                    </a:moveTo>
                    <a:cubicBezTo>
                      <a:pt x="2012" y="3975"/>
                      <a:pt x="74" y="5952"/>
                      <a:pt x="0" y="6638"/>
                    </a:cubicBezTo>
                    <a:cubicBezTo>
                      <a:pt x="1840" y="8198"/>
                      <a:pt x="14893" y="-5112"/>
                      <a:pt x="4321" y="2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3" name="Freeform: Shape 522">
                <a:extLst>
                  <a:ext uri="{FF2B5EF4-FFF2-40B4-BE49-F238E27FC236}">
                    <a16:creationId xmlns:a16="http://schemas.microsoft.com/office/drawing/2014/main" id="{2C35FF42-5C8F-EDCE-B68B-F96D839F4ED5}"/>
                  </a:ext>
                </a:extLst>
              </p:cNvPr>
              <p:cNvSpPr/>
              <p:nvPr/>
            </p:nvSpPr>
            <p:spPr>
              <a:xfrm>
                <a:off x="4910682" y="6655819"/>
                <a:ext cx="9111" cy="2076"/>
              </a:xfrm>
              <a:custGeom>
                <a:avLst/>
                <a:gdLst>
                  <a:gd name="connsiteX0" fmla="*/ 4715 w 9111"/>
                  <a:gd name="connsiteY0" fmla="*/ 213 h 2076"/>
                  <a:gd name="connsiteX1" fmla="*/ 4395 w 9111"/>
                  <a:gd name="connsiteY1" fmla="*/ 1864 h 2076"/>
                  <a:gd name="connsiteX2" fmla="*/ 4715 w 9111"/>
                  <a:gd name="connsiteY2" fmla="*/ 213 h 2076"/>
                </a:gdLst>
                <a:ahLst/>
                <a:cxnLst>
                  <a:cxn ang="0">
                    <a:pos x="connsiteX0" y="connsiteY0"/>
                  </a:cxn>
                  <a:cxn ang="0">
                    <a:pos x="connsiteX1" y="connsiteY1"/>
                  </a:cxn>
                  <a:cxn ang="0">
                    <a:pos x="connsiteX2" y="connsiteY2"/>
                  </a:cxn>
                </a:cxnLst>
                <a:rect l="l" t="t" r="r" b="b"/>
                <a:pathLst>
                  <a:path w="9111" h="2076">
                    <a:moveTo>
                      <a:pt x="4715" y="213"/>
                    </a:moveTo>
                    <a:cubicBezTo>
                      <a:pt x="-1263" y="-593"/>
                      <a:pt x="-1760" y="1098"/>
                      <a:pt x="4395" y="1864"/>
                    </a:cubicBezTo>
                    <a:cubicBezTo>
                      <a:pt x="10384" y="2670"/>
                      <a:pt x="10864" y="984"/>
                      <a:pt x="4715" y="2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4" name="Freeform: Shape 523">
                <a:extLst>
                  <a:ext uri="{FF2B5EF4-FFF2-40B4-BE49-F238E27FC236}">
                    <a16:creationId xmlns:a16="http://schemas.microsoft.com/office/drawing/2014/main" id="{06F8E068-4109-352B-1559-8B4E32451D0D}"/>
                  </a:ext>
                </a:extLst>
              </p:cNvPr>
              <p:cNvSpPr/>
              <p:nvPr/>
            </p:nvSpPr>
            <p:spPr>
              <a:xfrm>
                <a:off x="4920719" y="6551099"/>
                <a:ext cx="8911" cy="6353"/>
              </a:xfrm>
              <a:custGeom>
                <a:avLst/>
                <a:gdLst>
                  <a:gd name="connsiteX0" fmla="*/ 4627 w 8911"/>
                  <a:gd name="connsiteY0" fmla="*/ 10 h 6353"/>
                  <a:gd name="connsiteX1" fmla="*/ 4285 w 8911"/>
                  <a:gd name="connsiteY1" fmla="*/ 6337 h 6353"/>
                  <a:gd name="connsiteX2" fmla="*/ 4627 w 8911"/>
                  <a:gd name="connsiteY2" fmla="*/ 10 h 6353"/>
                </a:gdLst>
                <a:ahLst/>
                <a:cxnLst>
                  <a:cxn ang="0">
                    <a:pos x="connsiteX0" y="connsiteY0"/>
                  </a:cxn>
                  <a:cxn ang="0">
                    <a:pos x="connsiteX1" y="connsiteY1"/>
                  </a:cxn>
                  <a:cxn ang="0">
                    <a:pos x="connsiteX2" y="connsiteY2"/>
                  </a:cxn>
                </a:cxnLst>
                <a:rect l="l" t="t" r="r" b="b"/>
                <a:pathLst>
                  <a:path w="8911" h="6353">
                    <a:moveTo>
                      <a:pt x="4627" y="10"/>
                    </a:moveTo>
                    <a:cubicBezTo>
                      <a:pt x="-1265" y="-292"/>
                      <a:pt x="-1693" y="6091"/>
                      <a:pt x="4285" y="6337"/>
                    </a:cubicBezTo>
                    <a:cubicBezTo>
                      <a:pt x="10211" y="6725"/>
                      <a:pt x="10571" y="227"/>
                      <a:pt x="46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5" name="Freeform: Shape 524">
                <a:extLst>
                  <a:ext uri="{FF2B5EF4-FFF2-40B4-BE49-F238E27FC236}">
                    <a16:creationId xmlns:a16="http://schemas.microsoft.com/office/drawing/2014/main" id="{602AA350-EE7A-767C-3D1A-132DCF70685D}"/>
                  </a:ext>
                </a:extLst>
              </p:cNvPr>
              <p:cNvSpPr/>
              <p:nvPr/>
            </p:nvSpPr>
            <p:spPr>
              <a:xfrm>
                <a:off x="4994184" y="5773146"/>
                <a:ext cx="7463" cy="4455"/>
              </a:xfrm>
              <a:custGeom>
                <a:avLst/>
                <a:gdLst>
                  <a:gd name="connsiteX0" fmla="*/ 3829 w 7463"/>
                  <a:gd name="connsiteY0" fmla="*/ 1947 h 4455"/>
                  <a:gd name="connsiteX1" fmla="*/ 0 w 7463"/>
                  <a:gd name="connsiteY1" fmla="*/ 4455 h 4455"/>
                  <a:gd name="connsiteX2" fmla="*/ 3829 w 7463"/>
                  <a:gd name="connsiteY2" fmla="*/ 1947 h 4455"/>
                </a:gdLst>
                <a:ahLst/>
                <a:cxnLst>
                  <a:cxn ang="0">
                    <a:pos x="connsiteX0" y="connsiteY0"/>
                  </a:cxn>
                  <a:cxn ang="0">
                    <a:pos x="connsiteX1" y="connsiteY1"/>
                  </a:cxn>
                  <a:cxn ang="0">
                    <a:pos x="connsiteX2" y="connsiteY2"/>
                  </a:cxn>
                </a:cxnLst>
                <a:rect l="l" t="t" r="r" b="b"/>
                <a:pathLst>
                  <a:path w="7463" h="4455">
                    <a:moveTo>
                      <a:pt x="3829" y="1947"/>
                    </a:moveTo>
                    <a:cubicBezTo>
                      <a:pt x="1749" y="3170"/>
                      <a:pt x="34" y="4296"/>
                      <a:pt x="0" y="4455"/>
                    </a:cubicBezTo>
                    <a:cubicBezTo>
                      <a:pt x="1395" y="4215"/>
                      <a:pt x="13316" y="-3511"/>
                      <a:pt x="3829" y="19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6" name="Freeform: Shape 525">
                <a:extLst>
                  <a:ext uri="{FF2B5EF4-FFF2-40B4-BE49-F238E27FC236}">
                    <a16:creationId xmlns:a16="http://schemas.microsoft.com/office/drawing/2014/main" id="{208D29B4-BCDB-CB14-8565-1B0E3DF7D335}"/>
                  </a:ext>
                </a:extLst>
              </p:cNvPr>
              <p:cNvSpPr/>
              <p:nvPr/>
            </p:nvSpPr>
            <p:spPr>
              <a:xfrm>
                <a:off x="4931158" y="6330451"/>
                <a:ext cx="8712" cy="7082"/>
              </a:xfrm>
              <a:custGeom>
                <a:avLst/>
                <a:gdLst>
                  <a:gd name="connsiteX0" fmla="*/ 4521 w 8712"/>
                  <a:gd name="connsiteY0" fmla="*/ 202 h 7082"/>
                  <a:gd name="connsiteX1" fmla="*/ 4190 w 8712"/>
                  <a:gd name="connsiteY1" fmla="*/ 6900 h 7082"/>
                  <a:gd name="connsiteX2" fmla="*/ 4521 w 8712"/>
                  <a:gd name="connsiteY2" fmla="*/ 202 h 7082"/>
                </a:gdLst>
                <a:ahLst/>
                <a:cxnLst>
                  <a:cxn ang="0">
                    <a:pos x="connsiteX0" y="connsiteY0"/>
                  </a:cxn>
                  <a:cxn ang="0">
                    <a:pos x="connsiteX1" y="connsiteY1"/>
                  </a:cxn>
                  <a:cxn ang="0">
                    <a:pos x="connsiteX2" y="connsiteY2"/>
                  </a:cxn>
                </a:cxnLst>
                <a:rect l="l" t="t" r="r" b="b"/>
                <a:pathLst>
                  <a:path w="8712" h="7082">
                    <a:moveTo>
                      <a:pt x="4521" y="202"/>
                    </a:moveTo>
                    <a:cubicBezTo>
                      <a:pt x="-331" y="1156"/>
                      <a:pt x="-2445" y="8306"/>
                      <a:pt x="4190" y="6900"/>
                    </a:cubicBezTo>
                    <a:cubicBezTo>
                      <a:pt x="9030" y="5992"/>
                      <a:pt x="11168" y="-1295"/>
                      <a:pt x="4521" y="2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7" name="Freeform: Shape 526">
                <a:extLst>
                  <a:ext uri="{FF2B5EF4-FFF2-40B4-BE49-F238E27FC236}">
                    <a16:creationId xmlns:a16="http://schemas.microsoft.com/office/drawing/2014/main" id="{1549BE4C-F669-E9D3-66A9-32BB85097589}"/>
                  </a:ext>
                </a:extLst>
              </p:cNvPr>
              <p:cNvSpPr/>
              <p:nvPr/>
            </p:nvSpPr>
            <p:spPr>
              <a:xfrm>
                <a:off x="4940571" y="6210422"/>
                <a:ext cx="8746" cy="4761"/>
              </a:xfrm>
              <a:custGeom>
                <a:avLst/>
                <a:gdLst>
                  <a:gd name="connsiteX0" fmla="*/ 4509 w 8746"/>
                  <a:gd name="connsiteY0" fmla="*/ 885 h 4761"/>
                  <a:gd name="connsiteX1" fmla="*/ 0 w 8746"/>
                  <a:gd name="connsiteY1" fmla="*/ 4234 h 4761"/>
                  <a:gd name="connsiteX2" fmla="*/ 4509 w 8746"/>
                  <a:gd name="connsiteY2" fmla="*/ 885 h 4761"/>
                </a:gdLst>
                <a:ahLst/>
                <a:cxnLst>
                  <a:cxn ang="0">
                    <a:pos x="connsiteX0" y="connsiteY0"/>
                  </a:cxn>
                  <a:cxn ang="0">
                    <a:pos x="connsiteX1" y="connsiteY1"/>
                  </a:cxn>
                  <a:cxn ang="0">
                    <a:pos x="connsiteX2" y="connsiteY2"/>
                  </a:cxn>
                </a:cxnLst>
                <a:rect l="l" t="t" r="r" b="b"/>
                <a:pathLst>
                  <a:path w="8746" h="4761">
                    <a:moveTo>
                      <a:pt x="4509" y="885"/>
                    </a:moveTo>
                    <a:cubicBezTo>
                      <a:pt x="2109" y="1914"/>
                      <a:pt x="91" y="3417"/>
                      <a:pt x="0" y="4234"/>
                    </a:cubicBezTo>
                    <a:cubicBezTo>
                      <a:pt x="1709" y="7120"/>
                      <a:pt x="15556" y="-2955"/>
                      <a:pt x="4509" y="8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8" name="Freeform: Shape 527">
                <a:extLst>
                  <a:ext uri="{FF2B5EF4-FFF2-40B4-BE49-F238E27FC236}">
                    <a16:creationId xmlns:a16="http://schemas.microsoft.com/office/drawing/2014/main" id="{55B4C879-88E4-4827-1B29-D3059BCD0270}"/>
                  </a:ext>
                </a:extLst>
              </p:cNvPr>
              <p:cNvSpPr/>
              <p:nvPr/>
            </p:nvSpPr>
            <p:spPr>
              <a:xfrm>
                <a:off x="4964611" y="5987451"/>
                <a:ext cx="8295" cy="6630"/>
              </a:xfrm>
              <a:custGeom>
                <a:avLst/>
                <a:gdLst>
                  <a:gd name="connsiteX0" fmla="*/ 4346 w 8295"/>
                  <a:gd name="connsiteY0" fmla="*/ 1480 h 6630"/>
                  <a:gd name="connsiteX1" fmla="*/ 3952 w 8295"/>
                  <a:gd name="connsiteY1" fmla="*/ 5154 h 6630"/>
                  <a:gd name="connsiteX2" fmla="*/ 4346 w 8295"/>
                  <a:gd name="connsiteY2" fmla="*/ 1480 h 6630"/>
                </a:gdLst>
                <a:ahLst/>
                <a:cxnLst>
                  <a:cxn ang="0">
                    <a:pos x="connsiteX0" y="connsiteY0"/>
                  </a:cxn>
                  <a:cxn ang="0">
                    <a:pos x="connsiteX1" y="connsiteY1"/>
                  </a:cxn>
                  <a:cxn ang="0">
                    <a:pos x="connsiteX2" y="connsiteY2"/>
                  </a:cxn>
                </a:cxnLst>
                <a:rect l="l" t="t" r="r" b="b"/>
                <a:pathLst>
                  <a:path w="8295" h="6630">
                    <a:moveTo>
                      <a:pt x="4346" y="1480"/>
                    </a:moveTo>
                    <a:cubicBezTo>
                      <a:pt x="180" y="3920"/>
                      <a:pt x="-2706" y="9195"/>
                      <a:pt x="3952" y="5154"/>
                    </a:cubicBezTo>
                    <a:cubicBezTo>
                      <a:pt x="8141" y="2720"/>
                      <a:pt x="10981" y="-2572"/>
                      <a:pt x="4346" y="14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29" name="Freeform: Shape 528">
                <a:extLst>
                  <a:ext uri="{FF2B5EF4-FFF2-40B4-BE49-F238E27FC236}">
                    <a16:creationId xmlns:a16="http://schemas.microsoft.com/office/drawing/2014/main" id="{1B22DCD3-002F-8520-F209-CDD3A5CE67FB}"/>
                  </a:ext>
                </a:extLst>
              </p:cNvPr>
              <p:cNvSpPr/>
              <p:nvPr/>
            </p:nvSpPr>
            <p:spPr>
              <a:xfrm>
                <a:off x="4998220" y="5752695"/>
                <a:ext cx="7105" cy="3879"/>
              </a:xfrm>
              <a:custGeom>
                <a:avLst/>
                <a:gdLst>
                  <a:gd name="connsiteX0" fmla="*/ 3621 w 7105"/>
                  <a:gd name="connsiteY0" fmla="*/ 1509 h 3879"/>
                  <a:gd name="connsiteX1" fmla="*/ 3484 w 7105"/>
                  <a:gd name="connsiteY1" fmla="*/ 2360 h 3879"/>
                  <a:gd name="connsiteX2" fmla="*/ 3621 w 7105"/>
                  <a:gd name="connsiteY2" fmla="*/ 1509 h 3879"/>
                </a:gdLst>
                <a:ahLst/>
                <a:cxnLst>
                  <a:cxn ang="0">
                    <a:pos x="connsiteX0" y="connsiteY0"/>
                  </a:cxn>
                  <a:cxn ang="0">
                    <a:pos x="connsiteX1" y="connsiteY1"/>
                  </a:cxn>
                  <a:cxn ang="0">
                    <a:pos x="connsiteX2" y="connsiteY2"/>
                  </a:cxn>
                </a:cxnLst>
                <a:rect l="l" t="t" r="r" b="b"/>
                <a:pathLst>
                  <a:path w="7105" h="3879">
                    <a:moveTo>
                      <a:pt x="3621" y="1509"/>
                    </a:moveTo>
                    <a:cubicBezTo>
                      <a:pt x="-734" y="3778"/>
                      <a:pt x="-1608" y="5058"/>
                      <a:pt x="3484" y="2360"/>
                    </a:cubicBezTo>
                    <a:cubicBezTo>
                      <a:pt x="7845" y="92"/>
                      <a:pt x="8708" y="-1165"/>
                      <a:pt x="3621" y="15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0" name="Freeform: Shape 529">
                <a:extLst>
                  <a:ext uri="{FF2B5EF4-FFF2-40B4-BE49-F238E27FC236}">
                    <a16:creationId xmlns:a16="http://schemas.microsoft.com/office/drawing/2014/main" id="{BDE25D53-1845-FC6F-E0AC-7DE7E777D3D4}"/>
                  </a:ext>
                </a:extLst>
              </p:cNvPr>
              <p:cNvSpPr/>
              <p:nvPr/>
            </p:nvSpPr>
            <p:spPr>
              <a:xfrm>
                <a:off x="4755314" y="7526100"/>
                <a:ext cx="11974" cy="5137"/>
              </a:xfrm>
              <a:custGeom>
                <a:avLst/>
                <a:gdLst>
                  <a:gd name="connsiteX0" fmla="*/ 6292 w 11974"/>
                  <a:gd name="connsiteY0" fmla="*/ 46 h 5137"/>
                  <a:gd name="connsiteX1" fmla="*/ 5681 w 11974"/>
                  <a:gd name="connsiteY1" fmla="*/ 5092 h 5137"/>
                  <a:gd name="connsiteX2" fmla="*/ 6292 w 11974"/>
                  <a:gd name="connsiteY2" fmla="*/ 46 h 5137"/>
                </a:gdLst>
                <a:ahLst/>
                <a:cxnLst>
                  <a:cxn ang="0">
                    <a:pos x="connsiteX0" y="connsiteY0"/>
                  </a:cxn>
                  <a:cxn ang="0">
                    <a:pos x="connsiteX1" y="connsiteY1"/>
                  </a:cxn>
                  <a:cxn ang="0">
                    <a:pos x="connsiteX2" y="connsiteY2"/>
                  </a:cxn>
                </a:cxnLst>
                <a:rect l="l" t="t" r="r" b="b"/>
                <a:pathLst>
                  <a:path w="11974" h="5137">
                    <a:moveTo>
                      <a:pt x="6292" y="46"/>
                    </a:moveTo>
                    <a:cubicBezTo>
                      <a:pt x="-1206" y="-583"/>
                      <a:pt x="-2715" y="5509"/>
                      <a:pt x="5681" y="5092"/>
                    </a:cubicBezTo>
                    <a:cubicBezTo>
                      <a:pt x="13184" y="5721"/>
                      <a:pt x="14688" y="-377"/>
                      <a:pt x="6292"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1" name="Freeform: Shape 530">
                <a:extLst>
                  <a:ext uri="{FF2B5EF4-FFF2-40B4-BE49-F238E27FC236}">
                    <a16:creationId xmlns:a16="http://schemas.microsoft.com/office/drawing/2014/main" id="{BC183639-1A99-6161-F80D-FC6B3C3639DA}"/>
                  </a:ext>
                </a:extLst>
              </p:cNvPr>
              <p:cNvSpPr/>
              <p:nvPr/>
            </p:nvSpPr>
            <p:spPr>
              <a:xfrm>
                <a:off x="4807257" y="5816137"/>
                <a:ext cx="6738" cy="3411"/>
              </a:xfrm>
              <a:custGeom>
                <a:avLst/>
                <a:gdLst>
                  <a:gd name="connsiteX0" fmla="*/ 3664 w 6738"/>
                  <a:gd name="connsiteY0" fmla="*/ 886 h 3411"/>
                  <a:gd name="connsiteX1" fmla="*/ 858 w 6738"/>
                  <a:gd name="connsiteY1" fmla="*/ 3378 h 3411"/>
                  <a:gd name="connsiteX2" fmla="*/ 3664 w 6738"/>
                  <a:gd name="connsiteY2" fmla="*/ 886 h 3411"/>
                </a:gdLst>
                <a:ahLst/>
                <a:cxnLst>
                  <a:cxn ang="0">
                    <a:pos x="connsiteX0" y="connsiteY0"/>
                  </a:cxn>
                  <a:cxn ang="0">
                    <a:pos x="connsiteX1" y="connsiteY1"/>
                  </a:cxn>
                  <a:cxn ang="0">
                    <a:pos x="connsiteX2" y="connsiteY2"/>
                  </a:cxn>
                </a:cxnLst>
                <a:rect l="l" t="t" r="r" b="b"/>
                <a:pathLst>
                  <a:path w="6738" h="3411">
                    <a:moveTo>
                      <a:pt x="3664" y="886"/>
                    </a:moveTo>
                    <a:cubicBezTo>
                      <a:pt x="2709" y="1246"/>
                      <a:pt x="-1874" y="3727"/>
                      <a:pt x="858" y="3378"/>
                    </a:cubicBezTo>
                    <a:cubicBezTo>
                      <a:pt x="3664" y="3058"/>
                      <a:pt x="10796" y="-2000"/>
                      <a:pt x="3664" y="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2" name="Freeform: Shape 531">
                <a:extLst>
                  <a:ext uri="{FF2B5EF4-FFF2-40B4-BE49-F238E27FC236}">
                    <a16:creationId xmlns:a16="http://schemas.microsoft.com/office/drawing/2014/main" id="{36B4830B-1E73-2B24-A035-7B483C4A45BE}"/>
                  </a:ext>
                </a:extLst>
              </p:cNvPr>
              <p:cNvSpPr/>
              <p:nvPr/>
            </p:nvSpPr>
            <p:spPr>
              <a:xfrm>
                <a:off x="4534835" y="6880134"/>
                <a:ext cx="11220" cy="3660"/>
              </a:xfrm>
              <a:custGeom>
                <a:avLst/>
                <a:gdLst>
                  <a:gd name="connsiteX0" fmla="*/ 5944 w 11220"/>
                  <a:gd name="connsiteY0" fmla="*/ 0 h 3660"/>
                  <a:gd name="connsiteX1" fmla="*/ 0 w 11220"/>
                  <a:gd name="connsiteY1" fmla="*/ 1805 h 3660"/>
                  <a:gd name="connsiteX2" fmla="*/ 5944 w 11220"/>
                  <a:gd name="connsiteY2" fmla="*/ 0 h 3660"/>
                </a:gdLst>
                <a:ahLst/>
                <a:cxnLst>
                  <a:cxn ang="0">
                    <a:pos x="connsiteX0" y="connsiteY0"/>
                  </a:cxn>
                  <a:cxn ang="0">
                    <a:pos x="connsiteX1" y="connsiteY1"/>
                  </a:cxn>
                  <a:cxn ang="0">
                    <a:pos x="connsiteX2" y="connsiteY2"/>
                  </a:cxn>
                </a:cxnLst>
                <a:rect l="l" t="t" r="r" b="b"/>
                <a:pathLst>
                  <a:path w="11220" h="3660">
                    <a:moveTo>
                      <a:pt x="5944" y="0"/>
                    </a:moveTo>
                    <a:cubicBezTo>
                      <a:pt x="2875" y="0"/>
                      <a:pt x="217" y="806"/>
                      <a:pt x="0" y="1805"/>
                    </a:cubicBezTo>
                    <a:cubicBezTo>
                      <a:pt x="1269" y="6406"/>
                      <a:pt x="20168" y="1143"/>
                      <a:pt x="59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3" name="Freeform: Shape 532">
                <a:extLst>
                  <a:ext uri="{FF2B5EF4-FFF2-40B4-BE49-F238E27FC236}">
                    <a16:creationId xmlns:a16="http://schemas.microsoft.com/office/drawing/2014/main" id="{6B8E49DD-102B-07D6-6211-1CA9D2DF924C}"/>
                  </a:ext>
                </a:extLst>
              </p:cNvPr>
              <p:cNvSpPr/>
              <p:nvPr/>
            </p:nvSpPr>
            <p:spPr>
              <a:xfrm>
                <a:off x="4557502" y="6775961"/>
                <a:ext cx="10509" cy="2975"/>
              </a:xfrm>
              <a:custGeom>
                <a:avLst/>
                <a:gdLst>
                  <a:gd name="connsiteX0" fmla="*/ 5611 w 10509"/>
                  <a:gd name="connsiteY0" fmla="*/ 5 h 2975"/>
                  <a:gd name="connsiteX1" fmla="*/ 4897 w 10509"/>
                  <a:gd name="connsiteY1" fmla="*/ 2972 h 2975"/>
                  <a:gd name="connsiteX2" fmla="*/ 5611 w 10509"/>
                  <a:gd name="connsiteY2" fmla="*/ 5 h 2975"/>
                </a:gdLst>
                <a:ahLst/>
                <a:cxnLst>
                  <a:cxn ang="0">
                    <a:pos x="connsiteX0" y="connsiteY0"/>
                  </a:cxn>
                  <a:cxn ang="0">
                    <a:pos x="connsiteX1" y="connsiteY1"/>
                  </a:cxn>
                  <a:cxn ang="0">
                    <a:pos x="connsiteX2" y="connsiteY2"/>
                  </a:cxn>
                </a:cxnLst>
                <a:rect l="l" t="t" r="r" b="b"/>
                <a:pathLst>
                  <a:path w="10509" h="2975">
                    <a:moveTo>
                      <a:pt x="5611" y="5"/>
                    </a:moveTo>
                    <a:cubicBezTo>
                      <a:pt x="-841" y="-143"/>
                      <a:pt x="-2556" y="2903"/>
                      <a:pt x="4897" y="2972"/>
                    </a:cubicBezTo>
                    <a:cubicBezTo>
                      <a:pt x="11349" y="3103"/>
                      <a:pt x="13069" y="62"/>
                      <a:pt x="5611"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4" name="Freeform: Shape 533">
                <a:extLst>
                  <a:ext uri="{FF2B5EF4-FFF2-40B4-BE49-F238E27FC236}">
                    <a16:creationId xmlns:a16="http://schemas.microsoft.com/office/drawing/2014/main" id="{553C6BC6-239B-865A-F1A7-4870E7C07CE7}"/>
                  </a:ext>
                </a:extLst>
              </p:cNvPr>
              <p:cNvSpPr/>
              <p:nvPr/>
            </p:nvSpPr>
            <p:spPr>
              <a:xfrm>
                <a:off x="4578866" y="6711834"/>
                <a:ext cx="10173" cy="1453"/>
              </a:xfrm>
              <a:custGeom>
                <a:avLst/>
                <a:gdLst>
                  <a:gd name="connsiteX0" fmla="*/ 5427 w 10173"/>
                  <a:gd name="connsiteY0" fmla="*/ 16 h 1453"/>
                  <a:gd name="connsiteX1" fmla="*/ 4741 w 10173"/>
                  <a:gd name="connsiteY1" fmla="*/ 1439 h 1453"/>
                  <a:gd name="connsiteX2" fmla="*/ 5427 w 10173"/>
                  <a:gd name="connsiteY2" fmla="*/ 16 h 1453"/>
                </a:gdLst>
                <a:ahLst/>
                <a:cxnLst>
                  <a:cxn ang="0">
                    <a:pos x="connsiteX0" y="connsiteY0"/>
                  </a:cxn>
                  <a:cxn ang="0">
                    <a:pos x="connsiteX1" y="connsiteY1"/>
                  </a:cxn>
                  <a:cxn ang="0">
                    <a:pos x="connsiteX2" y="connsiteY2"/>
                  </a:cxn>
                </a:cxnLst>
                <a:rect l="l" t="t" r="r" b="b"/>
                <a:pathLst>
                  <a:path w="10173" h="1453">
                    <a:moveTo>
                      <a:pt x="5427" y="16"/>
                    </a:moveTo>
                    <a:cubicBezTo>
                      <a:pt x="-763" y="-167"/>
                      <a:pt x="-2517" y="1296"/>
                      <a:pt x="4741" y="1439"/>
                    </a:cubicBezTo>
                    <a:cubicBezTo>
                      <a:pt x="10942" y="1611"/>
                      <a:pt x="12691" y="159"/>
                      <a:pt x="5427"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5" name="Freeform: Shape 534">
                <a:extLst>
                  <a:ext uri="{FF2B5EF4-FFF2-40B4-BE49-F238E27FC236}">
                    <a16:creationId xmlns:a16="http://schemas.microsoft.com/office/drawing/2014/main" id="{01E4993B-323C-E29C-D776-C703E4301E2E}"/>
                  </a:ext>
                </a:extLst>
              </p:cNvPr>
              <p:cNvSpPr/>
              <p:nvPr/>
            </p:nvSpPr>
            <p:spPr>
              <a:xfrm>
                <a:off x="4599083" y="6684193"/>
                <a:ext cx="10414" cy="669"/>
              </a:xfrm>
              <a:custGeom>
                <a:avLst/>
                <a:gdLst>
                  <a:gd name="connsiteX0" fmla="*/ 5412 w 10414"/>
                  <a:gd name="connsiteY0" fmla="*/ 70 h 669"/>
                  <a:gd name="connsiteX1" fmla="*/ 0 w 10414"/>
                  <a:gd name="connsiteY1" fmla="*/ 133 h 669"/>
                  <a:gd name="connsiteX2" fmla="*/ 5412 w 10414"/>
                  <a:gd name="connsiteY2" fmla="*/ 70 h 669"/>
                </a:gdLst>
                <a:ahLst/>
                <a:cxnLst>
                  <a:cxn ang="0">
                    <a:pos x="connsiteX0" y="connsiteY0"/>
                  </a:cxn>
                  <a:cxn ang="0">
                    <a:pos x="connsiteX1" y="connsiteY1"/>
                  </a:cxn>
                  <a:cxn ang="0">
                    <a:pos x="connsiteX2" y="connsiteY2"/>
                  </a:cxn>
                </a:cxnLst>
                <a:rect l="l" t="t" r="r" b="b"/>
                <a:pathLst>
                  <a:path w="10414" h="669">
                    <a:moveTo>
                      <a:pt x="5412" y="70"/>
                    </a:moveTo>
                    <a:cubicBezTo>
                      <a:pt x="2606" y="-44"/>
                      <a:pt x="183" y="-16"/>
                      <a:pt x="0" y="133"/>
                    </a:cubicBezTo>
                    <a:cubicBezTo>
                      <a:pt x="914" y="842"/>
                      <a:pt x="18911" y="876"/>
                      <a:pt x="5412" y="7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6" name="Freeform: Shape 535">
                <a:extLst>
                  <a:ext uri="{FF2B5EF4-FFF2-40B4-BE49-F238E27FC236}">
                    <a16:creationId xmlns:a16="http://schemas.microsoft.com/office/drawing/2014/main" id="{2B391A0B-F077-9AA3-CF9B-872E4B2777F0}"/>
                  </a:ext>
                </a:extLst>
              </p:cNvPr>
              <p:cNvSpPr/>
              <p:nvPr/>
            </p:nvSpPr>
            <p:spPr>
              <a:xfrm>
                <a:off x="4618422" y="6673223"/>
                <a:ext cx="10000" cy="734"/>
              </a:xfrm>
              <a:custGeom>
                <a:avLst/>
                <a:gdLst>
                  <a:gd name="connsiteX0" fmla="*/ 5258 w 10000"/>
                  <a:gd name="connsiteY0" fmla="*/ 222 h 734"/>
                  <a:gd name="connsiteX1" fmla="*/ 0 w 10000"/>
                  <a:gd name="connsiteY1" fmla="*/ 33 h 734"/>
                  <a:gd name="connsiteX2" fmla="*/ 5258 w 10000"/>
                  <a:gd name="connsiteY2" fmla="*/ 222 h 734"/>
                </a:gdLst>
                <a:ahLst/>
                <a:cxnLst>
                  <a:cxn ang="0">
                    <a:pos x="connsiteX0" y="connsiteY0"/>
                  </a:cxn>
                  <a:cxn ang="0">
                    <a:pos x="connsiteX1" y="connsiteY1"/>
                  </a:cxn>
                  <a:cxn ang="0">
                    <a:pos x="connsiteX2" y="connsiteY2"/>
                  </a:cxn>
                </a:cxnLst>
                <a:rect l="l" t="t" r="r" b="b"/>
                <a:pathLst>
                  <a:path w="10000" h="734">
                    <a:moveTo>
                      <a:pt x="5258" y="222"/>
                    </a:moveTo>
                    <a:cubicBezTo>
                      <a:pt x="2526" y="33"/>
                      <a:pt x="171" y="-52"/>
                      <a:pt x="0" y="33"/>
                    </a:cubicBezTo>
                    <a:cubicBezTo>
                      <a:pt x="1154" y="507"/>
                      <a:pt x="18002" y="1239"/>
                      <a:pt x="5258" y="2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7" name="Freeform: Shape 536">
                <a:extLst>
                  <a:ext uri="{FF2B5EF4-FFF2-40B4-BE49-F238E27FC236}">
                    <a16:creationId xmlns:a16="http://schemas.microsoft.com/office/drawing/2014/main" id="{112105A1-B769-A84D-1FD1-CCE8656511DD}"/>
                  </a:ext>
                </a:extLst>
              </p:cNvPr>
              <p:cNvSpPr/>
              <p:nvPr/>
            </p:nvSpPr>
            <p:spPr>
              <a:xfrm>
                <a:off x="4636848" y="6659429"/>
                <a:ext cx="9352" cy="1173"/>
              </a:xfrm>
              <a:custGeom>
                <a:avLst/>
                <a:gdLst>
                  <a:gd name="connsiteX0" fmla="*/ 4966 w 9352"/>
                  <a:gd name="connsiteY0" fmla="*/ 232 h 1173"/>
                  <a:gd name="connsiteX1" fmla="*/ 4383 w 9352"/>
                  <a:gd name="connsiteY1" fmla="*/ 940 h 1173"/>
                  <a:gd name="connsiteX2" fmla="*/ 4966 w 9352"/>
                  <a:gd name="connsiteY2" fmla="*/ 232 h 1173"/>
                </a:gdLst>
                <a:ahLst/>
                <a:cxnLst>
                  <a:cxn ang="0">
                    <a:pos x="connsiteX0" y="connsiteY0"/>
                  </a:cxn>
                  <a:cxn ang="0">
                    <a:pos x="connsiteX1" y="connsiteY1"/>
                  </a:cxn>
                  <a:cxn ang="0">
                    <a:pos x="connsiteX2" y="connsiteY2"/>
                  </a:cxn>
                </a:cxnLst>
                <a:rect l="l" t="t" r="r" b="b"/>
                <a:pathLst>
                  <a:path w="9352" h="1173">
                    <a:moveTo>
                      <a:pt x="4966" y="232"/>
                    </a:moveTo>
                    <a:cubicBezTo>
                      <a:pt x="-806" y="-363"/>
                      <a:pt x="-2229" y="300"/>
                      <a:pt x="4383" y="940"/>
                    </a:cubicBezTo>
                    <a:cubicBezTo>
                      <a:pt x="10167" y="1534"/>
                      <a:pt x="11578" y="883"/>
                      <a:pt x="4966" y="2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8" name="Freeform: Shape 537">
                <a:extLst>
                  <a:ext uri="{FF2B5EF4-FFF2-40B4-BE49-F238E27FC236}">
                    <a16:creationId xmlns:a16="http://schemas.microsoft.com/office/drawing/2014/main" id="{B2827AA2-D9DA-E1D9-B827-F6DC532D2F87}"/>
                  </a:ext>
                </a:extLst>
              </p:cNvPr>
              <p:cNvSpPr/>
              <p:nvPr/>
            </p:nvSpPr>
            <p:spPr>
              <a:xfrm>
                <a:off x="4510563" y="6992794"/>
                <a:ext cx="11570" cy="3897"/>
              </a:xfrm>
              <a:custGeom>
                <a:avLst/>
                <a:gdLst>
                  <a:gd name="connsiteX0" fmla="*/ 6144 w 11570"/>
                  <a:gd name="connsiteY0" fmla="*/ 0 h 3897"/>
                  <a:gd name="connsiteX1" fmla="*/ 0 w 11570"/>
                  <a:gd name="connsiteY1" fmla="*/ 1920 h 3897"/>
                  <a:gd name="connsiteX2" fmla="*/ 6144 w 11570"/>
                  <a:gd name="connsiteY2" fmla="*/ 0 h 3897"/>
                </a:gdLst>
                <a:ahLst/>
                <a:cxnLst>
                  <a:cxn ang="0">
                    <a:pos x="connsiteX0" y="connsiteY0"/>
                  </a:cxn>
                  <a:cxn ang="0">
                    <a:pos x="connsiteX1" y="connsiteY1"/>
                  </a:cxn>
                  <a:cxn ang="0">
                    <a:pos x="connsiteX2" y="connsiteY2"/>
                  </a:cxn>
                </a:cxnLst>
                <a:rect l="l" t="t" r="r" b="b"/>
                <a:pathLst>
                  <a:path w="11570" h="3897">
                    <a:moveTo>
                      <a:pt x="6144" y="0"/>
                    </a:moveTo>
                    <a:cubicBezTo>
                      <a:pt x="2977" y="0"/>
                      <a:pt x="229" y="857"/>
                      <a:pt x="0" y="1920"/>
                    </a:cubicBezTo>
                    <a:cubicBezTo>
                      <a:pt x="1274" y="6824"/>
                      <a:pt x="20797" y="1211"/>
                      <a:pt x="614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39" name="Freeform: Shape 538">
                <a:extLst>
                  <a:ext uri="{FF2B5EF4-FFF2-40B4-BE49-F238E27FC236}">
                    <a16:creationId xmlns:a16="http://schemas.microsoft.com/office/drawing/2014/main" id="{642FC0B7-5988-C639-30CF-80409E596BC6}"/>
                  </a:ext>
                </a:extLst>
              </p:cNvPr>
              <p:cNvSpPr/>
              <p:nvPr/>
            </p:nvSpPr>
            <p:spPr>
              <a:xfrm>
                <a:off x="4456676" y="7241264"/>
                <a:ext cx="12348" cy="4450"/>
              </a:xfrm>
              <a:custGeom>
                <a:avLst/>
                <a:gdLst>
                  <a:gd name="connsiteX0" fmla="*/ 6584 w 12348"/>
                  <a:gd name="connsiteY0" fmla="*/ 0 h 4450"/>
                  <a:gd name="connsiteX1" fmla="*/ 0 w 12348"/>
                  <a:gd name="connsiteY1" fmla="*/ 2195 h 4450"/>
                  <a:gd name="connsiteX2" fmla="*/ 6584 w 12348"/>
                  <a:gd name="connsiteY2" fmla="*/ 0 h 4450"/>
                </a:gdLst>
                <a:ahLst/>
                <a:cxnLst>
                  <a:cxn ang="0">
                    <a:pos x="connsiteX0" y="connsiteY0"/>
                  </a:cxn>
                  <a:cxn ang="0">
                    <a:pos x="connsiteX1" y="connsiteY1"/>
                  </a:cxn>
                  <a:cxn ang="0">
                    <a:pos x="connsiteX2" y="connsiteY2"/>
                  </a:cxn>
                </a:cxnLst>
                <a:rect l="l" t="t" r="r" b="b"/>
                <a:pathLst>
                  <a:path w="12348" h="4450">
                    <a:moveTo>
                      <a:pt x="6584" y="0"/>
                    </a:moveTo>
                    <a:cubicBezTo>
                      <a:pt x="3206" y="0"/>
                      <a:pt x="257" y="983"/>
                      <a:pt x="0" y="2195"/>
                    </a:cubicBezTo>
                    <a:cubicBezTo>
                      <a:pt x="1320" y="7801"/>
                      <a:pt x="22186" y="1360"/>
                      <a:pt x="65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0" name="Freeform: Shape 539">
                <a:extLst>
                  <a:ext uri="{FF2B5EF4-FFF2-40B4-BE49-F238E27FC236}">
                    <a16:creationId xmlns:a16="http://schemas.microsoft.com/office/drawing/2014/main" id="{BA7F6749-CF49-9239-971A-494FDAA46F4D}"/>
                  </a:ext>
                </a:extLst>
              </p:cNvPr>
              <p:cNvSpPr/>
              <p:nvPr/>
            </p:nvSpPr>
            <p:spPr>
              <a:xfrm>
                <a:off x="4427214" y="7378733"/>
                <a:ext cx="12382" cy="4715"/>
              </a:xfrm>
              <a:custGeom>
                <a:avLst/>
                <a:gdLst>
                  <a:gd name="connsiteX0" fmla="*/ 6688 w 12382"/>
                  <a:gd name="connsiteY0" fmla="*/ 6 h 4715"/>
                  <a:gd name="connsiteX1" fmla="*/ 5688 w 12382"/>
                  <a:gd name="connsiteY1" fmla="*/ 4710 h 4715"/>
                  <a:gd name="connsiteX2" fmla="*/ 6688 w 12382"/>
                  <a:gd name="connsiteY2" fmla="*/ 6 h 4715"/>
                </a:gdLst>
                <a:ahLst/>
                <a:cxnLst>
                  <a:cxn ang="0">
                    <a:pos x="connsiteX0" y="connsiteY0"/>
                  </a:cxn>
                  <a:cxn ang="0">
                    <a:pos x="connsiteX1" y="connsiteY1"/>
                  </a:cxn>
                  <a:cxn ang="0">
                    <a:pos x="connsiteX2" y="connsiteY2"/>
                  </a:cxn>
                </a:cxnLst>
                <a:rect l="l" t="t" r="r" b="b"/>
                <a:pathLst>
                  <a:path w="12382" h="4715">
                    <a:moveTo>
                      <a:pt x="6688" y="6"/>
                    </a:moveTo>
                    <a:cubicBezTo>
                      <a:pt x="-844" y="-194"/>
                      <a:pt x="-3119" y="4612"/>
                      <a:pt x="5688" y="4710"/>
                    </a:cubicBezTo>
                    <a:cubicBezTo>
                      <a:pt x="13232" y="4903"/>
                      <a:pt x="15501" y="103"/>
                      <a:pt x="668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1" name="Freeform: Shape 540">
                <a:extLst>
                  <a:ext uri="{FF2B5EF4-FFF2-40B4-BE49-F238E27FC236}">
                    <a16:creationId xmlns:a16="http://schemas.microsoft.com/office/drawing/2014/main" id="{AA1A0978-B7D2-726E-314F-E48FB08A5FEE}"/>
                  </a:ext>
                </a:extLst>
              </p:cNvPr>
              <p:cNvSpPr/>
              <p:nvPr/>
            </p:nvSpPr>
            <p:spPr>
              <a:xfrm>
                <a:off x="4484503" y="7112894"/>
                <a:ext cx="11949" cy="4159"/>
              </a:xfrm>
              <a:custGeom>
                <a:avLst/>
                <a:gdLst>
                  <a:gd name="connsiteX0" fmla="*/ 6361 w 11949"/>
                  <a:gd name="connsiteY0" fmla="*/ 0 h 4159"/>
                  <a:gd name="connsiteX1" fmla="*/ 0 w 11949"/>
                  <a:gd name="connsiteY1" fmla="*/ 2052 h 4159"/>
                  <a:gd name="connsiteX2" fmla="*/ 6361 w 11949"/>
                  <a:gd name="connsiteY2" fmla="*/ 0 h 4159"/>
                </a:gdLst>
                <a:ahLst/>
                <a:cxnLst>
                  <a:cxn ang="0">
                    <a:pos x="connsiteX0" y="connsiteY0"/>
                  </a:cxn>
                  <a:cxn ang="0">
                    <a:pos x="connsiteX1" y="connsiteY1"/>
                  </a:cxn>
                  <a:cxn ang="0">
                    <a:pos x="connsiteX2" y="connsiteY2"/>
                  </a:cxn>
                </a:cxnLst>
                <a:rect l="l" t="t" r="r" b="b"/>
                <a:pathLst>
                  <a:path w="11949" h="4159">
                    <a:moveTo>
                      <a:pt x="6361" y="0"/>
                    </a:moveTo>
                    <a:cubicBezTo>
                      <a:pt x="3097" y="0"/>
                      <a:pt x="246" y="915"/>
                      <a:pt x="0" y="2052"/>
                    </a:cubicBezTo>
                    <a:cubicBezTo>
                      <a:pt x="1297" y="7287"/>
                      <a:pt x="21471" y="1280"/>
                      <a:pt x="636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2" name="Freeform: Shape 541">
                <a:extLst>
                  <a:ext uri="{FF2B5EF4-FFF2-40B4-BE49-F238E27FC236}">
                    <a16:creationId xmlns:a16="http://schemas.microsoft.com/office/drawing/2014/main" id="{F4A960E7-0BC4-60E4-189C-F7DF31633318}"/>
                  </a:ext>
                </a:extLst>
              </p:cNvPr>
              <p:cNvSpPr/>
              <p:nvPr/>
            </p:nvSpPr>
            <p:spPr>
              <a:xfrm>
                <a:off x="4788295" y="5894192"/>
                <a:ext cx="7608" cy="4192"/>
              </a:xfrm>
              <a:custGeom>
                <a:avLst/>
                <a:gdLst>
                  <a:gd name="connsiteX0" fmla="*/ 3915 w 7608"/>
                  <a:gd name="connsiteY0" fmla="*/ 1584 h 4192"/>
                  <a:gd name="connsiteX1" fmla="*/ 0 w 7608"/>
                  <a:gd name="connsiteY1" fmla="*/ 4162 h 4192"/>
                  <a:gd name="connsiteX2" fmla="*/ 3915 w 7608"/>
                  <a:gd name="connsiteY2" fmla="*/ 1584 h 4192"/>
                </a:gdLst>
                <a:ahLst/>
                <a:cxnLst>
                  <a:cxn ang="0">
                    <a:pos x="connsiteX0" y="connsiteY0"/>
                  </a:cxn>
                  <a:cxn ang="0">
                    <a:pos x="connsiteX1" y="connsiteY1"/>
                  </a:cxn>
                  <a:cxn ang="0">
                    <a:pos x="connsiteX2" y="connsiteY2"/>
                  </a:cxn>
                </a:cxnLst>
                <a:rect l="l" t="t" r="r" b="b"/>
                <a:pathLst>
                  <a:path w="7608" h="4192">
                    <a:moveTo>
                      <a:pt x="3915" y="1584"/>
                    </a:moveTo>
                    <a:cubicBezTo>
                      <a:pt x="1840" y="2699"/>
                      <a:pt x="86" y="3847"/>
                      <a:pt x="0" y="4162"/>
                    </a:cubicBezTo>
                    <a:cubicBezTo>
                      <a:pt x="1206" y="4745"/>
                      <a:pt x="13647" y="-3308"/>
                      <a:pt x="3915" y="15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3" name="Freeform: Shape 542">
                <a:extLst>
                  <a:ext uri="{FF2B5EF4-FFF2-40B4-BE49-F238E27FC236}">
                    <a16:creationId xmlns:a16="http://schemas.microsoft.com/office/drawing/2014/main" id="{FD27DC54-1CE0-B1E3-684E-9DA38D32D1B1}"/>
                  </a:ext>
                </a:extLst>
              </p:cNvPr>
              <p:cNvSpPr/>
              <p:nvPr/>
            </p:nvSpPr>
            <p:spPr>
              <a:xfrm>
                <a:off x="4768835" y="5964346"/>
                <a:ext cx="8018" cy="5401"/>
              </a:xfrm>
              <a:custGeom>
                <a:avLst/>
                <a:gdLst>
                  <a:gd name="connsiteX0" fmla="*/ 4143 w 8018"/>
                  <a:gd name="connsiteY0" fmla="*/ 2108 h 5401"/>
                  <a:gd name="connsiteX1" fmla="*/ 0 w 8018"/>
                  <a:gd name="connsiteY1" fmla="*/ 5383 h 5401"/>
                  <a:gd name="connsiteX2" fmla="*/ 4143 w 8018"/>
                  <a:gd name="connsiteY2" fmla="*/ 2108 h 5401"/>
                </a:gdLst>
                <a:ahLst/>
                <a:cxnLst>
                  <a:cxn ang="0">
                    <a:pos x="connsiteX0" y="connsiteY0"/>
                  </a:cxn>
                  <a:cxn ang="0">
                    <a:pos x="connsiteX1" y="connsiteY1"/>
                  </a:cxn>
                  <a:cxn ang="0">
                    <a:pos x="connsiteX2" y="connsiteY2"/>
                  </a:cxn>
                </a:cxnLst>
                <a:rect l="l" t="t" r="r" b="b"/>
                <a:pathLst>
                  <a:path w="8018" h="5401">
                    <a:moveTo>
                      <a:pt x="4143" y="2108"/>
                    </a:moveTo>
                    <a:cubicBezTo>
                      <a:pt x="1949" y="3553"/>
                      <a:pt x="97" y="5017"/>
                      <a:pt x="0" y="5383"/>
                    </a:cubicBezTo>
                    <a:cubicBezTo>
                      <a:pt x="1377" y="5891"/>
                      <a:pt x="14328" y="-4264"/>
                      <a:pt x="4143" y="21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4" name="Freeform: Shape 543">
                <a:extLst>
                  <a:ext uri="{FF2B5EF4-FFF2-40B4-BE49-F238E27FC236}">
                    <a16:creationId xmlns:a16="http://schemas.microsoft.com/office/drawing/2014/main" id="{05394A59-E0D7-96B0-77EA-7213FB4FE5B0}"/>
                  </a:ext>
                </a:extLst>
              </p:cNvPr>
              <p:cNvSpPr/>
              <p:nvPr/>
            </p:nvSpPr>
            <p:spPr>
              <a:xfrm>
                <a:off x="4757971" y="6008693"/>
                <a:ext cx="8214" cy="5907"/>
              </a:xfrm>
              <a:custGeom>
                <a:avLst/>
                <a:gdLst>
                  <a:gd name="connsiteX0" fmla="*/ 4263 w 8214"/>
                  <a:gd name="connsiteY0" fmla="*/ 2200 h 5907"/>
                  <a:gd name="connsiteX1" fmla="*/ 0 w 8214"/>
                  <a:gd name="connsiteY1" fmla="*/ 5869 h 5907"/>
                  <a:gd name="connsiteX2" fmla="*/ 4263 w 8214"/>
                  <a:gd name="connsiteY2" fmla="*/ 2200 h 5907"/>
                </a:gdLst>
                <a:ahLst/>
                <a:cxnLst>
                  <a:cxn ang="0">
                    <a:pos x="connsiteX0" y="connsiteY0"/>
                  </a:cxn>
                  <a:cxn ang="0">
                    <a:pos x="connsiteX1" y="connsiteY1"/>
                  </a:cxn>
                  <a:cxn ang="0">
                    <a:pos x="connsiteX2" y="connsiteY2"/>
                  </a:cxn>
                </a:cxnLst>
                <a:rect l="l" t="t" r="r" b="b"/>
                <a:pathLst>
                  <a:path w="8214" h="5907">
                    <a:moveTo>
                      <a:pt x="4263" y="2200"/>
                    </a:moveTo>
                    <a:cubicBezTo>
                      <a:pt x="2012" y="3778"/>
                      <a:pt x="103" y="5412"/>
                      <a:pt x="0" y="5869"/>
                    </a:cubicBezTo>
                    <a:cubicBezTo>
                      <a:pt x="1492" y="6641"/>
                      <a:pt x="14630" y="-4612"/>
                      <a:pt x="4263" y="22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5" name="Freeform: Shape 544">
                <a:extLst>
                  <a:ext uri="{FF2B5EF4-FFF2-40B4-BE49-F238E27FC236}">
                    <a16:creationId xmlns:a16="http://schemas.microsoft.com/office/drawing/2014/main" id="{264738C5-FC67-490A-66AC-62F03617F6F8}"/>
                  </a:ext>
                </a:extLst>
              </p:cNvPr>
              <p:cNvSpPr/>
              <p:nvPr/>
            </p:nvSpPr>
            <p:spPr>
              <a:xfrm>
                <a:off x="4746136" y="6064476"/>
                <a:ext cx="8399" cy="6106"/>
              </a:xfrm>
              <a:custGeom>
                <a:avLst/>
                <a:gdLst>
                  <a:gd name="connsiteX0" fmla="*/ 4372 w 8399"/>
                  <a:gd name="connsiteY0" fmla="*/ 2105 h 6106"/>
                  <a:gd name="connsiteX1" fmla="*/ 0 w 8399"/>
                  <a:gd name="connsiteY1" fmla="*/ 6019 h 6106"/>
                  <a:gd name="connsiteX2" fmla="*/ 4372 w 8399"/>
                  <a:gd name="connsiteY2" fmla="*/ 2105 h 6106"/>
                </a:gdLst>
                <a:ahLst/>
                <a:cxnLst>
                  <a:cxn ang="0">
                    <a:pos x="connsiteX0" y="connsiteY0"/>
                  </a:cxn>
                  <a:cxn ang="0">
                    <a:pos x="connsiteX1" y="connsiteY1"/>
                  </a:cxn>
                  <a:cxn ang="0">
                    <a:pos x="connsiteX2" y="connsiteY2"/>
                  </a:cxn>
                </a:cxnLst>
                <a:rect l="l" t="t" r="r" b="b"/>
                <a:pathLst>
                  <a:path w="8399" h="6106">
                    <a:moveTo>
                      <a:pt x="4372" y="2105"/>
                    </a:moveTo>
                    <a:cubicBezTo>
                      <a:pt x="2069" y="3704"/>
                      <a:pt x="108" y="5453"/>
                      <a:pt x="0" y="6019"/>
                    </a:cubicBezTo>
                    <a:cubicBezTo>
                      <a:pt x="1623" y="7231"/>
                      <a:pt x="14910" y="-4685"/>
                      <a:pt x="4372" y="21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6" name="Freeform: Shape 545">
                <a:extLst>
                  <a:ext uri="{FF2B5EF4-FFF2-40B4-BE49-F238E27FC236}">
                    <a16:creationId xmlns:a16="http://schemas.microsoft.com/office/drawing/2014/main" id="{58C645E6-89B3-0A74-2E6D-F4F6ACDE5C1D}"/>
                  </a:ext>
                </a:extLst>
              </p:cNvPr>
              <p:cNvSpPr/>
              <p:nvPr/>
            </p:nvSpPr>
            <p:spPr>
              <a:xfrm>
                <a:off x="4778820" y="5927815"/>
                <a:ext cx="7821" cy="4795"/>
              </a:xfrm>
              <a:custGeom>
                <a:avLst/>
                <a:gdLst>
                  <a:gd name="connsiteX0" fmla="*/ 4023 w 7821"/>
                  <a:gd name="connsiteY0" fmla="*/ 1886 h 4795"/>
                  <a:gd name="connsiteX1" fmla="*/ 0 w 7821"/>
                  <a:gd name="connsiteY1" fmla="*/ 4778 h 4795"/>
                  <a:gd name="connsiteX2" fmla="*/ 4023 w 7821"/>
                  <a:gd name="connsiteY2" fmla="*/ 1886 h 4795"/>
                </a:gdLst>
                <a:ahLst/>
                <a:cxnLst>
                  <a:cxn ang="0">
                    <a:pos x="connsiteX0" y="connsiteY0"/>
                  </a:cxn>
                  <a:cxn ang="0">
                    <a:pos x="connsiteX1" y="connsiteY1"/>
                  </a:cxn>
                  <a:cxn ang="0">
                    <a:pos x="connsiteX2" y="connsiteY2"/>
                  </a:cxn>
                </a:cxnLst>
                <a:rect l="l" t="t" r="r" b="b"/>
                <a:pathLst>
                  <a:path w="7821" h="4795">
                    <a:moveTo>
                      <a:pt x="4023" y="1886"/>
                    </a:moveTo>
                    <a:cubicBezTo>
                      <a:pt x="1892" y="3172"/>
                      <a:pt x="91" y="4457"/>
                      <a:pt x="0" y="4778"/>
                    </a:cubicBezTo>
                    <a:cubicBezTo>
                      <a:pt x="1240" y="5246"/>
                      <a:pt x="14030" y="-3806"/>
                      <a:pt x="4023" y="188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7" name="Freeform: Shape 546">
                <a:extLst>
                  <a:ext uri="{FF2B5EF4-FFF2-40B4-BE49-F238E27FC236}">
                    <a16:creationId xmlns:a16="http://schemas.microsoft.com/office/drawing/2014/main" id="{8975F497-8505-E7D9-BDAC-8A5C12BB859B}"/>
                  </a:ext>
                </a:extLst>
              </p:cNvPr>
              <p:cNvSpPr/>
              <p:nvPr/>
            </p:nvSpPr>
            <p:spPr>
              <a:xfrm>
                <a:off x="4797628" y="5858560"/>
                <a:ext cx="7396" cy="3738"/>
              </a:xfrm>
              <a:custGeom>
                <a:avLst/>
                <a:gdLst>
                  <a:gd name="connsiteX0" fmla="*/ 3818 w 7396"/>
                  <a:gd name="connsiteY0" fmla="*/ 1275 h 3738"/>
                  <a:gd name="connsiteX1" fmla="*/ 0 w 7396"/>
                  <a:gd name="connsiteY1" fmla="*/ 3669 h 3738"/>
                  <a:gd name="connsiteX2" fmla="*/ 3818 w 7396"/>
                  <a:gd name="connsiteY2" fmla="*/ 1275 h 3738"/>
                </a:gdLst>
                <a:ahLst/>
                <a:cxnLst>
                  <a:cxn ang="0">
                    <a:pos x="connsiteX0" y="connsiteY0"/>
                  </a:cxn>
                  <a:cxn ang="0">
                    <a:pos x="connsiteX1" y="connsiteY1"/>
                  </a:cxn>
                  <a:cxn ang="0">
                    <a:pos x="connsiteX2" y="connsiteY2"/>
                  </a:cxn>
                </a:cxnLst>
                <a:rect l="l" t="t" r="r" b="b"/>
                <a:pathLst>
                  <a:path w="7396" h="3738">
                    <a:moveTo>
                      <a:pt x="3818" y="1275"/>
                    </a:moveTo>
                    <a:cubicBezTo>
                      <a:pt x="1795" y="2246"/>
                      <a:pt x="86" y="3315"/>
                      <a:pt x="0" y="3669"/>
                    </a:cubicBezTo>
                    <a:cubicBezTo>
                      <a:pt x="1212" y="4526"/>
                      <a:pt x="13242" y="-2880"/>
                      <a:pt x="3818" y="12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8" name="Freeform: Shape 547">
                <a:extLst>
                  <a:ext uri="{FF2B5EF4-FFF2-40B4-BE49-F238E27FC236}">
                    <a16:creationId xmlns:a16="http://schemas.microsoft.com/office/drawing/2014/main" id="{1860AA0E-53E6-2DF9-25B1-511A5646484B}"/>
                  </a:ext>
                </a:extLst>
              </p:cNvPr>
              <p:cNvSpPr/>
              <p:nvPr/>
            </p:nvSpPr>
            <p:spPr>
              <a:xfrm>
                <a:off x="4702450" y="6311803"/>
                <a:ext cx="8789" cy="4179"/>
              </a:xfrm>
              <a:custGeom>
                <a:avLst/>
                <a:gdLst>
                  <a:gd name="connsiteX0" fmla="*/ 4601 w 8789"/>
                  <a:gd name="connsiteY0" fmla="*/ 860 h 4179"/>
                  <a:gd name="connsiteX1" fmla="*/ 0 w 8789"/>
                  <a:gd name="connsiteY1" fmla="*/ 3774 h 4179"/>
                  <a:gd name="connsiteX2" fmla="*/ 4601 w 8789"/>
                  <a:gd name="connsiteY2" fmla="*/ 860 h 4179"/>
                </a:gdLst>
                <a:ahLst/>
                <a:cxnLst>
                  <a:cxn ang="0">
                    <a:pos x="connsiteX0" y="connsiteY0"/>
                  </a:cxn>
                  <a:cxn ang="0">
                    <a:pos x="connsiteX1" y="connsiteY1"/>
                  </a:cxn>
                  <a:cxn ang="0">
                    <a:pos x="connsiteX2" y="connsiteY2"/>
                  </a:cxn>
                </a:cxnLst>
                <a:rect l="l" t="t" r="r" b="b"/>
                <a:pathLst>
                  <a:path w="8789" h="4179">
                    <a:moveTo>
                      <a:pt x="4601" y="860"/>
                    </a:moveTo>
                    <a:cubicBezTo>
                      <a:pt x="2195" y="1791"/>
                      <a:pt x="132" y="3100"/>
                      <a:pt x="0" y="3774"/>
                    </a:cubicBezTo>
                    <a:cubicBezTo>
                      <a:pt x="1526" y="6129"/>
                      <a:pt x="15648" y="-2707"/>
                      <a:pt x="4601" y="8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49" name="Freeform: Shape 548">
                <a:extLst>
                  <a:ext uri="{FF2B5EF4-FFF2-40B4-BE49-F238E27FC236}">
                    <a16:creationId xmlns:a16="http://schemas.microsoft.com/office/drawing/2014/main" id="{A419E3FC-E94E-879F-7D30-1800D7E0E812}"/>
                  </a:ext>
                </a:extLst>
              </p:cNvPr>
              <p:cNvSpPr/>
              <p:nvPr/>
            </p:nvSpPr>
            <p:spPr>
              <a:xfrm>
                <a:off x="4732701" y="6139736"/>
                <a:ext cx="8286" cy="5759"/>
              </a:xfrm>
              <a:custGeom>
                <a:avLst/>
                <a:gdLst>
                  <a:gd name="connsiteX0" fmla="*/ 4382 w 8286"/>
                  <a:gd name="connsiteY0" fmla="*/ 1494 h 5759"/>
                  <a:gd name="connsiteX1" fmla="*/ 3896 w 8286"/>
                  <a:gd name="connsiteY1" fmla="*/ 4288 h 5759"/>
                  <a:gd name="connsiteX2" fmla="*/ 4382 w 8286"/>
                  <a:gd name="connsiteY2" fmla="*/ 1494 h 5759"/>
                </a:gdLst>
                <a:ahLst/>
                <a:cxnLst>
                  <a:cxn ang="0">
                    <a:pos x="connsiteX0" y="connsiteY0"/>
                  </a:cxn>
                  <a:cxn ang="0">
                    <a:pos x="connsiteX1" y="connsiteY1"/>
                  </a:cxn>
                  <a:cxn ang="0">
                    <a:pos x="connsiteX2" y="connsiteY2"/>
                  </a:cxn>
                </a:cxnLst>
                <a:rect l="l" t="t" r="r" b="b"/>
                <a:pathLst>
                  <a:path w="8286" h="5759">
                    <a:moveTo>
                      <a:pt x="4382" y="1494"/>
                    </a:moveTo>
                    <a:cubicBezTo>
                      <a:pt x="73" y="3871"/>
                      <a:pt x="-2608" y="7969"/>
                      <a:pt x="3896" y="4288"/>
                    </a:cubicBezTo>
                    <a:cubicBezTo>
                      <a:pt x="8217" y="1911"/>
                      <a:pt x="10897" y="-2238"/>
                      <a:pt x="438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0" name="Freeform: Shape 549">
                <a:extLst>
                  <a:ext uri="{FF2B5EF4-FFF2-40B4-BE49-F238E27FC236}">
                    <a16:creationId xmlns:a16="http://schemas.microsoft.com/office/drawing/2014/main" id="{F5FBA9E2-04AD-7249-650E-7169EEF666F7}"/>
                  </a:ext>
                </a:extLst>
              </p:cNvPr>
              <p:cNvSpPr/>
              <p:nvPr/>
            </p:nvSpPr>
            <p:spPr>
              <a:xfrm>
                <a:off x="4687412" y="6398332"/>
                <a:ext cx="8743" cy="4856"/>
              </a:xfrm>
              <a:custGeom>
                <a:avLst/>
                <a:gdLst>
                  <a:gd name="connsiteX0" fmla="*/ 4637 w 8743"/>
                  <a:gd name="connsiteY0" fmla="*/ 278 h 4856"/>
                  <a:gd name="connsiteX1" fmla="*/ 4099 w 8743"/>
                  <a:gd name="connsiteY1" fmla="*/ 4599 h 4856"/>
                  <a:gd name="connsiteX2" fmla="*/ 4637 w 8743"/>
                  <a:gd name="connsiteY2" fmla="*/ 278 h 4856"/>
                </a:gdLst>
                <a:ahLst/>
                <a:cxnLst>
                  <a:cxn ang="0">
                    <a:pos x="connsiteX0" y="connsiteY0"/>
                  </a:cxn>
                  <a:cxn ang="0">
                    <a:pos x="connsiteX1" y="connsiteY1"/>
                  </a:cxn>
                  <a:cxn ang="0">
                    <a:pos x="connsiteX2" y="connsiteY2"/>
                  </a:cxn>
                </a:cxnLst>
                <a:rect l="l" t="t" r="r" b="b"/>
                <a:pathLst>
                  <a:path w="8743" h="4856">
                    <a:moveTo>
                      <a:pt x="4637" y="278"/>
                    </a:moveTo>
                    <a:cubicBezTo>
                      <a:pt x="-244" y="1268"/>
                      <a:pt x="-2501" y="6000"/>
                      <a:pt x="4099" y="4599"/>
                    </a:cubicBezTo>
                    <a:cubicBezTo>
                      <a:pt x="8980" y="3656"/>
                      <a:pt x="11255" y="-1201"/>
                      <a:pt x="4637" y="2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1" name="Freeform: Shape 550">
                <a:extLst>
                  <a:ext uri="{FF2B5EF4-FFF2-40B4-BE49-F238E27FC236}">
                    <a16:creationId xmlns:a16="http://schemas.microsoft.com/office/drawing/2014/main" id="{7A830086-32A0-5251-3806-95FF2DFF0195}"/>
                  </a:ext>
                </a:extLst>
              </p:cNvPr>
              <p:cNvSpPr/>
              <p:nvPr/>
            </p:nvSpPr>
            <p:spPr>
              <a:xfrm>
                <a:off x="4670722" y="6540478"/>
                <a:ext cx="8929" cy="4200"/>
              </a:xfrm>
              <a:custGeom>
                <a:avLst/>
                <a:gdLst>
                  <a:gd name="connsiteX0" fmla="*/ 4742 w 8929"/>
                  <a:gd name="connsiteY0" fmla="*/ 19 h 4200"/>
                  <a:gd name="connsiteX1" fmla="*/ 4182 w 8929"/>
                  <a:gd name="connsiteY1" fmla="*/ 4174 h 4200"/>
                  <a:gd name="connsiteX2" fmla="*/ 4742 w 8929"/>
                  <a:gd name="connsiteY2" fmla="*/ 19 h 4200"/>
                </a:gdLst>
                <a:ahLst/>
                <a:cxnLst>
                  <a:cxn ang="0">
                    <a:pos x="connsiteX0" y="connsiteY0"/>
                  </a:cxn>
                  <a:cxn ang="0">
                    <a:pos x="connsiteX1" y="connsiteY1"/>
                  </a:cxn>
                  <a:cxn ang="0">
                    <a:pos x="connsiteX2" y="connsiteY2"/>
                  </a:cxn>
                </a:cxnLst>
                <a:rect l="l" t="t" r="r" b="b"/>
                <a:pathLst>
                  <a:path w="8929" h="4200">
                    <a:moveTo>
                      <a:pt x="4742" y="19"/>
                    </a:moveTo>
                    <a:cubicBezTo>
                      <a:pt x="-956" y="-313"/>
                      <a:pt x="-1967" y="3859"/>
                      <a:pt x="4182" y="4174"/>
                    </a:cubicBezTo>
                    <a:cubicBezTo>
                      <a:pt x="9909" y="4574"/>
                      <a:pt x="10880" y="299"/>
                      <a:pt x="4742"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2" name="Freeform: Shape 551">
                <a:extLst>
                  <a:ext uri="{FF2B5EF4-FFF2-40B4-BE49-F238E27FC236}">
                    <a16:creationId xmlns:a16="http://schemas.microsoft.com/office/drawing/2014/main" id="{E6AD4EEE-5172-7AB4-53AA-37D13CFE7FB0}"/>
                  </a:ext>
                </a:extLst>
              </p:cNvPr>
              <p:cNvSpPr/>
              <p:nvPr/>
            </p:nvSpPr>
            <p:spPr>
              <a:xfrm>
                <a:off x="4717435" y="6228244"/>
                <a:ext cx="8648" cy="5059"/>
              </a:xfrm>
              <a:custGeom>
                <a:avLst/>
                <a:gdLst>
                  <a:gd name="connsiteX0" fmla="*/ 4549 w 8648"/>
                  <a:gd name="connsiteY0" fmla="*/ 1082 h 5059"/>
                  <a:gd name="connsiteX1" fmla="*/ 0 w 8648"/>
                  <a:gd name="connsiteY1" fmla="*/ 4609 h 5059"/>
                  <a:gd name="connsiteX2" fmla="*/ 4549 w 8648"/>
                  <a:gd name="connsiteY2" fmla="*/ 1082 h 5059"/>
                </a:gdLst>
                <a:ahLst/>
                <a:cxnLst>
                  <a:cxn ang="0">
                    <a:pos x="connsiteX0" y="connsiteY0"/>
                  </a:cxn>
                  <a:cxn ang="0">
                    <a:pos x="connsiteX1" y="connsiteY1"/>
                  </a:cxn>
                  <a:cxn ang="0">
                    <a:pos x="connsiteX2" y="connsiteY2"/>
                  </a:cxn>
                </a:cxnLst>
                <a:rect l="l" t="t" r="r" b="b"/>
                <a:pathLst>
                  <a:path w="8648" h="5059">
                    <a:moveTo>
                      <a:pt x="4549" y="1082"/>
                    </a:moveTo>
                    <a:cubicBezTo>
                      <a:pt x="2177" y="2226"/>
                      <a:pt x="143" y="3803"/>
                      <a:pt x="0" y="4609"/>
                    </a:cubicBezTo>
                    <a:cubicBezTo>
                      <a:pt x="1612" y="7329"/>
                      <a:pt x="15333" y="-3324"/>
                      <a:pt x="4549" y="10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3" name="Freeform: Shape 552">
                <a:extLst>
                  <a:ext uri="{FF2B5EF4-FFF2-40B4-BE49-F238E27FC236}">
                    <a16:creationId xmlns:a16="http://schemas.microsoft.com/office/drawing/2014/main" id="{9A7E031E-D5C9-10F4-C121-7E92A909FAAA}"/>
                  </a:ext>
                </a:extLst>
              </p:cNvPr>
              <p:cNvSpPr/>
              <p:nvPr/>
            </p:nvSpPr>
            <p:spPr>
              <a:xfrm>
                <a:off x="4653884" y="6622992"/>
                <a:ext cx="9490" cy="2043"/>
              </a:xfrm>
              <a:custGeom>
                <a:avLst/>
                <a:gdLst>
                  <a:gd name="connsiteX0" fmla="*/ 4966 w 9490"/>
                  <a:gd name="connsiteY0" fmla="*/ 155 h 2043"/>
                  <a:gd name="connsiteX1" fmla="*/ 0 w 9490"/>
                  <a:gd name="connsiteY1" fmla="*/ 498 h 2043"/>
                  <a:gd name="connsiteX2" fmla="*/ 4966 w 9490"/>
                  <a:gd name="connsiteY2" fmla="*/ 155 h 2043"/>
                </a:gdLst>
                <a:ahLst/>
                <a:cxnLst>
                  <a:cxn ang="0">
                    <a:pos x="connsiteX0" y="connsiteY0"/>
                  </a:cxn>
                  <a:cxn ang="0">
                    <a:pos x="connsiteX1" y="connsiteY1"/>
                  </a:cxn>
                  <a:cxn ang="0">
                    <a:pos x="connsiteX2" y="connsiteY2"/>
                  </a:cxn>
                </a:cxnLst>
                <a:rect l="l" t="t" r="r" b="b"/>
                <a:pathLst>
                  <a:path w="9490" h="2043">
                    <a:moveTo>
                      <a:pt x="4966" y="155"/>
                    </a:moveTo>
                    <a:cubicBezTo>
                      <a:pt x="2377" y="-148"/>
                      <a:pt x="154" y="7"/>
                      <a:pt x="0" y="498"/>
                    </a:cubicBezTo>
                    <a:cubicBezTo>
                      <a:pt x="971" y="2904"/>
                      <a:pt x="17151" y="2275"/>
                      <a:pt x="4966" y="1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4" name="Freeform: Shape 553">
                <a:extLst>
                  <a:ext uri="{FF2B5EF4-FFF2-40B4-BE49-F238E27FC236}">
                    <a16:creationId xmlns:a16="http://schemas.microsoft.com/office/drawing/2014/main" id="{26DECF85-F700-AF80-0910-E53E35FBA1F5}"/>
                  </a:ext>
                </a:extLst>
              </p:cNvPr>
              <p:cNvSpPr/>
              <p:nvPr/>
            </p:nvSpPr>
            <p:spPr>
              <a:xfrm>
                <a:off x="4395697" y="7526146"/>
                <a:ext cx="12876" cy="5262"/>
              </a:xfrm>
              <a:custGeom>
                <a:avLst/>
                <a:gdLst>
                  <a:gd name="connsiteX0" fmla="*/ 7092 w 12876"/>
                  <a:gd name="connsiteY0" fmla="*/ 0 h 5262"/>
                  <a:gd name="connsiteX1" fmla="*/ 0 w 12876"/>
                  <a:gd name="connsiteY1" fmla="*/ 2521 h 5262"/>
                  <a:gd name="connsiteX2" fmla="*/ 7092 w 12876"/>
                  <a:gd name="connsiteY2" fmla="*/ 0 h 5262"/>
                </a:gdLst>
                <a:ahLst/>
                <a:cxnLst>
                  <a:cxn ang="0">
                    <a:pos x="connsiteX0" y="connsiteY0"/>
                  </a:cxn>
                  <a:cxn ang="0">
                    <a:pos x="connsiteX1" y="connsiteY1"/>
                  </a:cxn>
                  <a:cxn ang="0">
                    <a:pos x="connsiteX2" y="connsiteY2"/>
                  </a:cxn>
                </a:cxnLst>
                <a:rect l="l" t="t" r="r" b="b"/>
                <a:pathLst>
                  <a:path w="12876" h="5262">
                    <a:moveTo>
                      <a:pt x="7092" y="0"/>
                    </a:moveTo>
                    <a:cubicBezTo>
                      <a:pt x="4658" y="57"/>
                      <a:pt x="869" y="451"/>
                      <a:pt x="0" y="2521"/>
                    </a:cubicBezTo>
                    <a:cubicBezTo>
                      <a:pt x="2640" y="9516"/>
                      <a:pt x="22460" y="1046"/>
                      <a:pt x="70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5" name="Freeform: Shape 554">
                <a:extLst>
                  <a:ext uri="{FF2B5EF4-FFF2-40B4-BE49-F238E27FC236}">
                    <a16:creationId xmlns:a16="http://schemas.microsoft.com/office/drawing/2014/main" id="{3535F8E9-3AA6-0CCC-7FCA-D4920E074341}"/>
                  </a:ext>
                </a:extLst>
              </p:cNvPr>
              <p:cNvSpPr/>
              <p:nvPr/>
            </p:nvSpPr>
            <p:spPr>
              <a:xfrm>
                <a:off x="4611513" y="5882201"/>
                <a:ext cx="6878" cy="2048"/>
              </a:xfrm>
              <a:custGeom>
                <a:avLst/>
                <a:gdLst>
                  <a:gd name="connsiteX0" fmla="*/ 3806 w 6878"/>
                  <a:gd name="connsiteY0" fmla="*/ 185 h 2048"/>
                  <a:gd name="connsiteX1" fmla="*/ 0 w 6878"/>
                  <a:gd name="connsiteY1" fmla="*/ 1592 h 2048"/>
                  <a:gd name="connsiteX2" fmla="*/ 3806 w 6878"/>
                  <a:gd name="connsiteY2" fmla="*/ 185 h 2048"/>
                </a:gdLst>
                <a:ahLst/>
                <a:cxnLst>
                  <a:cxn ang="0">
                    <a:pos x="connsiteX0" y="connsiteY0"/>
                  </a:cxn>
                  <a:cxn ang="0">
                    <a:pos x="connsiteX1" y="connsiteY1"/>
                  </a:cxn>
                  <a:cxn ang="0">
                    <a:pos x="connsiteX2" y="connsiteY2"/>
                  </a:cxn>
                </a:cxnLst>
                <a:rect l="l" t="t" r="r" b="b"/>
                <a:pathLst>
                  <a:path w="6878" h="2048">
                    <a:moveTo>
                      <a:pt x="3806" y="185"/>
                    </a:moveTo>
                    <a:cubicBezTo>
                      <a:pt x="2560" y="454"/>
                      <a:pt x="606" y="791"/>
                      <a:pt x="0" y="1592"/>
                    </a:cubicBezTo>
                    <a:cubicBezTo>
                      <a:pt x="1972" y="3426"/>
                      <a:pt x="11767" y="-929"/>
                      <a:pt x="3806" y="1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6" name="Freeform: Shape 555">
                <a:extLst>
                  <a:ext uri="{FF2B5EF4-FFF2-40B4-BE49-F238E27FC236}">
                    <a16:creationId xmlns:a16="http://schemas.microsoft.com/office/drawing/2014/main" id="{B257C19E-DF10-66E6-8161-C8657D559ADF}"/>
                  </a:ext>
                </a:extLst>
              </p:cNvPr>
              <p:cNvSpPr/>
              <p:nvPr/>
            </p:nvSpPr>
            <p:spPr>
              <a:xfrm>
                <a:off x="4397223" y="6600412"/>
                <a:ext cx="9493" cy="1896"/>
              </a:xfrm>
              <a:custGeom>
                <a:avLst/>
                <a:gdLst>
                  <a:gd name="connsiteX0" fmla="*/ 5081 w 9493"/>
                  <a:gd name="connsiteY0" fmla="*/ 29 h 1896"/>
                  <a:gd name="connsiteX1" fmla="*/ 0 w 9493"/>
                  <a:gd name="connsiteY1" fmla="*/ 727 h 1896"/>
                  <a:gd name="connsiteX2" fmla="*/ 5081 w 9493"/>
                  <a:gd name="connsiteY2" fmla="*/ 29 h 1896"/>
                </a:gdLst>
                <a:ahLst/>
                <a:cxnLst>
                  <a:cxn ang="0">
                    <a:pos x="connsiteX0" y="connsiteY0"/>
                  </a:cxn>
                  <a:cxn ang="0">
                    <a:pos x="connsiteX1" y="connsiteY1"/>
                  </a:cxn>
                  <a:cxn ang="0">
                    <a:pos x="connsiteX2" y="connsiteY2"/>
                  </a:cxn>
                </a:cxnLst>
                <a:rect l="l" t="t" r="r" b="b"/>
                <a:pathLst>
                  <a:path w="9493" h="1896">
                    <a:moveTo>
                      <a:pt x="5081" y="29"/>
                    </a:moveTo>
                    <a:cubicBezTo>
                      <a:pt x="2486" y="-102"/>
                      <a:pt x="211" y="218"/>
                      <a:pt x="0" y="727"/>
                    </a:cubicBezTo>
                    <a:cubicBezTo>
                      <a:pt x="897" y="3121"/>
                      <a:pt x="17082" y="1298"/>
                      <a:pt x="5081"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7" name="Freeform: Shape 556">
                <a:extLst>
                  <a:ext uri="{FF2B5EF4-FFF2-40B4-BE49-F238E27FC236}">
                    <a16:creationId xmlns:a16="http://schemas.microsoft.com/office/drawing/2014/main" id="{3AE2C4F3-8F99-6F44-4869-750DD8538E7C}"/>
                  </a:ext>
                </a:extLst>
              </p:cNvPr>
              <p:cNvSpPr/>
              <p:nvPr/>
            </p:nvSpPr>
            <p:spPr>
              <a:xfrm>
                <a:off x="4320985" y="6676244"/>
                <a:ext cx="10330" cy="741"/>
              </a:xfrm>
              <a:custGeom>
                <a:avLst/>
                <a:gdLst>
                  <a:gd name="connsiteX0" fmla="*/ 5544 w 10330"/>
                  <a:gd name="connsiteY0" fmla="*/ 7 h 741"/>
                  <a:gd name="connsiteX1" fmla="*/ 0 w 10330"/>
                  <a:gd name="connsiteY1" fmla="*/ 304 h 741"/>
                  <a:gd name="connsiteX2" fmla="*/ 5544 w 10330"/>
                  <a:gd name="connsiteY2" fmla="*/ 7 h 741"/>
                </a:gdLst>
                <a:ahLst/>
                <a:cxnLst>
                  <a:cxn ang="0">
                    <a:pos x="connsiteX0" y="connsiteY0"/>
                  </a:cxn>
                  <a:cxn ang="0">
                    <a:pos x="connsiteX1" y="connsiteY1"/>
                  </a:cxn>
                  <a:cxn ang="0">
                    <a:pos x="connsiteX2" y="connsiteY2"/>
                  </a:cxn>
                </a:cxnLst>
                <a:rect l="l" t="t" r="r" b="b"/>
                <a:pathLst>
                  <a:path w="10330" h="741">
                    <a:moveTo>
                      <a:pt x="5544" y="7"/>
                    </a:moveTo>
                    <a:cubicBezTo>
                      <a:pt x="2732" y="-33"/>
                      <a:pt x="251" y="104"/>
                      <a:pt x="0" y="304"/>
                    </a:cubicBezTo>
                    <a:cubicBezTo>
                      <a:pt x="914" y="1230"/>
                      <a:pt x="18597" y="470"/>
                      <a:pt x="5544"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8" name="Freeform: Shape 557">
                <a:extLst>
                  <a:ext uri="{FF2B5EF4-FFF2-40B4-BE49-F238E27FC236}">
                    <a16:creationId xmlns:a16="http://schemas.microsoft.com/office/drawing/2014/main" id="{343959FB-E8F1-28D3-25DE-4CC5935343C1}"/>
                  </a:ext>
                </a:extLst>
              </p:cNvPr>
              <p:cNvSpPr/>
              <p:nvPr/>
            </p:nvSpPr>
            <p:spPr>
              <a:xfrm>
                <a:off x="4230937" y="6880127"/>
                <a:ext cx="10892" cy="3624"/>
              </a:xfrm>
              <a:custGeom>
                <a:avLst/>
                <a:gdLst>
                  <a:gd name="connsiteX0" fmla="*/ 5986 w 10892"/>
                  <a:gd name="connsiteY0" fmla="*/ 7 h 3624"/>
                  <a:gd name="connsiteX1" fmla="*/ 4912 w 10892"/>
                  <a:gd name="connsiteY1" fmla="*/ 3618 h 3624"/>
                  <a:gd name="connsiteX2" fmla="*/ 5986 w 10892"/>
                  <a:gd name="connsiteY2" fmla="*/ 7 h 3624"/>
                </a:gdLst>
                <a:ahLst/>
                <a:cxnLst>
                  <a:cxn ang="0">
                    <a:pos x="connsiteX0" y="connsiteY0"/>
                  </a:cxn>
                  <a:cxn ang="0">
                    <a:pos x="connsiteX1" y="connsiteY1"/>
                  </a:cxn>
                  <a:cxn ang="0">
                    <a:pos x="connsiteX2" y="connsiteY2"/>
                  </a:cxn>
                </a:cxnLst>
                <a:rect l="l" t="t" r="r" b="b"/>
                <a:pathLst>
                  <a:path w="10892" h="3624">
                    <a:moveTo>
                      <a:pt x="5986" y="7"/>
                    </a:moveTo>
                    <a:cubicBezTo>
                      <a:pt x="-455" y="-177"/>
                      <a:pt x="-2958" y="3504"/>
                      <a:pt x="4912" y="3618"/>
                    </a:cubicBezTo>
                    <a:cubicBezTo>
                      <a:pt x="11352" y="3801"/>
                      <a:pt x="13844" y="120"/>
                      <a:pt x="598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59" name="Freeform: Shape 558">
                <a:extLst>
                  <a:ext uri="{FF2B5EF4-FFF2-40B4-BE49-F238E27FC236}">
                    <a16:creationId xmlns:a16="http://schemas.microsoft.com/office/drawing/2014/main" id="{7474E1E1-98A7-364A-49CD-980C7A2AA6A5}"/>
                  </a:ext>
                </a:extLst>
              </p:cNvPr>
              <p:cNvSpPr/>
              <p:nvPr/>
            </p:nvSpPr>
            <p:spPr>
              <a:xfrm>
                <a:off x="4373209" y="6640241"/>
                <a:ext cx="9770" cy="947"/>
              </a:xfrm>
              <a:custGeom>
                <a:avLst/>
                <a:gdLst>
                  <a:gd name="connsiteX0" fmla="*/ 5224 w 9770"/>
                  <a:gd name="connsiteY0" fmla="*/ 46 h 947"/>
                  <a:gd name="connsiteX1" fmla="*/ 0 w 9770"/>
                  <a:gd name="connsiteY1" fmla="*/ 280 h 947"/>
                  <a:gd name="connsiteX2" fmla="*/ 5224 w 9770"/>
                  <a:gd name="connsiteY2" fmla="*/ 46 h 947"/>
                </a:gdLst>
                <a:ahLst/>
                <a:cxnLst>
                  <a:cxn ang="0">
                    <a:pos x="connsiteX0" y="connsiteY0"/>
                  </a:cxn>
                  <a:cxn ang="0">
                    <a:pos x="connsiteX1" y="connsiteY1"/>
                  </a:cxn>
                  <a:cxn ang="0">
                    <a:pos x="connsiteX2" y="connsiteY2"/>
                  </a:cxn>
                </a:cxnLst>
                <a:rect l="l" t="t" r="r" b="b"/>
                <a:pathLst>
                  <a:path w="9770" h="947">
                    <a:moveTo>
                      <a:pt x="5224" y="46"/>
                    </a:moveTo>
                    <a:cubicBezTo>
                      <a:pt x="2560" y="-69"/>
                      <a:pt x="223" y="40"/>
                      <a:pt x="0" y="280"/>
                    </a:cubicBezTo>
                    <a:cubicBezTo>
                      <a:pt x="897" y="1423"/>
                      <a:pt x="17596" y="932"/>
                      <a:pt x="5224"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0" name="Freeform: Shape 559">
                <a:extLst>
                  <a:ext uri="{FF2B5EF4-FFF2-40B4-BE49-F238E27FC236}">
                    <a16:creationId xmlns:a16="http://schemas.microsoft.com/office/drawing/2014/main" id="{964222C2-8089-47A7-05AF-BADD83965D1C}"/>
                  </a:ext>
                </a:extLst>
              </p:cNvPr>
              <p:cNvSpPr/>
              <p:nvPr/>
            </p:nvSpPr>
            <p:spPr>
              <a:xfrm>
                <a:off x="4347823" y="6659422"/>
                <a:ext cx="10091" cy="564"/>
              </a:xfrm>
              <a:custGeom>
                <a:avLst/>
                <a:gdLst>
                  <a:gd name="connsiteX0" fmla="*/ 5378 w 10091"/>
                  <a:gd name="connsiteY0" fmla="*/ 38 h 564"/>
                  <a:gd name="connsiteX1" fmla="*/ 0 w 10091"/>
                  <a:gd name="connsiteY1" fmla="*/ 147 h 564"/>
                  <a:gd name="connsiteX2" fmla="*/ 5378 w 10091"/>
                  <a:gd name="connsiteY2" fmla="*/ 38 h 564"/>
                </a:gdLst>
                <a:ahLst/>
                <a:cxnLst>
                  <a:cxn ang="0">
                    <a:pos x="connsiteX0" y="connsiteY0"/>
                  </a:cxn>
                  <a:cxn ang="0">
                    <a:pos x="connsiteX1" y="connsiteY1"/>
                  </a:cxn>
                  <a:cxn ang="0">
                    <a:pos x="connsiteX2" y="connsiteY2"/>
                  </a:cxn>
                </a:cxnLst>
                <a:rect l="l" t="t" r="r" b="b"/>
                <a:pathLst>
                  <a:path w="10091" h="564">
                    <a:moveTo>
                      <a:pt x="5378" y="38"/>
                    </a:moveTo>
                    <a:cubicBezTo>
                      <a:pt x="2640" y="-42"/>
                      <a:pt x="234" y="9"/>
                      <a:pt x="0" y="147"/>
                    </a:cubicBezTo>
                    <a:cubicBezTo>
                      <a:pt x="829" y="792"/>
                      <a:pt x="18225" y="638"/>
                      <a:pt x="5378"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1" name="Freeform: Shape 560">
                <a:extLst>
                  <a:ext uri="{FF2B5EF4-FFF2-40B4-BE49-F238E27FC236}">
                    <a16:creationId xmlns:a16="http://schemas.microsoft.com/office/drawing/2014/main" id="{54AD45C3-648A-B17F-1977-B6E2164F63CC}"/>
                  </a:ext>
                </a:extLst>
              </p:cNvPr>
              <p:cNvSpPr/>
              <p:nvPr/>
            </p:nvSpPr>
            <p:spPr>
              <a:xfrm>
                <a:off x="4262607" y="6775812"/>
                <a:ext cx="10892" cy="3049"/>
              </a:xfrm>
              <a:custGeom>
                <a:avLst/>
                <a:gdLst>
                  <a:gd name="connsiteX0" fmla="*/ 5898 w 10892"/>
                  <a:gd name="connsiteY0" fmla="*/ 0 h 3049"/>
                  <a:gd name="connsiteX1" fmla="*/ 0 w 10892"/>
                  <a:gd name="connsiteY1" fmla="*/ 1503 h 3049"/>
                  <a:gd name="connsiteX2" fmla="*/ 5898 w 10892"/>
                  <a:gd name="connsiteY2" fmla="*/ 0 h 3049"/>
                </a:gdLst>
                <a:ahLst/>
                <a:cxnLst>
                  <a:cxn ang="0">
                    <a:pos x="connsiteX0" y="connsiteY0"/>
                  </a:cxn>
                  <a:cxn ang="0">
                    <a:pos x="connsiteX1" y="connsiteY1"/>
                  </a:cxn>
                  <a:cxn ang="0">
                    <a:pos x="connsiteX2" y="connsiteY2"/>
                  </a:cxn>
                </a:cxnLst>
                <a:rect l="l" t="t" r="r" b="b"/>
                <a:pathLst>
                  <a:path w="10892" h="3049">
                    <a:moveTo>
                      <a:pt x="5898" y="0"/>
                    </a:moveTo>
                    <a:cubicBezTo>
                      <a:pt x="2920" y="6"/>
                      <a:pt x="280" y="675"/>
                      <a:pt x="0" y="1503"/>
                    </a:cubicBezTo>
                    <a:cubicBezTo>
                      <a:pt x="994" y="5343"/>
                      <a:pt x="19551" y="937"/>
                      <a:pt x="58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2" name="Freeform: Shape 561">
                <a:extLst>
                  <a:ext uri="{FF2B5EF4-FFF2-40B4-BE49-F238E27FC236}">
                    <a16:creationId xmlns:a16="http://schemas.microsoft.com/office/drawing/2014/main" id="{EF0025EE-6566-9C73-8980-0C1AB07FE4A1}"/>
                  </a:ext>
                </a:extLst>
              </p:cNvPr>
              <p:cNvSpPr/>
              <p:nvPr/>
            </p:nvSpPr>
            <p:spPr>
              <a:xfrm>
                <a:off x="4122291" y="7241256"/>
                <a:ext cx="12012" cy="4406"/>
              </a:xfrm>
              <a:custGeom>
                <a:avLst/>
                <a:gdLst>
                  <a:gd name="connsiteX0" fmla="*/ 6664 w 12012"/>
                  <a:gd name="connsiteY0" fmla="*/ 8 h 4406"/>
                  <a:gd name="connsiteX1" fmla="*/ 5355 w 12012"/>
                  <a:gd name="connsiteY1" fmla="*/ 4398 h 4406"/>
                  <a:gd name="connsiteX2" fmla="*/ 6664 w 12012"/>
                  <a:gd name="connsiteY2" fmla="*/ 8 h 4406"/>
                </a:gdLst>
                <a:ahLst/>
                <a:cxnLst>
                  <a:cxn ang="0">
                    <a:pos x="connsiteX0" y="connsiteY0"/>
                  </a:cxn>
                  <a:cxn ang="0">
                    <a:pos x="connsiteX1" y="connsiteY1"/>
                  </a:cxn>
                  <a:cxn ang="0">
                    <a:pos x="connsiteX2" y="connsiteY2"/>
                  </a:cxn>
                </a:cxnLst>
                <a:rect l="l" t="t" r="r" b="b"/>
                <a:pathLst>
                  <a:path w="12012" h="4406">
                    <a:moveTo>
                      <a:pt x="6664" y="8"/>
                    </a:moveTo>
                    <a:cubicBezTo>
                      <a:pt x="-365" y="-220"/>
                      <a:pt x="-3354" y="4249"/>
                      <a:pt x="5355" y="4398"/>
                    </a:cubicBezTo>
                    <a:cubicBezTo>
                      <a:pt x="12385" y="4626"/>
                      <a:pt x="15357" y="157"/>
                      <a:pt x="666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3" name="Freeform: Shape 562">
                <a:extLst>
                  <a:ext uri="{FF2B5EF4-FFF2-40B4-BE49-F238E27FC236}">
                    <a16:creationId xmlns:a16="http://schemas.microsoft.com/office/drawing/2014/main" id="{58CED78B-FAF6-AB27-B94E-DC8D24F5E377}"/>
                  </a:ext>
                </a:extLst>
              </p:cNvPr>
              <p:cNvSpPr/>
              <p:nvPr/>
            </p:nvSpPr>
            <p:spPr>
              <a:xfrm>
                <a:off x="4080975" y="7378730"/>
                <a:ext cx="12442" cy="4721"/>
              </a:xfrm>
              <a:custGeom>
                <a:avLst/>
                <a:gdLst>
                  <a:gd name="connsiteX0" fmla="*/ 6924 w 12442"/>
                  <a:gd name="connsiteY0" fmla="*/ 9 h 4721"/>
                  <a:gd name="connsiteX1" fmla="*/ 5518 w 12442"/>
                  <a:gd name="connsiteY1" fmla="*/ 4713 h 4721"/>
                  <a:gd name="connsiteX2" fmla="*/ 6924 w 12442"/>
                  <a:gd name="connsiteY2" fmla="*/ 9 h 4721"/>
                </a:gdLst>
                <a:ahLst/>
                <a:cxnLst>
                  <a:cxn ang="0">
                    <a:pos x="connsiteX0" y="connsiteY0"/>
                  </a:cxn>
                  <a:cxn ang="0">
                    <a:pos x="connsiteX1" y="connsiteY1"/>
                  </a:cxn>
                  <a:cxn ang="0">
                    <a:pos x="connsiteX2" y="connsiteY2"/>
                  </a:cxn>
                </a:cxnLst>
                <a:rect l="l" t="t" r="r" b="b"/>
                <a:pathLst>
                  <a:path w="12442" h="4721">
                    <a:moveTo>
                      <a:pt x="6924" y="9"/>
                    </a:moveTo>
                    <a:cubicBezTo>
                      <a:pt x="-334" y="-237"/>
                      <a:pt x="-3500" y="4547"/>
                      <a:pt x="5518" y="4713"/>
                    </a:cubicBezTo>
                    <a:cubicBezTo>
                      <a:pt x="12782" y="4958"/>
                      <a:pt x="15937" y="175"/>
                      <a:pt x="692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4" name="Freeform: Shape 563">
                <a:extLst>
                  <a:ext uri="{FF2B5EF4-FFF2-40B4-BE49-F238E27FC236}">
                    <a16:creationId xmlns:a16="http://schemas.microsoft.com/office/drawing/2014/main" id="{F3108FF6-C0AA-7CD2-119F-5A83E55826DC}"/>
                  </a:ext>
                </a:extLst>
              </p:cNvPr>
              <p:cNvSpPr/>
              <p:nvPr/>
            </p:nvSpPr>
            <p:spPr>
              <a:xfrm>
                <a:off x="4197073" y="6992786"/>
                <a:ext cx="11244" cy="3855"/>
              </a:xfrm>
              <a:custGeom>
                <a:avLst/>
                <a:gdLst>
                  <a:gd name="connsiteX0" fmla="*/ 6200 w 11244"/>
                  <a:gd name="connsiteY0" fmla="*/ 7 h 3855"/>
                  <a:gd name="connsiteX1" fmla="*/ 5051 w 11244"/>
                  <a:gd name="connsiteY1" fmla="*/ 3848 h 3855"/>
                  <a:gd name="connsiteX2" fmla="*/ 6200 w 11244"/>
                  <a:gd name="connsiteY2" fmla="*/ 7 h 3855"/>
                </a:gdLst>
                <a:ahLst/>
                <a:cxnLst>
                  <a:cxn ang="0">
                    <a:pos x="connsiteX0" y="connsiteY0"/>
                  </a:cxn>
                  <a:cxn ang="0">
                    <a:pos x="connsiteX1" y="connsiteY1"/>
                  </a:cxn>
                  <a:cxn ang="0">
                    <a:pos x="connsiteX2" y="connsiteY2"/>
                  </a:cxn>
                </a:cxnLst>
                <a:rect l="l" t="t" r="r" b="b"/>
                <a:pathLst>
                  <a:path w="11244" h="3855">
                    <a:moveTo>
                      <a:pt x="6200" y="7"/>
                    </a:moveTo>
                    <a:cubicBezTo>
                      <a:pt x="-429" y="-193"/>
                      <a:pt x="-3081" y="3728"/>
                      <a:pt x="5051" y="3848"/>
                    </a:cubicBezTo>
                    <a:cubicBezTo>
                      <a:pt x="11675" y="4047"/>
                      <a:pt x="14321" y="133"/>
                      <a:pt x="6200"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5" name="Freeform: Shape 564">
                <a:extLst>
                  <a:ext uri="{FF2B5EF4-FFF2-40B4-BE49-F238E27FC236}">
                    <a16:creationId xmlns:a16="http://schemas.microsoft.com/office/drawing/2014/main" id="{FBFED003-B0DD-B40B-68FB-D4999B663B15}"/>
                  </a:ext>
                </a:extLst>
              </p:cNvPr>
              <p:cNvSpPr/>
              <p:nvPr/>
            </p:nvSpPr>
            <p:spPr>
              <a:xfrm>
                <a:off x="4160925" y="7112886"/>
                <a:ext cx="11615" cy="4118"/>
              </a:xfrm>
              <a:custGeom>
                <a:avLst/>
                <a:gdLst>
                  <a:gd name="connsiteX0" fmla="*/ 6424 w 11615"/>
                  <a:gd name="connsiteY0" fmla="*/ 8 h 4118"/>
                  <a:gd name="connsiteX1" fmla="*/ 5195 w 11615"/>
                  <a:gd name="connsiteY1" fmla="*/ 4111 h 4118"/>
                  <a:gd name="connsiteX2" fmla="*/ 6424 w 11615"/>
                  <a:gd name="connsiteY2" fmla="*/ 8 h 4118"/>
                </a:gdLst>
                <a:ahLst/>
                <a:cxnLst>
                  <a:cxn ang="0">
                    <a:pos x="connsiteX0" y="connsiteY0"/>
                  </a:cxn>
                  <a:cxn ang="0">
                    <a:pos x="connsiteX1" y="connsiteY1"/>
                  </a:cxn>
                  <a:cxn ang="0">
                    <a:pos x="connsiteX2" y="connsiteY2"/>
                  </a:cxn>
                </a:cxnLst>
                <a:rect l="l" t="t" r="r" b="b"/>
                <a:pathLst>
                  <a:path w="11615" h="4118">
                    <a:moveTo>
                      <a:pt x="6424" y="8"/>
                    </a:moveTo>
                    <a:cubicBezTo>
                      <a:pt x="-399" y="-204"/>
                      <a:pt x="-3211" y="3974"/>
                      <a:pt x="5195" y="4111"/>
                    </a:cubicBezTo>
                    <a:cubicBezTo>
                      <a:pt x="12019" y="4323"/>
                      <a:pt x="14820" y="145"/>
                      <a:pt x="642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6" name="Freeform: Shape 565">
                <a:extLst>
                  <a:ext uri="{FF2B5EF4-FFF2-40B4-BE49-F238E27FC236}">
                    <a16:creationId xmlns:a16="http://schemas.microsoft.com/office/drawing/2014/main" id="{A202E8C9-5ADF-7C43-449E-102390220E87}"/>
                  </a:ext>
                </a:extLst>
              </p:cNvPr>
              <p:cNvSpPr/>
              <p:nvPr/>
            </p:nvSpPr>
            <p:spPr>
              <a:xfrm>
                <a:off x="4292610" y="6708941"/>
                <a:ext cx="10580" cy="1589"/>
              </a:xfrm>
              <a:custGeom>
                <a:avLst/>
                <a:gdLst>
                  <a:gd name="connsiteX0" fmla="*/ 5715 w 10580"/>
                  <a:gd name="connsiteY0" fmla="*/ 0 h 1589"/>
                  <a:gd name="connsiteX1" fmla="*/ 0 w 10580"/>
                  <a:gd name="connsiteY1" fmla="*/ 772 h 1589"/>
                  <a:gd name="connsiteX2" fmla="*/ 5715 w 10580"/>
                  <a:gd name="connsiteY2" fmla="*/ 0 h 1589"/>
                </a:gdLst>
                <a:ahLst/>
                <a:cxnLst>
                  <a:cxn ang="0">
                    <a:pos x="connsiteX0" y="connsiteY0"/>
                  </a:cxn>
                  <a:cxn ang="0">
                    <a:pos x="connsiteX1" y="connsiteY1"/>
                  </a:cxn>
                  <a:cxn ang="0">
                    <a:pos x="connsiteX2" y="connsiteY2"/>
                  </a:cxn>
                </a:cxnLst>
                <a:rect l="l" t="t" r="r" b="b"/>
                <a:pathLst>
                  <a:path w="10580" h="1589">
                    <a:moveTo>
                      <a:pt x="5715" y="0"/>
                    </a:moveTo>
                    <a:cubicBezTo>
                      <a:pt x="2823" y="-6"/>
                      <a:pt x="269" y="338"/>
                      <a:pt x="0" y="772"/>
                    </a:cubicBezTo>
                    <a:cubicBezTo>
                      <a:pt x="1029" y="2766"/>
                      <a:pt x="18979" y="555"/>
                      <a:pt x="571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7" name="Freeform: Shape 566">
                <a:extLst>
                  <a:ext uri="{FF2B5EF4-FFF2-40B4-BE49-F238E27FC236}">
                    <a16:creationId xmlns:a16="http://schemas.microsoft.com/office/drawing/2014/main" id="{3724C8BB-81EB-1B42-20A2-93A97244333E}"/>
                  </a:ext>
                </a:extLst>
              </p:cNvPr>
              <p:cNvSpPr/>
              <p:nvPr/>
            </p:nvSpPr>
            <p:spPr>
              <a:xfrm>
                <a:off x="4568447" y="6023182"/>
                <a:ext cx="7462" cy="2425"/>
              </a:xfrm>
              <a:custGeom>
                <a:avLst/>
                <a:gdLst>
                  <a:gd name="connsiteX0" fmla="*/ 3981 w 7462"/>
                  <a:gd name="connsiteY0" fmla="*/ 422 h 2425"/>
                  <a:gd name="connsiteX1" fmla="*/ 3484 w 7462"/>
                  <a:gd name="connsiteY1" fmla="*/ 2022 h 2425"/>
                  <a:gd name="connsiteX2" fmla="*/ 3981 w 7462"/>
                  <a:gd name="connsiteY2" fmla="*/ 422 h 2425"/>
                </a:gdLst>
                <a:ahLst/>
                <a:cxnLst>
                  <a:cxn ang="0">
                    <a:pos x="connsiteX0" y="connsiteY0"/>
                  </a:cxn>
                  <a:cxn ang="0">
                    <a:pos x="connsiteX1" y="connsiteY1"/>
                  </a:cxn>
                  <a:cxn ang="0">
                    <a:pos x="connsiteX2" y="connsiteY2"/>
                  </a:cxn>
                </a:cxnLst>
                <a:rect l="l" t="t" r="r" b="b"/>
                <a:pathLst>
                  <a:path w="7462" h="2425">
                    <a:moveTo>
                      <a:pt x="3981" y="422"/>
                    </a:moveTo>
                    <a:cubicBezTo>
                      <a:pt x="-316" y="1330"/>
                      <a:pt x="-2048" y="3262"/>
                      <a:pt x="3484" y="2022"/>
                    </a:cubicBezTo>
                    <a:cubicBezTo>
                      <a:pt x="7765" y="1079"/>
                      <a:pt x="9519" y="-853"/>
                      <a:pt x="398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8" name="Freeform: Shape 567">
                <a:extLst>
                  <a:ext uri="{FF2B5EF4-FFF2-40B4-BE49-F238E27FC236}">
                    <a16:creationId xmlns:a16="http://schemas.microsoft.com/office/drawing/2014/main" id="{C4EEFAAF-936F-7855-8AD1-76BCE4EB0E4D}"/>
                  </a:ext>
                </a:extLst>
              </p:cNvPr>
              <p:cNvSpPr/>
              <p:nvPr/>
            </p:nvSpPr>
            <p:spPr>
              <a:xfrm>
                <a:off x="4552814" y="6072895"/>
                <a:ext cx="7907" cy="2747"/>
              </a:xfrm>
              <a:custGeom>
                <a:avLst/>
                <a:gdLst>
                  <a:gd name="connsiteX0" fmla="*/ 4183 w 7907"/>
                  <a:gd name="connsiteY0" fmla="*/ 521 h 2747"/>
                  <a:gd name="connsiteX1" fmla="*/ 0 w 7907"/>
                  <a:gd name="connsiteY1" fmla="*/ 2424 h 2747"/>
                  <a:gd name="connsiteX2" fmla="*/ 4183 w 7907"/>
                  <a:gd name="connsiteY2" fmla="*/ 521 h 2747"/>
                </a:gdLst>
                <a:ahLst/>
                <a:cxnLst>
                  <a:cxn ang="0">
                    <a:pos x="connsiteX0" y="connsiteY0"/>
                  </a:cxn>
                  <a:cxn ang="0">
                    <a:pos x="connsiteX1" y="connsiteY1"/>
                  </a:cxn>
                  <a:cxn ang="0">
                    <a:pos x="connsiteX2" y="connsiteY2"/>
                  </a:cxn>
                </a:cxnLst>
                <a:rect l="l" t="t" r="r" b="b"/>
                <a:pathLst>
                  <a:path w="7907" h="2747">
                    <a:moveTo>
                      <a:pt x="4183" y="521"/>
                    </a:moveTo>
                    <a:cubicBezTo>
                      <a:pt x="2017" y="1115"/>
                      <a:pt x="143" y="1955"/>
                      <a:pt x="0" y="2424"/>
                    </a:cubicBezTo>
                    <a:cubicBezTo>
                      <a:pt x="1137" y="4155"/>
                      <a:pt x="14127" y="-1731"/>
                      <a:pt x="4183" y="5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69" name="Freeform: Shape 568">
                <a:extLst>
                  <a:ext uri="{FF2B5EF4-FFF2-40B4-BE49-F238E27FC236}">
                    <a16:creationId xmlns:a16="http://schemas.microsoft.com/office/drawing/2014/main" id="{FB2415F4-8277-A8D9-4E95-36D7B53C7FE2}"/>
                  </a:ext>
                </a:extLst>
              </p:cNvPr>
              <p:cNvSpPr/>
              <p:nvPr/>
            </p:nvSpPr>
            <p:spPr>
              <a:xfrm>
                <a:off x="4536475" y="6126512"/>
                <a:ext cx="8097" cy="2978"/>
              </a:xfrm>
              <a:custGeom>
                <a:avLst/>
                <a:gdLst>
                  <a:gd name="connsiteX0" fmla="*/ 4292 w 8097"/>
                  <a:gd name="connsiteY0" fmla="*/ 562 h 2978"/>
                  <a:gd name="connsiteX1" fmla="*/ 0 w 8097"/>
                  <a:gd name="connsiteY1" fmla="*/ 2625 h 2978"/>
                  <a:gd name="connsiteX2" fmla="*/ 4292 w 8097"/>
                  <a:gd name="connsiteY2" fmla="*/ 562 h 2978"/>
                </a:gdLst>
                <a:ahLst/>
                <a:cxnLst>
                  <a:cxn ang="0">
                    <a:pos x="connsiteX0" y="connsiteY0"/>
                  </a:cxn>
                  <a:cxn ang="0">
                    <a:pos x="connsiteX1" y="connsiteY1"/>
                  </a:cxn>
                  <a:cxn ang="0">
                    <a:pos x="connsiteX2" y="connsiteY2"/>
                  </a:cxn>
                </a:cxnLst>
                <a:rect l="l" t="t" r="r" b="b"/>
                <a:pathLst>
                  <a:path w="8097" h="2978">
                    <a:moveTo>
                      <a:pt x="4292" y="562"/>
                    </a:moveTo>
                    <a:cubicBezTo>
                      <a:pt x="2075" y="1201"/>
                      <a:pt x="149" y="2116"/>
                      <a:pt x="0" y="2625"/>
                    </a:cubicBezTo>
                    <a:cubicBezTo>
                      <a:pt x="1183" y="4511"/>
                      <a:pt x="14453" y="-1873"/>
                      <a:pt x="4292"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0" name="Freeform: Shape 569">
                <a:extLst>
                  <a:ext uri="{FF2B5EF4-FFF2-40B4-BE49-F238E27FC236}">
                    <a16:creationId xmlns:a16="http://schemas.microsoft.com/office/drawing/2014/main" id="{06439A40-0A37-916B-2A5B-1DF88106776E}"/>
                  </a:ext>
                </a:extLst>
              </p:cNvPr>
              <p:cNvSpPr/>
              <p:nvPr/>
            </p:nvSpPr>
            <p:spPr>
              <a:xfrm>
                <a:off x="4420249" y="6530571"/>
                <a:ext cx="9260" cy="2683"/>
              </a:xfrm>
              <a:custGeom>
                <a:avLst/>
                <a:gdLst>
                  <a:gd name="connsiteX0" fmla="*/ 4961 w 9260"/>
                  <a:gd name="connsiteY0" fmla="*/ 11 h 2683"/>
                  <a:gd name="connsiteX1" fmla="*/ 0 w 9260"/>
                  <a:gd name="connsiteY1" fmla="*/ 1160 h 2683"/>
                  <a:gd name="connsiteX2" fmla="*/ 4961 w 9260"/>
                  <a:gd name="connsiteY2" fmla="*/ 11 h 2683"/>
                </a:gdLst>
                <a:ahLst/>
                <a:cxnLst>
                  <a:cxn ang="0">
                    <a:pos x="connsiteX0" y="connsiteY0"/>
                  </a:cxn>
                  <a:cxn ang="0">
                    <a:pos x="connsiteX1" y="connsiteY1"/>
                  </a:cxn>
                  <a:cxn ang="0">
                    <a:pos x="connsiteX2" y="connsiteY2"/>
                  </a:cxn>
                </a:cxnLst>
                <a:rect l="l" t="t" r="r" b="b"/>
                <a:pathLst>
                  <a:path w="9260" h="2683">
                    <a:moveTo>
                      <a:pt x="4961" y="11"/>
                    </a:moveTo>
                    <a:cubicBezTo>
                      <a:pt x="2429" y="-81"/>
                      <a:pt x="212" y="433"/>
                      <a:pt x="0" y="1160"/>
                    </a:cubicBezTo>
                    <a:cubicBezTo>
                      <a:pt x="892" y="4594"/>
                      <a:pt x="16654" y="1337"/>
                      <a:pt x="4961"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1" name="Freeform: Shape 570">
                <a:extLst>
                  <a:ext uri="{FF2B5EF4-FFF2-40B4-BE49-F238E27FC236}">
                    <a16:creationId xmlns:a16="http://schemas.microsoft.com/office/drawing/2014/main" id="{4765B2B3-A0BB-1C1C-0C9D-6A2A2CFFC2BC}"/>
                  </a:ext>
                </a:extLst>
              </p:cNvPr>
              <p:cNvSpPr/>
              <p:nvPr/>
            </p:nvSpPr>
            <p:spPr>
              <a:xfrm>
                <a:off x="4519427" y="6183874"/>
                <a:ext cx="8287" cy="2994"/>
              </a:xfrm>
              <a:custGeom>
                <a:avLst/>
                <a:gdLst>
                  <a:gd name="connsiteX0" fmla="*/ 4389 w 8287"/>
                  <a:gd name="connsiteY0" fmla="*/ 562 h 2994"/>
                  <a:gd name="connsiteX1" fmla="*/ 0 w 8287"/>
                  <a:gd name="connsiteY1" fmla="*/ 2636 h 2994"/>
                  <a:gd name="connsiteX2" fmla="*/ 4389 w 8287"/>
                  <a:gd name="connsiteY2" fmla="*/ 562 h 2994"/>
                </a:gdLst>
                <a:ahLst/>
                <a:cxnLst>
                  <a:cxn ang="0">
                    <a:pos x="connsiteX0" y="connsiteY0"/>
                  </a:cxn>
                  <a:cxn ang="0">
                    <a:pos x="connsiteX1" y="connsiteY1"/>
                  </a:cxn>
                  <a:cxn ang="0">
                    <a:pos x="connsiteX2" y="connsiteY2"/>
                  </a:cxn>
                </a:cxnLst>
                <a:rect l="l" t="t" r="r" b="b"/>
                <a:pathLst>
                  <a:path w="8287" h="2994">
                    <a:moveTo>
                      <a:pt x="4389" y="562"/>
                    </a:moveTo>
                    <a:cubicBezTo>
                      <a:pt x="2120" y="1202"/>
                      <a:pt x="154" y="2116"/>
                      <a:pt x="0" y="2636"/>
                    </a:cubicBezTo>
                    <a:cubicBezTo>
                      <a:pt x="1206" y="4540"/>
                      <a:pt x="14796" y="-1879"/>
                      <a:pt x="4389" y="5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2" name="Freeform: Shape 571">
                <a:extLst>
                  <a:ext uri="{FF2B5EF4-FFF2-40B4-BE49-F238E27FC236}">
                    <a16:creationId xmlns:a16="http://schemas.microsoft.com/office/drawing/2014/main" id="{617E0259-E8E1-FE5A-B94D-DA53113C19B4}"/>
                  </a:ext>
                </a:extLst>
              </p:cNvPr>
              <p:cNvSpPr/>
              <p:nvPr/>
            </p:nvSpPr>
            <p:spPr>
              <a:xfrm>
                <a:off x="4583321" y="5975843"/>
                <a:ext cx="7278" cy="2146"/>
              </a:xfrm>
              <a:custGeom>
                <a:avLst/>
                <a:gdLst>
                  <a:gd name="connsiteX0" fmla="*/ 3880 w 7278"/>
                  <a:gd name="connsiteY0" fmla="*/ 309 h 2146"/>
                  <a:gd name="connsiteX1" fmla="*/ 3400 w 7278"/>
                  <a:gd name="connsiteY1" fmla="*/ 1852 h 2146"/>
                  <a:gd name="connsiteX2" fmla="*/ 3880 w 7278"/>
                  <a:gd name="connsiteY2" fmla="*/ 309 h 2146"/>
                </a:gdLst>
                <a:ahLst/>
                <a:cxnLst>
                  <a:cxn ang="0">
                    <a:pos x="connsiteX0" y="connsiteY0"/>
                  </a:cxn>
                  <a:cxn ang="0">
                    <a:pos x="connsiteX1" y="connsiteY1"/>
                  </a:cxn>
                  <a:cxn ang="0">
                    <a:pos x="connsiteX2" y="connsiteY2"/>
                  </a:cxn>
                </a:cxnLst>
                <a:rect l="l" t="t" r="r" b="b"/>
                <a:pathLst>
                  <a:path w="7278" h="2146">
                    <a:moveTo>
                      <a:pt x="3880" y="309"/>
                    </a:moveTo>
                    <a:cubicBezTo>
                      <a:pt x="-355" y="1046"/>
                      <a:pt x="-1961" y="2852"/>
                      <a:pt x="3400" y="1852"/>
                    </a:cubicBezTo>
                    <a:cubicBezTo>
                      <a:pt x="7624" y="1086"/>
                      <a:pt x="9247" y="-720"/>
                      <a:pt x="3880" y="30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3" name="Freeform: Shape 572">
                <a:extLst>
                  <a:ext uri="{FF2B5EF4-FFF2-40B4-BE49-F238E27FC236}">
                    <a16:creationId xmlns:a16="http://schemas.microsoft.com/office/drawing/2014/main" id="{528B01A4-B0E7-07D2-1B0B-9E4AD20F4684}"/>
                  </a:ext>
                </a:extLst>
              </p:cNvPr>
              <p:cNvSpPr/>
              <p:nvPr/>
            </p:nvSpPr>
            <p:spPr>
              <a:xfrm>
                <a:off x="4482873" y="6311952"/>
                <a:ext cx="8373" cy="2722"/>
              </a:xfrm>
              <a:custGeom>
                <a:avLst/>
                <a:gdLst>
                  <a:gd name="connsiteX0" fmla="*/ 4505 w 8373"/>
                  <a:gd name="connsiteY0" fmla="*/ 247 h 2722"/>
                  <a:gd name="connsiteX1" fmla="*/ 3870 w 8373"/>
                  <a:gd name="connsiteY1" fmla="*/ 2494 h 2722"/>
                  <a:gd name="connsiteX2" fmla="*/ 4505 w 8373"/>
                  <a:gd name="connsiteY2" fmla="*/ 247 h 2722"/>
                </a:gdLst>
                <a:ahLst/>
                <a:cxnLst>
                  <a:cxn ang="0">
                    <a:pos x="connsiteX0" y="connsiteY0"/>
                  </a:cxn>
                  <a:cxn ang="0">
                    <a:pos x="connsiteX1" y="connsiteY1"/>
                  </a:cxn>
                  <a:cxn ang="0">
                    <a:pos x="connsiteX2" y="connsiteY2"/>
                  </a:cxn>
                </a:cxnLst>
                <a:rect l="l" t="t" r="r" b="b"/>
                <a:pathLst>
                  <a:path w="8373" h="2722">
                    <a:moveTo>
                      <a:pt x="4505" y="247"/>
                    </a:moveTo>
                    <a:cubicBezTo>
                      <a:pt x="-296" y="968"/>
                      <a:pt x="-2336" y="3488"/>
                      <a:pt x="3870" y="2494"/>
                    </a:cubicBezTo>
                    <a:cubicBezTo>
                      <a:pt x="8654" y="1767"/>
                      <a:pt x="10723" y="-799"/>
                      <a:pt x="4505" y="24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4" name="Freeform: Shape 573">
                <a:extLst>
                  <a:ext uri="{FF2B5EF4-FFF2-40B4-BE49-F238E27FC236}">
                    <a16:creationId xmlns:a16="http://schemas.microsoft.com/office/drawing/2014/main" id="{4D52087B-D1C7-351E-9500-64472199A74B}"/>
                  </a:ext>
                </a:extLst>
              </p:cNvPr>
              <p:cNvSpPr/>
              <p:nvPr/>
            </p:nvSpPr>
            <p:spPr>
              <a:xfrm>
                <a:off x="4442575" y="6447015"/>
                <a:ext cx="8774" cy="2809"/>
              </a:xfrm>
              <a:custGeom>
                <a:avLst/>
                <a:gdLst>
                  <a:gd name="connsiteX0" fmla="*/ 4746 w 8774"/>
                  <a:gd name="connsiteY0" fmla="*/ 104 h 2809"/>
                  <a:gd name="connsiteX1" fmla="*/ 4032 w 8774"/>
                  <a:gd name="connsiteY1" fmla="*/ 2716 h 2809"/>
                  <a:gd name="connsiteX2" fmla="*/ 4746 w 8774"/>
                  <a:gd name="connsiteY2" fmla="*/ 104 h 2809"/>
                </a:gdLst>
                <a:ahLst/>
                <a:cxnLst>
                  <a:cxn ang="0">
                    <a:pos x="connsiteX0" y="connsiteY0"/>
                  </a:cxn>
                  <a:cxn ang="0">
                    <a:pos x="connsiteX1" y="connsiteY1"/>
                  </a:cxn>
                  <a:cxn ang="0">
                    <a:pos x="connsiteX2" y="connsiteY2"/>
                  </a:cxn>
                </a:cxnLst>
                <a:rect l="l" t="t" r="r" b="b"/>
                <a:pathLst>
                  <a:path w="8774" h="2809">
                    <a:moveTo>
                      <a:pt x="4746" y="104"/>
                    </a:moveTo>
                    <a:cubicBezTo>
                      <a:pt x="-340" y="556"/>
                      <a:pt x="-2420" y="3350"/>
                      <a:pt x="4032" y="2716"/>
                    </a:cubicBezTo>
                    <a:cubicBezTo>
                      <a:pt x="9107" y="2276"/>
                      <a:pt x="11199" y="-576"/>
                      <a:pt x="4746" y="1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5" name="Freeform: Shape 574">
                <a:extLst>
                  <a:ext uri="{FF2B5EF4-FFF2-40B4-BE49-F238E27FC236}">
                    <a16:creationId xmlns:a16="http://schemas.microsoft.com/office/drawing/2014/main" id="{0194622D-0C24-CF1F-AD7D-CB5BF15E3358}"/>
                  </a:ext>
                </a:extLst>
              </p:cNvPr>
              <p:cNvSpPr/>
              <p:nvPr/>
            </p:nvSpPr>
            <p:spPr>
              <a:xfrm>
                <a:off x="4463305" y="6379649"/>
                <a:ext cx="8563" cy="2506"/>
              </a:xfrm>
              <a:custGeom>
                <a:avLst/>
                <a:gdLst>
                  <a:gd name="connsiteX0" fmla="*/ 4608 w 8563"/>
                  <a:gd name="connsiteY0" fmla="*/ 165 h 2506"/>
                  <a:gd name="connsiteX1" fmla="*/ 3962 w 8563"/>
                  <a:gd name="connsiteY1" fmla="*/ 2354 h 2506"/>
                  <a:gd name="connsiteX2" fmla="*/ 4608 w 8563"/>
                  <a:gd name="connsiteY2" fmla="*/ 165 h 2506"/>
                </a:gdLst>
                <a:ahLst/>
                <a:cxnLst>
                  <a:cxn ang="0">
                    <a:pos x="connsiteX0" y="connsiteY0"/>
                  </a:cxn>
                  <a:cxn ang="0">
                    <a:pos x="connsiteX1" y="connsiteY1"/>
                  </a:cxn>
                  <a:cxn ang="0">
                    <a:pos x="connsiteX2" y="connsiteY2"/>
                  </a:cxn>
                </a:cxnLst>
                <a:rect l="l" t="t" r="r" b="b"/>
                <a:pathLst>
                  <a:path w="8563" h="2506">
                    <a:moveTo>
                      <a:pt x="4608" y="165"/>
                    </a:moveTo>
                    <a:cubicBezTo>
                      <a:pt x="-365" y="719"/>
                      <a:pt x="-2342" y="3131"/>
                      <a:pt x="3962" y="2354"/>
                    </a:cubicBezTo>
                    <a:cubicBezTo>
                      <a:pt x="8917" y="1776"/>
                      <a:pt x="10911" y="-647"/>
                      <a:pt x="4608" y="1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6" name="Freeform: Shape 575">
                <a:extLst>
                  <a:ext uri="{FF2B5EF4-FFF2-40B4-BE49-F238E27FC236}">
                    <a16:creationId xmlns:a16="http://schemas.microsoft.com/office/drawing/2014/main" id="{3224A353-EFCF-4E01-D232-DC3EAB4A3171}"/>
                  </a:ext>
                </a:extLst>
              </p:cNvPr>
              <p:cNvSpPr/>
              <p:nvPr/>
            </p:nvSpPr>
            <p:spPr>
              <a:xfrm>
                <a:off x="4597659" y="5929342"/>
                <a:ext cx="7116" cy="1991"/>
              </a:xfrm>
              <a:custGeom>
                <a:avLst/>
                <a:gdLst>
                  <a:gd name="connsiteX0" fmla="*/ 3789 w 7116"/>
                  <a:gd name="connsiteY0" fmla="*/ 233 h 1991"/>
                  <a:gd name="connsiteX1" fmla="*/ 3326 w 7116"/>
                  <a:gd name="connsiteY1" fmla="*/ 1770 h 1991"/>
                  <a:gd name="connsiteX2" fmla="*/ 3789 w 7116"/>
                  <a:gd name="connsiteY2" fmla="*/ 233 h 1991"/>
                </a:gdLst>
                <a:ahLst/>
                <a:cxnLst>
                  <a:cxn ang="0">
                    <a:pos x="connsiteX0" y="connsiteY0"/>
                  </a:cxn>
                  <a:cxn ang="0">
                    <a:pos x="connsiteX1" y="connsiteY1"/>
                  </a:cxn>
                  <a:cxn ang="0">
                    <a:pos x="connsiteX2" y="connsiteY2"/>
                  </a:cxn>
                </a:cxnLst>
                <a:rect l="l" t="t" r="r" b="b"/>
                <a:pathLst>
                  <a:path w="7116" h="1991">
                    <a:moveTo>
                      <a:pt x="3789" y="233"/>
                    </a:moveTo>
                    <a:cubicBezTo>
                      <a:pt x="-371" y="851"/>
                      <a:pt x="-1897" y="2605"/>
                      <a:pt x="3326" y="1770"/>
                    </a:cubicBezTo>
                    <a:cubicBezTo>
                      <a:pt x="7481" y="1131"/>
                      <a:pt x="9019" y="-629"/>
                      <a:pt x="3789" y="2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7" name="Freeform: Shape 576">
                <a:extLst>
                  <a:ext uri="{FF2B5EF4-FFF2-40B4-BE49-F238E27FC236}">
                    <a16:creationId xmlns:a16="http://schemas.microsoft.com/office/drawing/2014/main" id="{34835247-7D49-06F7-E084-5CFD563BD7EA}"/>
                  </a:ext>
                </a:extLst>
              </p:cNvPr>
              <p:cNvSpPr/>
              <p:nvPr/>
            </p:nvSpPr>
            <p:spPr>
              <a:xfrm>
                <a:off x="4501659" y="6244993"/>
                <a:ext cx="8479" cy="2993"/>
              </a:xfrm>
              <a:custGeom>
                <a:avLst/>
                <a:gdLst>
                  <a:gd name="connsiteX0" fmla="*/ 4509 w 8479"/>
                  <a:gd name="connsiteY0" fmla="*/ 399 h 2993"/>
                  <a:gd name="connsiteX1" fmla="*/ 0 w 8479"/>
                  <a:gd name="connsiteY1" fmla="*/ 2485 h 2993"/>
                  <a:gd name="connsiteX2" fmla="*/ 4509 w 8479"/>
                  <a:gd name="connsiteY2" fmla="*/ 399 h 2993"/>
                </a:gdLst>
                <a:ahLst/>
                <a:cxnLst>
                  <a:cxn ang="0">
                    <a:pos x="connsiteX0" y="connsiteY0"/>
                  </a:cxn>
                  <a:cxn ang="0">
                    <a:pos x="connsiteX1" y="connsiteY1"/>
                  </a:cxn>
                  <a:cxn ang="0">
                    <a:pos x="connsiteX2" y="connsiteY2"/>
                  </a:cxn>
                </a:cxnLst>
                <a:rect l="l" t="t" r="r" b="b"/>
                <a:pathLst>
                  <a:path w="8479" h="2993">
                    <a:moveTo>
                      <a:pt x="4509" y="399"/>
                    </a:moveTo>
                    <a:cubicBezTo>
                      <a:pt x="2189" y="970"/>
                      <a:pt x="166" y="1896"/>
                      <a:pt x="0" y="2485"/>
                    </a:cubicBezTo>
                    <a:cubicBezTo>
                      <a:pt x="1206" y="4794"/>
                      <a:pt x="15133" y="-1619"/>
                      <a:pt x="4509" y="3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8" name="Freeform: Shape 577">
                <a:extLst>
                  <a:ext uri="{FF2B5EF4-FFF2-40B4-BE49-F238E27FC236}">
                    <a16:creationId xmlns:a16="http://schemas.microsoft.com/office/drawing/2014/main" id="{402BB220-46F3-2560-3C68-3091CC5D1E01}"/>
                  </a:ext>
                </a:extLst>
              </p:cNvPr>
              <p:cNvSpPr/>
              <p:nvPr/>
            </p:nvSpPr>
            <p:spPr>
              <a:xfrm>
                <a:off x="4036669" y="7526123"/>
                <a:ext cx="12794" cy="5249"/>
              </a:xfrm>
              <a:custGeom>
                <a:avLst/>
                <a:gdLst>
                  <a:gd name="connsiteX0" fmla="*/ 7311 w 12794"/>
                  <a:gd name="connsiteY0" fmla="*/ 23 h 5249"/>
                  <a:gd name="connsiteX1" fmla="*/ 1378 w 12794"/>
                  <a:gd name="connsiteY1" fmla="*/ 4326 h 5249"/>
                  <a:gd name="connsiteX2" fmla="*/ 7311 w 12794"/>
                  <a:gd name="connsiteY2" fmla="*/ 23 h 5249"/>
                </a:gdLst>
                <a:ahLst/>
                <a:cxnLst>
                  <a:cxn ang="0">
                    <a:pos x="connsiteX0" y="connsiteY0"/>
                  </a:cxn>
                  <a:cxn ang="0">
                    <a:pos x="connsiteX1" y="connsiteY1"/>
                  </a:cxn>
                  <a:cxn ang="0">
                    <a:pos x="connsiteX2" y="connsiteY2"/>
                  </a:cxn>
                </a:cxnLst>
                <a:rect l="l" t="t" r="r" b="b"/>
                <a:pathLst>
                  <a:path w="12794" h="5249">
                    <a:moveTo>
                      <a:pt x="7311" y="23"/>
                    </a:moveTo>
                    <a:cubicBezTo>
                      <a:pt x="4784" y="-229"/>
                      <a:pt x="-3171" y="1634"/>
                      <a:pt x="1378" y="4326"/>
                    </a:cubicBezTo>
                    <a:cubicBezTo>
                      <a:pt x="6865" y="7675"/>
                      <a:pt x="20295" y="902"/>
                      <a:pt x="731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79" name="Freeform: Shape 578">
                <a:extLst>
                  <a:ext uri="{FF2B5EF4-FFF2-40B4-BE49-F238E27FC236}">
                    <a16:creationId xmlns:a16="http://schemas.microsoft.com/office/drawing/2014/main" id="{56E8B1CB-C4D5-10D0-0FBF-A8EEF5545FFB}"/>
                  </a:ext>
                </a:extLst>
              </p:cNvPr>
              <p:cNvSpPr/>
              <p:nvPr/>
            </p:nvSpPr>
            <p:spPr>
              <a:xfrm>
                <a:off x="4415936" y="5909519"/>
                <a:ext cx="6753" cy="2659"/>
              </a:xfrm>
              <a:custGeom>
                <a:avLst/>
                <a:gdLst>
                  <a:gd name="connsiteX0" fmla="*/ 3787 w 6753"/>
                  <a:gd name="connsiteY0" fmla="*/ 528 h 2659"/>
                  <a:gd name="connsiteX1" fmla="*/ 770 w 6753"/>
                  <a:gd name="connsiteY1" fmla="*/ 2659 h 2659"/>
                  <a:gd name="connsiteX2" fmla="*/ 3787 w 6753"/>
                  <a:gd name="connsiteY2" fmla="*/ 528 h 2659"/>
                </a:gdLst>
                <a:ahLst/>
                <a:cxnLst>
                  <a:cxn ang="0">
                    <a:pos x="connsiteX0" y="connsiteY0"/>
                  </a:cxn>
                  <a:cxn ang="0">
                    <a:pos x="connsiteX1" y="connsiteY1"/>
                  </a:cxn>
                  <a:cxn ang="0">
                    <a:pos x="connsiteX2" y="connsiteY2"/>
                  </a:cxn>
                </a:cxnLst>
                <a:rect l="l" t="t" r="r" b="b"/>
                <a:pathLst>
                  <a:path w="6753" h="2659">
                    <a:moveTo>
                      <a:pt x="3787" y="528"/>
                    </a:moveTo>
                    <a:cubicBezTo>
                      <a:pt x="2856" y="768"/>
                      <a:pt x="-1813" y="2682"/>
                      <a:pt x="770" y="2659"/>
                    </a:cubicBezTo>
                    <a:cubicBezTo>
                      <a:pt x="3427" y="2654"/>
                      <a:pt x="10851" y="-1421"/>
                      <a:pt x="3787" y="5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0" name="Freeform: Shape 579">
                <a:extLst>
                  <a:ext uri="{FF2B5EF4-FFF2-40B4-BE49-F238E27FC236}">
                    <a16:creationId xmlns:a16="http://schemas.microsoft.com/office/drawing/2014/main" id="{0D288701-AEAD-8476-33CF-199F75CD7CD6}"/>
                  </a:ext>
                </a:extLst>
              </p:cNvPr>
              <p:cNvSpPr/>
              <p:nvPr/>
            </p:nvSpPr>
            <p:spPr>
              <a:xfrm>
                <a:off x="3927145" y="6880125"/>
                <a:ext cx="10935" cy="3629"/>
              </a:xfrm>
              <a:custGeom>
                <a:avLst/>
                <a:gdLst>
                  <a:gd name="connsiteX0" fmla="*/ 6157 w 10935"/>
                  <a:gd name="connsiteY0" fmla="*/ 9 h 3629"/>
                  <a:gd name="connsiteX1" fmla="*/ 4774 w 10935"/>
                  <a:gd name="connsiteY1" fmla="*/ 3621 h 3629"/>
                  <a:gd name="connsiteX2" fmla="*/ 6157 w 10935"/>
                  <a:gd name="connsiteY2" fmla="*/ 9 h 3629"/>
                </a:gdLst>
                <a:ahLst/>
                <a:cxnLst>
                  <a:cxn ang="0">
                    <a:pos x="connsiteX0" y="connsiteY0"/>
                  </a:cxn>
                  <a:cxn ang="0">
                    <a:pos x="connsiteX1" y="connsiteY1"/>
                  </a:cxn>
                  <a:cxn ang="0">
                    <a:pos x="connsiteX2" y="connsiteY2"/>
                  </a:cxn>
                </a:cxnLst>
                <a:rect l="l" t="t" r="r" b="b"/>
                <a:pathLst>
                  <a:path w="10935" h="3629">
                    <a:moveTo>
                      <a:pt x="6157" y="9"/>
                    </a:moveTo>
                    <a:cubicBezTo>
                      <a:pt x="-49" y="-208"/>
                      <a:pt x="-3238" y="3461"/>
                      <a:pt x="4774" y="3621"/>
                    </a:cubicBezTo>
                    <a:cubicBezTo>
                      <a:pt x="10992" y="3832"/>
                      <a:pt x="14170" y="169"/>
                      <a:pt x="6157"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1" name="Freeform: Shape 580">
                <a:extLst>
                  <a:ext uri="{FF2B5EF4-FFF2-40B4-BE49-F238E27FC236}">
                    <a16:creationId xmlns:a16="http://schemas.microsoft.com/office/drawing/2014/main" id="{BEB9CEE0-662F-7941-7614-EBF7D40DD636}"/>
                  </a:ext>
                </a:extLst>
              </p:cNvPr>
              <p:cNvSpPr/>
              <p:nvPr/>
            </p:nvSpPr>
            <p:spPr>
              <a:xfrm>
                <a:off x="4006246" y="6708812"/>
                <a:ext cx="10287" cy="1800"/>
              </a:xfrm>
              <a:custGeom>
                <a:avLst/>
                <a:gdLst>
                  <a:gd name="connsiteX0" fmla="*/ 5757 w 10287"/>
                  <a:gd name="connsiteY0" fmla="*/ 37 h 1800"/>
                  <a:gd name="connsiteX1" fmla="*/ 4529 w 10287"/>
                  <a:gd name="connsiteY1" fmla="*/ 1768 h 1800"/>
                  <a:gd name="connsiteX2" fmla="*/ 5757 w 10287"/>
                  <a:gd name="connsiteY2" fmla="*/ 37 h 1800"/>
                </a:gdLst>
                <a:ahLst/>
                <a:cxnLst>
                  <a:cxn ang="0">
                    <a:pos x="connsiteX0" y="connsiteY0"/>
                  </a:cxn>
                  <a:cxn ang="0">
                    <a:pos x="connsiteX1" y="connsiteY1"/>
                  </a:cxn>
                  <a:cxn ang="0">
                    <a:pos x="connsiteX2" y="connsiteY2"/>
                  </a:cxn>
                </a:cxnLst>
                <a:rect l="l" t="t" r="r" b="b"/>
                <a:pathLst>
                  <a:path w="10287" h="1800">
                    <a:moveTo>
                      <a:pt x="5757" y="37"/>
                    </a:moveTo>
                    <a:cubicBezTo>
                      <a:pt x="-9" y="-272"/>
                      <a:pt x="-3084" y="1449"/>
                      <a:pt x="4529" y="1768"/>
                    </a:cubicBezTo>
                    <a:cubicBezTo>
                      <a:pt x="10301" y="2054"/>
                      <a:pt x="13370" y="351"/>
                      <a:pt x="5757"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2" name="Freeform: Shape 581">
                <a:extLst>
                  <a:ext uri="{FF2B5EF4-FFF2-40B4-BE49-F238E27FC236}">
                    <a16:creationId xmlns:a16="http://schemas.microsoft.com/office/drawing/2014/main" id="{59CB4CD1-DBAC-D52B-E4DC-139F6BC3DDC5}"/>
                  </a:ext>
                </a:extLst>
              </p:cNvPr>
              <p:cNvSpPr/>
              <p:nvPr/>
            </p:nvSpPr>
            <p:spPr>
              <a:xfrm>
                <a:off x="4077306" y="6640809"/>
                <a:ext cx="9681" cy="1912"/>
              </a:xfrm>
              <a:custGeom>
                <a:avLst/>
                <a:gdLst>
                  <a:gd name="connsiteX0" fmla="*/ 5392 w 9681"/>
                  <a:gd name="connsiteY0" fmla="*/ 552 h 1912"/>
                  <a:gd name="connsiteX1" fmla="*/ 4290 w 9681"/>
                  <a:gd name="connsiteY1" fmla="*/ 1376 h 1912"/>
                  <a:gd name="connsiteX2" fmla="*/ 5392 w 9681"/>
                  <a:gd name="connsiteY2" fmla="*/ 552 h 1912"/>
                </a:gdLst>
                <a:ahLst/>
                <a:cxnLst>
                  <a:cxn ang="0">
                    <a:pos x="connsiteX0" y="connsiteY0"/>
                  </a:cxn>
                  <a:cxn ang="0">
                    <a:pos x="connsiteX1" y="connsiteY1"/>
                  </a:cxn>
                  <a:cxn ang="0">
                    <a:pos x="connsiteX2" y="connsiteY2"/>
                  </a:cxn>
                </a:cxnLst>
                <a:rect l="l" t="t" r="r" b="b"/>
                <a:pathLst>
                  <a:path w="9681" h="1912">
                    <a:moveTo>
                      <a:pt x="5392" y="552"/>
                    </a:moveTo>
                    <a:cubicBezTo>
                      <a:pt x="-145" y="-516"/>
                      <a:pt x="-2809" y="78"/>
                      <a:pt x="4290" y="1376"/>
                    </a:cubicBezTo>
                    <a:cubicBezTo>
                      <a:pt x="9833" y="2410"/>
                      <a:pt x="12485" y="1849"/>
                      <a:pt x="5392" y="5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3" name="Freeform: Shape 582">
                <a:extLst>
                  <a:ext uri="{FF2B5EF4-FFF2-40B4-BE49-F238E27FC236}">
                    <a16:creationId xmlns:a16="http://schemas.microsoft.com/office/drawing/2014/main" id="{A146377B-3F72-C285-1CE9-472E03500C8A}"/>
                  </a:ext>
                </a:extLst>
              </p:cNvPr>
              <p:cNvSpPr/>
              <p:nvPr/>
            </p:nvSpPr>
            <p:spPr>
              <a:xfrm>
                <a:off x="4042625" y="6668151"/>
                <a:ext cx="10318" cy="1399"/>
              </a:xfrm>
              <a:custGeom>
                <a:avLst/>
                <a:gdLst>
                  <a:gd name="connsiteX0" fmla="*/ 5681 w 10318"/>
                  <a:gd name="connsiteY0" fmla="*/ 196 h 1399"/>
                  <a:gd name="connsiteX1" fmla="*/ 0 w 10318"/>
                  <a:gd name="connsiteY1" fmla="*/ 224 h 1399"/>
                  <a:gd name="connsiteX2" fmla="*/ 5681 w 10318"/>
                  <a:gd name="connsiteY2" fmla="*/ 196 h 1399"/>
                </a:gdLst>
                <a:ahLst/>
                <a:cxnLst>
                  <a:cxn ang="0">
                    <a:pos x="connsiteX0" y="connsiteY0"/>
                  </a:cxn>
                  <a:cxn ang="0">
                    <a:pos x="connsiteX1" y="connsiteY1"/>
                  </a:cxn>
                  <a:cxn ang="0">
                    <a:pos x="connsiteX2" y="connsiteY2"/>
                  </a:cxn>
                </a:cxnLst>
                <a:rect l="l" t="t" r="r" b="b"/>
                <a:pathLst>
                  <a:path w="10318" h="1399">
                    <a:moveTo>
                      <a:pt x="5681" y="196"/>
                    </a:moveTo>
                    <a:cubicBezTo>
                      <a:pt x="2869" y="-73"/>
                      <a:pt x="326" y="-67"/>
                      <a:pt x="0" y="224"/>
                    </a:cubicBezTo>
                    <a:cubicBezTo>
                      <a:pt x="794" y="1791"/>
                      <a:pt x="18488" y="1802"/>
                      <a:pt x="5681" y="1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4" name="Freeform: Shape 583">
                <a:extLst>
                  <a:ext uri="{FF2B5EF4-FFF2-40B4-BE49-F238E27FC236}">
                    <a16:creationId xmlns:a16="http://schemas.microsoft.com/office/drawing/2014/main" id="{44DE718E-E520-EC25-4F40-63B5D90D0D93}"/>
                  </a:ext>
                </a:extLst>
              </p:cNvPr>
              <p:cNvSpPr/>
              <p:nvPr/>
            </p:nvSpPr>
            <p:spPr>
              <a:xfrm>
                <a:off x="3967796" y="6777141"/>
                <a:ext cx="10608" cy="2913"/>
              </a:xfrm>
              <a:custGeom>
                <a:avLst/>
                <a:gdLst>
                  <a:gd name="connsiteX0" fmla="*/ 5951 w 10608"/>
                  <a:gd name="connsiteY0" fmla="*/ 9 h 2913"/>
                  <a:gd name="connsiteX1" fmla="*/ 4654 w 10608"/>
                  <a:gd name="connsiteY1" fmla="*/ 2906 h 2913"/>
                  <a:gd name="connsiteX2" fmla="*/ 5951 w 10608"/>
                  <a:gd name="connsiteY2" fmla="*/ 9 h 2913"/>
                </a:gdLst>
                <a:ahLst/>
                <a:cxnLst>
                  <a:cxn ang="0">
                    <a:pos x="connsiteX0" y="connsiteY0"/>
                  </a:cxn>
                  <a:cxn ang="0">
                    <a:pos x="connsiteX1" y="connsiteY1"/>
                  </a:cxn>
                  <a:cxn ang="0">
                    <a:pos x="connsiteX2" y="connsiteY2"/>
                  </a:cxn>
                </a:cxnLst>
                <a:rect l="l" t="t" r="r" b="b"/>
                <a:pathLst>
                  <a:path w="10608" h="2913">
                    <a:moveTo>
                      <a:pt x="5951" y="9"/>
                    </a:moveTo>
                    <a:cubicBezTo>
                      <a:pt x="-55" y="-180"/>
                      <a:pt x="-3141" y="2769"/>
                      <a:pt x="4654" y="2906"/>
                    </a:cubicBezTo>
                    <a:cubicBezTo>
                      <a:pt x="10666" y="3078"/>
                      <a:pt x="13752" y="134"/>
                      <a:pt x="5951"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5" name="Freeform: Shape 584">
                <a:extLst>
                  <a:ext uri="{FF2B5EF4-FFF2-40B4-BE49-F238E27FC236}">
                    <a16:creationId xmlns:a16="http://schemas.microsoft.com/office/drawing/2014/main" id="{ABA3BE6D-CC79-2122-D4CE-04CF18BF2557}"/>
                  </a:ext>
                </a:extLst>
              </p:cNvPr>
              <p:cNvSpPr/>
              <p:nvPr/>
            </p:nvSpPr>
            <p:spPr>
              <a:xfrm>
                <a:off x="3787233" y="7241264"/>
                <a:ext cx="12441" cy="4459"/>
              </a:xfrm>
              <a:custGeom>
                <a:avLst/>
                <a:gdLst>
                  <a:gd name="connsiteX0" fmla="*/ 6978 w 12441"/>
                  <a:gd name="connsiteY0" fmla="*/ 0 h 4459"/>
                  <a:gd name="connsiteX1" fmla="*/ 0 w 12441"/>
                  <a:gd name="connsiteY1" fmla="*/ 2195 h 4459"/>
                  <a:gd name="connsiteX2" fmla="*/ 6978 w 12441"/>
                  <a:gd name="connsiteY2" fmla="*/ 0 h 4459"/>
                </a:gdLst>
                <a:ahLst/>
                <a:cxnLst>
                  <a:cxn ang="0">
                    <a:pos x="connsiteX0" y="connsiteY0"/>
                  </a:cxn>
                  <a:cxn ang="0">
                    <a:pos x="connsiteX1" y="connsiteY1"/>
                  </a:cxn>
                  <a:cxn ang="0">
                    <a:pos x="connsiteX2" y="connsiteY2"/>
                  </a:cxn>
                </a:cxnLst>
                <a:rect l="l" t="t" r="r" b="b"/>
                <a:pathLst>
                  <a:path w="12441" h="4459">
                    <a:moveTo>
                      <a:pt x="6978" y="0"/>
                    </a:moveTo>
                    <a:cubicBezTo>
                      <a:pt x="3595" y="0"/>
                      <a:pt x="469" y="983"/>
                      <a:pt x="0" y="2195"/>
                    </a:cubicBezTo>
                    <a:cubicBezTo>
                      <a:pt x="674" y="7835"/>
                      <a:pt x="22271" y="1326"/>
                      <a:pt x="697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6" name="Freeform: Shape 585">
                <a:extLst>
                  <a:ext uri="{FF2B5EF4-FFF2-40B4-BE49-F238E27FC236}">
                    <a16:creationId xmlns:a16="http://schemas.microsoft.com/office/drawing/2014/main" id="{C7C26727-7701-6CD6-61B5-0E139D3EB552}"/>
                  </a:ext>
                </a:extLst>
              </p:cNvPr>
              <p:cNvSpPr/>
              <p:nvPr/>
            </p:nvSpPr>
            <p:spPr>
              <a:xfrm>
                <a:off x="3734224" y="7378726"/>
                <a:ext cx="12549" cy="4728"/>
              </a:xfrm>
              <a:custGeom>
                <a:avLst/>
                <a:gdLst>
                  <a:gd name="connsiteX0" fmla="*/ 7174 w 12549"/>
                  <a:gd name="connsiteY0" fmla="*/ 13 h 4728"/>
                  <a:gd name="connsiteX1" fmla="*/ 5374 w 12549"/>
                  <a:gd name="connsiteY1" fmla="*/ 4716 h 4728"/>
                  <a:gd name="connsiteX2" fmla="*/ 7174 w 12549"/>
                  <a:gd name="connsiteY2" fmla="*/ 13 h 4728"/>
                </a:gdLst>
                <a:ahLst/>
                <a:cxnLst>
                  <a:cxn ang="0">
                    <a:pos x="connsiteX0" y="connsiteY0"/>
                  </a:cxn>
                  <a:cxn ang="0">
                    <a:pos x="connsiteX1" y="connsiteY1"/>
                  </a:cxn>
                  <a:cxn ang="0">
                    <a:pos x="connsiteX2" y="connsiteY2"/>
                  </a:cxn>
                </a:cxnLst>
                <a:rect l="l" t="t" r="r" b="b"/>
                <a:pathLst>
                  <a:path w="12549" h="4728">
                    <a:moveTo>
                      <a:pt x="7174" y="13"/>
                    </a:moveTo>
                    <a:cubicBezTo>
                      <a:pt x="179" y="-279"/>
                      <a:pt x="-3856" y="4487"/>
                      <a:pt x="5374" y="4716"/>
                    </a:cubicBezTo>
                    <a:cubicBezTo>
                      <a:pt x="12381" y="5002"/>
                      <a:pt x="16398" y="241"/>
                      <a:pt x="7174" y="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7" name="Freeform: Shape 586">
                <a:extLst>
                  <a:ext uri="{FF2B5EF4-FFF2-40B4-BE49-F238E27FC236}">
                    <a16:creationId xmlns:a16="http://schemas.microsoft.com/office/drawing/2014/main" id="{BD402AB8-AD4F-955E-A1DF-1B643853B6DA}"/>
                  </a:ext>
                </a:extLst>
              </p:cNvPr>
              <p:cNvSpPr/>
              <p:nvPr/>
            </p:nvSpPr>
            <p:spPr>
              <a:xfrm>
                <a:off x="4109873" y="6612786"/>
                <a:ext cx="9763" cy="2660"/>
              </a:xfrm>
              <a:custGeom>
                <a:avLst/>
                <a:gdLst>
                  <a:gd name="connsiteX0" fmla="*/ 5338 w 9763"/>
                  <a:gd name="connsiteY0" fmla="*/ 812 h 2660"/>
                  <a:gd name="connsiteX1" fmla="*/ 0 w 9763"/>
                  <a:gd name="connsiteY1" fmla="*/ 115 h 2660"/>
                  <a:gd name="connsiteX2" fmla="*/ 5338 w 9763"/>
                  <a:gd name="connsiteY2" fmla="*/ 812 h 2660"/>
                </a:gdLst>
                <a:ahLst/>
                <a:cxnLst>
                  <a:cxn ang="0">
                    <a:pos x="connsiteX0" y="connsiteY0"/>
                  </a:cxn>
                  <a:cxn ang="0">
                    <a:pos x="connsiteX1" y="connsiteY1"/>
                  </a:cxn>
                  <a:cxn ang="0">
                    <a:pos x="connsiteX2" y="connsiteY2"/>
                  </a:cxn>
                </a:cxnLst>
                <a:rect l="l" t="t" r="r" b="b"/>
                <a:pathLst>
                  <a:path w="9763" h="2660">
                    <a:moveTo>
                      <a:pt x="5338" y="812"/>
                    </a:moveTo>
                    <a:cubicBezTo>
                      <a:pt x="2680" y="131"/>
                      <a:pt x="286" y="-188"/>
                      <a:pt x="0" y="115"/>
                    </a:cubicBezTo>
                    <a:cubicBezTo>
                      <a:pt x="594" y="1983"/>
                      <a:pt x="17585" y="4401"/>
                      <a:pt x="5338" y="8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8" name="Freeform: Shape 587">
                <a:extLst>
                  <a:ext uri="{FF2B5EF4-FFF2-40B4-BE49-F238E27FC236}">
                    <a16:creationId xmlns:a16="http://schemas.microsoft.com/office/drawing/2014/main" id="{9D6C42E0-AFA9-A419-2CCA-F7E754219993}"/>
                  </a:ext>
                </a:extLst>
              </p:cNvPr>
              <p:cNvSpPr/>
              <p:nvPr/>
            </p:nvSpPr>
            <p:spPr>
              <a:xfrm>
                <a:off x="3883625" y="6992784"/>
                <a:ext cx="11295" cy="3860"/>
              </a:xfrm>
              <a:custGeom>
                <a:avLst/>
                <a:gdLst>
                  <a:gd name="connsiteX0" fmla="*/ 6386 w 11295"/>
                  <a:gd name="connsiteY0" fmla="*/ 10 h 3860"/>
                  <a:gd name="connsiteX1" fmla="*/ 4906 w 11295"/>
                  <a:gd name="connsiteY1" fmla="*/ 3851 h 3860"/>
                  <a:gd name="connsiteX2" fmla="*/ 6386 w 11295"/>
                  <a:gd name="connsiteY2" fmla="*/ 10 h 3860"/>
                </a:gdLst>
                <a:ahLst/>
                <a:cxnLst>
                  <a:cxn ang="0">
                    <a:pos x="connsiteX0" y="connsiteY0"/>
                  </a:cxn>
                  <a:cxn ang="0">
                    <a:pos x="connsiteX1" y="connsiteY1"/>
                  </a:cxn>
                  <a:cxn ang="0">
                    <a:pos x="connsiteX2" y="connsiteY2"/>
                  </a:cxn>
                </a:cxnLst>
                <a:rect l="l" t="t" r="r" b="b"/>
                <a:pathLst>
                  <a:path w="11295" h="3860">
                    <a:moveTo>
                      <a:pt x="6386" y="10"/>
                    </a:moveTo>
                    <a:cubicBezTo>
                      <a:pt x="8" y="-224"/>
                      <a:pt x="-3381" y="3679"/>
                      <a:pt x="4906" y="3851"/>
                    </a:cubicBezTo>
                    <a:cubicBezTo>
                      <a:pt x="11295" y="4084"/>
                      <a:pt x="14673" y="187"/>
                      <a:pt x="638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89" name="Freeform: Shape 588">
                <a:extLst>
                  <a:ext uri="{FF2B5EF4-FFF2-40B4-BE49-F238E27FC236}">
                    <a16:creationId xmlns:a16="http://schemas.microsoft.com/office/drawing/2014/main" id="{24628DD9-8397-CA27-E6E0-9D381D97876D}"/>
                  </a:ext>
                </a:extLst>
              </p:cNvPr>
              <p:cNvSpPr/>
              <p:nvPr/>
            </p:nvSpPr>
            <p:spPr>
              <a:xfrm>
                <a:off x="3836976" y="7112894"/>
                <a:ext cx="12020" cy="4168"/>
              </a:xfrm>
              <a:custGeom>
                <a:avLst/>
                <a:gdLst>
                  <a:gd name="connsiteX0" fmla="*/ 6721 w 12020"/>
                  <a:gd name="connsiteY0" fmla="*/ 0 h 4168"/>
                  <a:gd name="connsiteX1" fmla="*/ 0 w 12020"/>
                  <a:gd name="connsiteY1" fmla="*/ 2052 h 4168"/>
                  <a:gd name="connsiteX2" fmla="*/ 6721 w 12020"/>
                  <a:gd name="connsiteY2" fmla="*/ 0 h 4168"/>
                </a:gdLst>
                <a:ahLst/>
                <a:cxnLst>
                  <a:cxn ang="0">
                    <a:pos x="connsiteX0" y="connsiteY0"/>
                  </a:cxn>
                  <a:cxn ang="0">
                    <a:pos x="connsiteX1" y="connsiteY1"/>
                  </a:cxn>
                  <a:cxn ang="0">
                    <a:pos x="connsiteX2" y="connsiteY2"/>
                  </a:cxn>
                </a:cxnLst>
                <a:rect l="l" t="t" r="r" b="b"/>
                <a:pathLst>
                  <a:path w="12020" h="4168">
                    <a:moveTo>
                      <a:pt x="6721" y="0"/>
                    </a:moveTo>
                    <a:cubicBezTo>
                      <a:pt x="3452" y="0"/>
                      <a:pt x="440" y="915"/>
                      <a:pt x="0" y="2052"/>
                    </a:cubicBezTo>
                    <a:cubicBezTo>
                      <a:pt x="709" y="7321"/>
                      <a:pt x="21517" y="1246"/>
                      <a:pt x="67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0" name="Freeform: Shape 589">
                <a:extLst>
                  <a:ext uri="{FF2B5EF4-FFF2-40B4-BE49-F238E27FC236}">
                    <a16:creationId xmlns:a16="http://schemas.microsoft.com/office/drawing/2014/main" id="{FF818265-030F-D1EF-E938-7C2B53609814}"/>
                  </a:ext>
                </a:extLst>
              </p:cNvPr>
              <p:cNvSpPr/>
              <p:nvPr/>
            </p:nvSpPr>
            <p:spPr>
              <a:xfrm>
                <a:off x="4339759" y="6103797"/>
                <a:ext cx="7851" cy="2698"/>
              </a:xfrm>
              <a:custGeom>
                <a:avLst/>
                <a:gdLst>
                  <a:gd name="connsiteX0" fmla="*/ 4229 w 7851"/>
                  <a:gd name="connsiteY0" fmla="*/ 457 h 2698"/>
                  <a:gd name="connsiteX1" fmla="*/ 0 w 7851"/>
                  <a:gd name="connsiteY1" fmla="*/ 2372 h 2698"/>
                  <a:gd name="connsiteX2" fmla="*/ 4229 w 7851"/>
                  <a:gd name="connsiteY2" fmla="*/ 457 h 2698"/>
                </a:gdLst>
                <a:ahLst/>
                <a:cxnLst>
                  <a:cxn ang="0">
                    <a:pos x="connsiteX0" y="connsiteY0"/>
                  </a:cxn>
                  <a:cxn ang="0">
                    <a:pos x="connsiteX1" y="connsiteY1"/>
                  </a:cxn>
                  <a:cxn ang="0">
                    <a:pos x="connsiteX2" y="connsiteY2"/>
                  </a:cxn>
                </a:cxnLst>
                <a:rect l="l" t="t" r="r" b="b"/>
                <a:pathLst>
                  <a:path w="7851" h="2698">
                    <a:moveTo>
                      <a:pt x="4229" y="457"/>
                    </a:moveTo>
                    <a:cubicBezTo>
                      <a:pt x="2086" y="1029"/>
                      <a:pt x="189" y="1892"/>
                      <a:pt x="0" y="2372"/>
                    </a:cubicBezTo>
                    <a:cubicBezTo>
                      <a:pt x="1017" y="4086"/>
                      <a:pt x="14002" y="-1606"/>
                      <a:pt x="4229" y="45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1" name="Freeform: Shape 590">
                <a:extLst>
                  <a:ext uri="{FF2B5EF4-FFF2-40B4-BE49-F238E27FC236}">
                    <a16:creationId xmlns:a16="http://schemas.microsoft.com/office/drawing/2014/main" id="{4DA80B33-3473-26F0-E02B-83A168F1736E}"/>
                  </a:ext>
                </a:extLst>
              </p:cNvPr>
              <p:cNvSpPr/>
              <p:nvPr/>
            </p:nvSpPr>
            <p:spPr>
              <a:xfrm>
                <a:off x="4318688" y="6157973"/>
                <a:ext cx="8025" cy="2720"/>
              </a:xfrm>
              <a:custGeom>
                <a:avLst/>
                <a:gdLst>
                  <a:gd name="connsiteX0" fmla="*/ 4332 w 8025"/>
                  <a:gd name="connsiteY0" fmla="*/ 413 h 2720"/>
                  <a:gd name="connsiteX1" fmla="*/ 0 w 8025"/>
                  <a:gd name="connsiteY1" fmla="*/ 2345 h 2720"/>
                  <a:gd name="connsiteX2" fmla="*/ 4332 w 8025"/>
                  <a:gd name="connsiteY2" fmla="*/ 413 h 2720"/>
                </a:gdLst>
                <a:ahLst/>
                <a:cxnLst>
                  <a:cxn ang="0">
                    <a:pos x="connsiteX0" y="connsiteY0"/>
                  </a:cxn>
                  <a:cxn ang="0">
                    <a:pos x="connsiteX1" y="connsiteY1"/>
                  </a:cxn>
                  <a:cxn ang="0">
                    <a:pos x="connsiteX2" y="connsiteY2"/>
                  </a:cxn>
                </a:cxnLst>
                <a:rect l="l" t="t" r="r" b="b"/>
                <a:pathLst>
                  <a:path w="8025" h="2720">
                    <a:moveTo>
                      <a:pt x="4332" y="413"/>
                    </a:moveTo>
                    <a:cubicBezTo>
                      <a:pt x="2137" y="962"/>
                      <a:pt x="200" y="1837"/>
                      <a:pt x="0" y="2345"/>
                    </a:cubicBezTo>
                    <a:cubicBezTo>
                      <a:pt x="1023" y="4202"/>
                      <a:pt x="14310" y="-1547"/>
                      <a:pt x="4332" y="41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2" name="Freeform: Shape 591">
                <a:extLst>
                  <a:ext uri="{FF2B5EF4-FFF2-40B4-BE49-F238E27FC236}">
                    <a16:creationId xmlns:a16="http://schemas.microsoft.com/office/drawing/2014/main" id="{9D3DA7AC-59BF-792D-B188-D7786E847191}"/>
                  </a:ext>
                </a:extLst>
              </p:cNvPr>
              <p:cNvSpPr/>
              <p:nvPr/>
            </p:nvSpPr>
            <p:spPr>
              <a:xfrm>
                <a:off x="4360030" y="6052402"/>
                <a:ext cx="7679" cy="2710"/>
              </a:xfrm>
              <a:custGeom>
                <a:avLst/>
                <a:gdLst>
                  <a:gd name="connsiteX0" fmla="*/ 4132 w 7679"/>
                  <a:gd name="connsiteY0" fmla="*/ 514 h 2710"/>
                  <a:gd name="connsiteX1" fmla="*/ 0 w 7679"/>
                  <a:gd name="connsiteY1" fmla="*/ 2429 h 2710"/>
                  <a:gd name="connsiteX2" fmla="*/ 4132 w 7679"/>
                  <a:gd name="connsiteY2" fmla="*/ 514 h 2710"/>
                </a:gdLst>
                <a:ahLst/>
                <a:cxnLst>
                  <a:cxn ang="0">
                    <a:pos x="connsiteX0" y="connsiteY0"/>
                  </a:cxn>
                  <a:cxn ang="0">
                    <a:pos x="connsiteX1" y="connsiteY1"/>
                  </a:cxn>
                  <a:cxn ang="0">
                    <a:pos x="connsiteX2" y="connsiteY2"/>
                  </a:cxn>
                </a:cxnLst>
                <a:rect l="l" t="t" r="r" b="b"/>
                <a:pathLst>
                  <a:path w="7679" h="2710">
                    <a:moveTo>
                      <a:pt x="4132" y="514"/>
                    </a:moveTo>
                    <a:cubicBezTo>
                      <a:pt x="2034" y="1109"/>
                      <a:pt x="177" y="1972"/>
                      <a:pt x="0" y="2429"/>
                    </a:cubicBezTo>
                    <a:cubicBezTo>
                      <a:pt x="1012" y="4012"/>
                      <a:pt x="13693" y="-1692"/>
                      <a:pt x="4132" y="5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3" name="Freeform: Shape 592">
                <a:extLst>
                  <a:ext uri="{FF2B5EF4-FFF2-40B4-BE49-F238E27FC236}">
                    <a16:creationId xmlns:a16="http://schemas.microsoft.com/office/drawing/2014/main" id="{8E68D5D4-7731-B15D-0BB2-D7D3E9BE2BEC}"/>
                  </a:ext>
                </a:extLst>
              </p:cNvPr>
              <p:cNvSpPr/>
              <p:nvPr/>
            </p:nvSpPr>
            <p:spPr>
              <a:xfrm>
                <a:off x="4379478" y="6003233"/>
                <a:ext cx="7518" cy="2745"/>
              </a:xfrm>
              <a:custGeom>
                <a:avLst/>
                <a:gdLst>
                  <a:gd name="connsiteX0" fmla="*/ 4041 w 7518"/>
                  <a:gd name="connsiteY0" fmla="*/ 569 h 2745"/>
                  <a:gd name="connsiteX1" fmla="*/ 0 w 7518"/>
                  <a:gd name="connsiteY1" fmla="*/ 2500 h 2745"/>
                  <a:gd name="connsiteX2" fmla="*/ 4041 w 7518"/>
                  <a:gd name="connsiteY2" fmla="*/ 569 h 2745"/>
                </a:gdLst>
                <a:ahLst/>
                <a:cxnLst>
                  <a:cxn ang="0">
                    <a:pos x="connsiteX0" y="connsiteY0"/>
                  </a:cxn>
                  <a:cxn ang="0">
                    <a:pos x="connsiteX1" y="connsiteY1"/>
                  </a:cxn>
                  <a:cxn ang="0">
                    <a:pos x="connsiteX2" y="connsiteY2"/>
                  </a:cxn>
                </a:cxnLst>
                <a:rect l="l" t="t" r="r" b="b"/>
                <a:pathLst>
                  <a:path w="7518" h="2745">
                    <a:moveTo>
                      <a:pt x="4041" y="569"/>
                    </a:moveTo>
                    <a:cubicBezTo>
                      <a:pt x="1983" y="1191"/>
                      <a:pt x="171" y="2060"/>
                      <a:pt x="0" y="2500"/>
                    </a:cubicBezTo>
                    <a:cubicBezTo>
                      <a:pt x="1012" y="3975"/>
                      <a:pt x="13402" y="-1774"/>
                      <a:pt x="4041" y="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4" name="Freeform: Shape 593">
                <a:extLst>
                  <a:ext uri="{FF2B5EF4-FFF2-40B4-BE49-F238E27FC236}">
                    <a16:creationId xmlns:a16="http://schemas.microsoft.com/office/drawing/2014/main" id="{07E2A8BC-BE0E-2985-A251-8DA957CE2AF0}"/>
                  </a:ext>
                </a:extLst>
              </p:cNvPr>
              <p:cNvSpPr/>
              <p:nvPr/>
            </p:nvSpPr>
            <p:spPr>
              <a:xfrm>
                <a:off x="4140711" y="6569965"/>
                <a:ext cx="9504" cy="3316"/>
              </a:xfrm>
              <a:custGeom>
                <a:avLst/>
                <a:gdLst>
                  <a:gd name="connsiteX0" fmla="*/ 5183 w 9504"/>
                  <a:gd name="connsiteY0" fmla="*/ 799 h 3316"/>
                  <a:gd name="connsiteX1" fmla="*/ 0 w 9504"/>
                  <a:gd name="connsiteY1" fmla="*/ 256 h 3316"/>
                  <a:gd name="connsiteX2" fmla="*/ 5183 w 9504"/>
                  <a:gd name="connsiteY2" fmla="*/ 799 h 3316"/>
                </a:gdLst>
                <a:ahLst/>
                <a:cxnLst>
                  <a:cxn ang="0">
                    <a:pos x="connsiteX0" y="connsiteY0"/>
                  </a:cxn>
                  <a:cxn ang="0">
                    <a:pos x="connsiteX1" y="connsiteY1"/>
                  </a:cxn>
                  <a:cxn ang="0">
                    <a:pos x="connsiteX2" y="connsiteY2"/>
                  </a:cxn>
                </a:cxnLst>
                <a:rect l="l" t="t" r="r" b="b"/>
                <a:pathLst>
                  <a:path w="9504" h="3316">
                    <a:moveTo>
                      <a:pt x="5183" y="799"/>
                    </a:moveTo>
                    <a:cubicBezTo>
                      <a:pt x="2595" y="10"/>
                      <a:pt x="274" y="-241"/>
                      <a:pt x="0" y="256"/>
                    </a:cubicBezTo>
                    <a:cubicBezTo>
                      <a:pt x="440" y="3068"/>
                      <a:pt x="17179" y="5188"/>
                      <a:pt x="5183" y="7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5" name="Freeform: Shape 594">
                <a:extLst>
                  <a:ext uri="{FF2B5EF4-FFF2-40B4-BE49-F238E27FC236}">
                    <a16:creationId xmlns:a16="http://schemas.microsoft.com/office/drawing/2014/main" id="{AB9B0439-924F-C14D-E4C5-C849E4F6D1D9}"/>
                  </a:ext>
                </a:extLst>
              </p:cNvPr>
              <p:cNvSpPr/>
              <p:nvPr/>
            </p:nvSpPr>
            <p:spPr>
              <a:xfrm>
                <a:off x="4296708" y="6216147"/>
                <a:ext cx="8201" cy="2791"/>
              </a:xfrm>
              <a:custGeom>
                <a:avLst/>
                <a:gdLst>
                  <a:gd name="connsiteX0" fmla="*/ 4441 w 8201"/>
                  <a:gd name="connsiteY0" fmla="*/ 377 h 2791"/>
                  <a:gd name="connsiteX1" fmla="*/ 0 w 8201"/>
                  <a:gd name="connsiteY1" fmla="*/ 2361 h 2791"/>
                  <a:gd name="connsiteX2" fmla="*/ 4441 w 8201"/>
                  <a:gd name="connsiteY2" fmla="*/ 377 h 2791"/>
                </a:gdLst>
                <a:ahLst/>
                <a:cxnLst>
                  <a:cxn ang="0">
                    <a:pos x="connsiteX0" y="connsiteY0"/>
                  </a:cxn>
                  <a:cxn ang="0">
                    <a:pos x="connsiteX1" y="connsiteY1"/>
                  </a:cxn>
                  <a:cxn ang="0">
                    <a:pos x="connsiteX2" y="connsiteY2"/>
                  </a:cxn>
                </a:cxnLst>
                <a:rect l="l" t="t" r="r" b="b"/>
                <a:pathLst>
                  <a:path w="8201" h="2791">
                    <a:moveTo>
                      <a:pt x="4441" y="377"/>
                    </a:moveTo>
                    <a:cubicBezTo>
                      <a:pt x="2200" y="920"/>
                      <a:pt x="212" y="1818"/>
                      <a:pt x="0" y="2361"/>
                    </a:cubicBezTo>
                    <a:cubicBezTo>
                      <a:pt x="1029" y="4390"/>
                      <a:pt x="14619" y="-1508"/>
                      <a:pt x="4441" y="3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6" name="Freeform: Shape 595">
                <a:extLst>
                  <a:ext uri="{FF2B5EF4-FFF2-40B4-BE49-F238E27FC236}">
                    <a16:creationId xmlns:a16="http://schemas.microsoft.com/office/drawing/2014/main" id="{116EEEA5-5DBC-7DFA-3149-A0EABC5DA345}"/>
                  </a:ext>
                </a:extLst>
              </p:cNvPr>
              <p:cNvSpPr/>
              <p:nvPr/>
            </p:nvSpPr>
            <p:spPr>
              <a:xfrm>
                <a:off x="4398098" y="5955751"/>
                <a:ext cx="7360" cy="2774"/>
              </a:xfrm>
              <a:custGeom>
                <a:avLst/>
                <a:gdLst>
                  <a:gd name="connsiteX0" fmla="*/ 3949 w 7360"/>
                  <a:gd name="connsiteY0" fmla="*/ 610 h 2774"/>
                  <a:gd name="connsiteX1" fmla="*/ 0 w 7360"/>
                  <a:gd name="connsiteY1" fmla="*/ 2553 h 2774"/>
                  <a:gd name="connsiteX2" fmla="*/ 3949 w 7360"/>
                  <a:gd name="connsiteY2" fmla="*/ 610 h 2774"/>
                </a:gdLst>
                <a:ahLst/>
                <a:cxnLst>
                  <a:cxn ang="0">
                    <a:pos x="connsiteX0" y="connsiteY0"/>
                  </a:cxn>
                  <a:cxn ang="0">
                    <a:pos x="connsiteX1" y="connsiteY1"/>
                  </a:cxn>
                  <a:cxn ang="0">
                    <a:pos x="connsiteX2" y="connsiteY2"/>
                  </a:cxn>
                </a:cxnLst>
                <a:rect l="l" t="t" r="r" b="b"/>
                <a:pathLst>
                  <a:path w="7360" h="2774">
                    <a:moveTo>
                      <a:pt x="3949" y="610"/>
                    </a:moveTo>
                    <a:cubicBezTo>
                      <a:pt x="1937" y="1250"/>
                      <a:pt x="166" y="2130"/>
                      <a:pt x="0" y="2553"/>
                    </a:cubicBezTo>
                    <a:cubicBezTo>
                      <a:pt x="1006" y="3953"/>
                      <a:pt x="13122" y="-1836"/>
                      <a:pt x="3949" y="6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7" name="Freeform: Shape 596">
                <a:extLst>
                  <a:ext uri="{FF2B5EF4-FFF2-40B4-BE49-F238E27FC236}">
                    <a16:creationId xmlns:a16="http://schemas.microsoft.com/office/drawing/2014/main" id="{B125B741-4EBB-385D-3888-1BE1F2C887E8}"/>
                  </a:ext>
                </a:extLst>
              </p:cNvPr>
              <p:cNvSpPr/>
              <p:nvPr/>
            </p:nvSpPr>
            <p:spPr>
              <a:xfrm>
                <a:off x="4169526" y="6502092"/>
                <a:ext cx="9283" cy="3116"/>
              </a:xfrm>
              <a:custGeom>
                <a:avLst/>
                <a:gdLst>
                  <a:gd name="connsiteX0" fmla="*/ 5046 w 9283"/>
                  <a:gd name="connsiteY0" fmla="*/ 623 h 3116"/>
                  <a:gd name="connsiteX1" fmla="*/ 0 w 9283"/>
                  <a:gd name="connsiteY1" fmla="*/ 331 h 3116"/>
                  <a:gd name="connsiteX2" fmla="*/ 5046 w 9283"/>
                  <a:gd name="connsiteY2" fmla="*/ 623 h 3116"/>
                </a:gdLst>
                <a:ahLst/>
                <a:cxnLst>
                  <a:cxn ang="0">
                    <a:pos x="connsiteX0" y="connsiteY0"/>
                  </a:cxn>
                  <a:cxn ang="0">
                    <a:pos x="connsiteX1" y="connsiteY1"/>
                  </a:cxn>
                  <a:cxn ang="0">
                    <a:pos x="connsiteX2" y="connsiteY2"/>
                  </a:cxn>
                </a:cxnLst>
                <a:rect l="l" t="t" r="r" b="b"/>
                <a:pathLst>
                  <a:path w="9283" h="3116">
                    <a:moveTo>
                      <a:pt x="5046" y="623"/>
                    </a:moveTo>
                    <a:cubicBezTo>
                      <a:pt x="2515" y="-68"/>
                      <a:pt x="257" y="-212"/>
                      <a:pt x="0" y="331"/>
                    </a:cubicBezTo>
                    <a:cubicBezTo>
                      <a:pt x="474" y="3303"/>
                      <a:pt x="16779" y="4601"/>
                      <a:pt x="5046" y="6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8" name="Freeform: Shape 597">
                <a:extLst>
                  <a:ext uri="{FF2B5EF4-FFF2-40B4-BE49-F238E27FC236}">
                    <a16:creationId xmlns:a16="http://schemas.microsoft.com/office/drawing/2014/main" id="{7C90D4E5-C171-E29C-0EEF-D2A4ACAFE0B9}"/>
                  </a:ext>
                </a:extLst>
              </p:cNvPr>
              <p:cNvSpPr/>
              <p:nvPr/>
            </p:nvSpPr>
            <p:spPr>
              <a:xfrm>
                <a:off x="4273276" y="6271808"/>
                <a:ext cx="8412" cy="2272"/>
              </a:xfrm>
              <a:custGeom>
                <a:avLst/>
                <a:gdLst>
                  <a:gd name="connsiteX0" fmla="*/ 4561 w 8412"/>
                  <a:gd name="connsiteY0" fmla="*/ 227 h 2272"/>
                  <a:gd name="connsiteX1" fmla="*/ 0 w 8412"/>
                  <a:gd name="connsiteY1" fmla="*/ 1833 h 2272"/>
                  <a:gd name="connsiteX2" fmla="*/ 4561 w 8412"/>
                  <a:gd name="connsiteY2" fmla="*/ 227 h 2272"/>
                </a:gdLst>
                <a:ahLst/>
                <a:cxnLst>
                  <a:cxn ang="0">
                    <a:pos x="connsiteX0" y="connsiteY0"/>
                  </a:cxn>
                  <a:cxn ang="0">
                    <a:pos x="connsiteX1" y="connsiteY1"/>
                  </a:cxn>
                  <a:cxn ang="0">
                    <a:pos x="connsiteX2" y="connsiteY2"/>
                  </a:cxn>
                </a:cxnLst>
                <a:rect l="l" t="t" r="r" b="b"/>
                <a:pathLst>
                  <a:path w="8412" h="2272">
                    <a:moveTo>
                      <a:pt x="4561" y="227"/>
                    </a:moveTo>
                    <a:cubicBezTo>
                      <a:pt x="2263" y="633"/>
                      <a:pt x="217" y="1359"/>
                      <a:pt x="0" y="1833"/>
                    </a:cubicBezTo>
                    <a:cubicBezTo>
                      <a:pt x="972" y="3702"/>
                      <a:pt x="15019" y="-1071"/>
                      <a:pt x="4561" y="2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599" name="Freeform: Shape 598">
                <a:extLst>
                  <a:ext uri="{FF2B5EF4-FFF2-40B4-BE49-F238E27FC236}">
                    <a16:creationId xmlns:a16="http://schemas.microsoft.com/office/drawing/2014/main" id="{14E12926-189E-549B-C8CD-16336635596E}"/>
                  </a:ext>
                </a:extLst>
              </p:cNvPr>
              <p:cNvSpPr/>
              <p:nvPr/>
            </p:nvSpPr>
            <p:spPr>
              <a:xfrm>
                <a:off x="4196884" y="6452403"/>
                <a:ext cx="8768" cy="1865"/>
              </a:xfrm>
              <a:custGeom>
                <a:avLst/>
                <a:gdLst>
                  <a:gd name="connsiteX0" fmla="*/ 4818 w 8768"/>
                  <a:gd name="connsiteY0" fmla="*/ 60 h 1865"/>
                  <a:gd name="connsiteX1" fmla="*/ 3943 w 8768"/>
                  <a:gd name="connsiteY1" fmla="*/ 1797 h 1865"/>
                  <a:gd name="connsiteX2" fmla="*/ 4818 w 8768"/>
                  <a:gd name="connsiteY2" fmla="*/ 60 h 1865"/>
                </a:gdLst>
                <a:ahLst/>
                <a:cxnLst>
                  <a:cxn ang="0">
                    <a:pos x="connsiteX0" y="connsiteY0"/>
                  </a:cxn>
                  <a:cxn ang="0">
                    <a:pos x="connsiteX1" y="connsiteY1"/>
                  </a:cxn>
                  <a:cxn ang="0">
                    <a:pos x="connsiteX2" y="connsiteY2"/>
                  </a:cxn>
                </a:cxnLst>
                <a:rect l="l" t="t" r="r" b="b"/>
                <a:pathLst>
                  <a:path w="8768" h="1865">
                    <a:moveTo>
                      <a:pt x="4818" y="60"/>
                    </a:moveTo>
                    <a:cubicBezTo>
                      <a:pt x="-343" y="-335"/>
                      <a:pt x="-2395" y="1334"/>
                      <a:pt x="3943" y="1797"/>
                    </a:cubicBezTo>
                    <a:cubicBezTo>
                      <a:pt x="9150" y="2232"/>
                      <a:pt x="11138" y="472"/>
                      <a:pt x="4818" y="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0" name="Freeform: Shape 599">
                <a:extLst>
                  <a:ext uri="{FF2B5EF4-FFF2-40B4-BE49-F238E27FC236}">
                    <a16:creationId xmlns:a16="http://schemas.microsoft.com/office/drawing/2014/main" id="{55AAA86B-86FD-B0F5-4E59-51BD857BE912}"/>
                  </a:ext>
                </a:extLst>
              </p:cNvPr>
              <p:cNvSpPr/>
              <p:nvPr/>
            </p:nvSpPr>
            <p:spPr>
              <a:xfrm>
                <a:off x="4223034" y="6385012"/>
                <a:ext cx="8586" cy="2212"/>
              </a:xfrm>
              <a:custGeom>
                <a:avLst/>
                <a:gdLst>
                  <a:gd name="connsiteX0" fmla="*/ 4722 w 8586"/>
                  <a:gd name="connsiteY0" fmla="*/ 3 h 2212"/>
                  <a:gd name="connsiteX1" fmla="*/ 3865 w 8586"/>
                  <a:gd name="connsiteY1" fmla="*/ 2209 h 2212"/>
                  <a:gd name="connsiteX2" fmla="*/ 4722 w 8586"/>
                  <a:gd name="connsiteY2" fmla="*/ 3 h 2212"/>
                </a:gdLst>
                <a:ahLst/>
                <a:cxnLst>
                  <a:cxn ang="0">
                    <a:pos x="connsiteX0" y="connsiteY0"/>
                  </a:cxn>
                  <a:cxn ang="0">
                    <a:pos x="connsiteX1" y="connsiteY1"/>
                  </a:cxn>
                  <a:cxn ang="0">
                    <a:pos x="connsiteX2" y="connsiteY2"/>
                  </a:cxn>
                </a:cxnLst>
                <a:rect l="l" t="t" r="r" b="b"/>
                <a:pathLst>
                  <a:path w="8586" h="2212">
                    <a:moveTo>
                      <a:pt x="4722" y="3"/>
                    </a:moveTo>
                    <a:cubicBezTo>
                      <a:pt x="-284" y="-95"/>
                      <a:pt x="-2387" y="2157"/>
                      <a:pt x="3865" y="2209"/>
                    </a:cubicBezTo>
                    <a:cubicBezTo>
                      <a:pt x="8877" y="2312"/>
                      <a:pt x="10969" y="43"/>
                      <a:pt x="4722"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1" name="Freeform: Shape 600">
                <a:extLst>
                  <a:ext uri="{FF2B5EF4-FFF2-40B4-BE49-F238E27FC236}">
                    <a16:creationId xmlns:a16="http://schemas.microsoft.com/office/drawing/2014/main" id="{1D89BB7B-C6F0-5CD3-7DDC-BB76B7B5C9BF}"/>
                  </a:ext>
                </a:extLst>
              </p:cNvPr>
              <p:cNvSpPr/>
              <p:nvPr/>
            </p:nvSpPr>
            <p:spPr>
              <a:xfrm>
                <a:off x="4248633" y="6325067"/>
                <a:ext cx="8640" cy="1932"/>
              </a:xfrm>
              <a:custGeom>
                <a:avLst/>
                <a:gdLst>
                  <a:gd name="connsiteX0" fmla="*/ 4692 w 8640"/>
                  <a:gd name="connsiteY0" fmla="*/ 9 h 1932"/>
                  <a:gd name="connsiteX1" fmla="*/ 0 w 8640"/>
                  <a:gd name="connsiteY1" fmla="*/ 1231 h 1932"/>
                  <a:gd name="connsiteX2" fmla="*/ 4692 w 8640"/>
                  <a:gd name="connsiteY2" fmla="*/ 9 h 1932"/>
                </a:gdLst>
                <a:ahLst/>
                <a:cxnLst>
                  <a:cxn ang="0">
                    <a:pos x="connsiteX0" y="connsiteY0"/>
                  </a:cxn>
                  <a:cxn ang="0">
                    <a:pos x="connsiteX1" y="connsiteY1"/>
                  </a:cxn>
                  <a:cxn ang="0">
                    <a:pos x="connsiteX2" y="connsiteY2"/>
                  </a:cxn>
                </a:cxnLst>
                <a:rect l="l" t="t" r="r" b="b"/>
                <a:pathLst>
                  <a:path w="8640" h="1932">
                    <a:moveTo>
                      <a:pt x="4692" y="9"/>
                    </a:moveTo>
                    <a:cubicBezTo>
                      <a:pt x="2332" y="186"/>
                      <a:pt x="234" y="734"/>
                      <a:pt x="0" y="1231"/>
                    </a:cubicBezTo>
                    <a:cubicBezTo>
                      <a:pt x="892" y="3409"/>
                      <a:pt x="15459" y="-197"/>
                      <a:pt x="4692"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2" name="Freeform: Shape 601">
                <a:extLst>
                  <a:ext uri="{FF2B5EF4-FFF2-40B4-BE49-F238E27FC236}">
                    <a16:creationId xmlns:a16="http://schemas.microsoft.com/office/drawing/2014/main" id="{77823014-9F5C-366B-73F3-1823B5FFDF18}"/>
                  </a:ext>
                </a:extLst>
              </p:cNvPr>
              <p:cNvSpPr/>
              <p:nvPr/>
            </p:nvSpPr>
            <p:spPr>
              <a:xfrm>
                <a:off x="3677578" y="7526128"/>
                <a:ext cx="12862" cy="5241"/>
              </a:xfrm>
              <a:custGeom>
                <a:avLst/>
                <a:gdLst>
                  <a:gd name="connsiteX0" fmla="*/ 7533 w 12862"/>
                  <a:gd name="connsiteY0" fmla="*/ 18 h 5241"/>
                  <a:gd name="connsiteX1" fmla="*/ 1246 w 12862"/>
                  <a:gd name="connsiteY1" fmla="*/ 4321 h 5241"/>
                  <a:gd name="connsiteX2" fmla="*/ 7533 w 12862"/>
                  <a:gd name="connsiteY2" fmla="*/ 18 h 5241"/>
                </a:gdLst>
                <a:ahLst/>
                <a:cxnLst>
                  <a:cxn ang="0">
                    <a:pos x="connsiteX0" y="connsiteY0"/>
                  </a:cxn>
                  <a:cxn ang="0">
                    <a:pos x="connsiteX1" y="connsiteY1"/>
                  </a:cxn>
                  <a:cxn ang="0">
                    <a:pos x="connsiteX2" y="connsiteY2"/>
                  </a:cxn>
                </a:cxnLst>
                <a:rect l="l" t="t" r="r" b="b"/>
                <a:pathLst>
                  <a:path w="12862" h="5241">
                    <a:moveTo>
                      <a:pt x="7533" y="18"/>
                    </a:moveTo>
                    <a:cubicBezTo>
                      <a:pt x="5070" y="-199"/>
                      <a:pt x="-3085" y="1544"/>
                      <a:pt x="1246" y="4321"/>
                    </a:cubicBezTo>
                    <a:cubicBezTo>
                      <a:pt x="6482" y="7647"/>
                      <a:pt x="20455" y="955"/>
                      <a:pt x="753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3" name="Freeform: Shape 602">
                <a:extLst>
                  <a:ext uri="{FF2B5EF4-FFF2-40B4-BE49-F238E27FC236}">
                    <a16:creationId xmlns:a16="http://schemas.microsoft.com/office/drawing/2014/main" id="{E511C068-6A6A-836C-C172-268FB4CD847C}"/>
                  </a:ext>
                </a:extLst>
              </p:cNvPr>
              <p:cNvSpPr/>
              <p:nvPr/>
            </p:nvSpPr>
            <p:spPr>
              <a:xfrm>
                <a:off x="4220840" y="6002280"/>
                <a:ext cx="6074" cy="3823"/>
              </a:xfrm>
              <a:custGeom>
                <a:avLst/>
                <a:gdLst>
                  <a:gd name="connsiteX0" fmla="*/ 3288 w 6074"/>
                  <a:gd name="connsiteY0" fmla="*/ 1178 h 3823"/>
                  <a:gd name="connsiteX1" fmla="*/ 659 w 6074"/>
                  <a:gd name="connsiteY1" fmla="*/ 2818 h 3823"/>
                  <a:gd name="connsiteX2" fmla="*/ 3288 w 6074"/>
                  <a:gd name="connsiteY2" fmla="*/ 1178 h 3823"/>
                </a:gdLst>
                <a:ahLst/>
                <a:cxnLst>
                  <a:cxn ang="0">
                    <a:pos x="connsiteX0" y="connsiteY0"/>
                  </a:cxn>
                  <a:cxn ang="0">
                    <a:pos x="connsiteX1" y="connsiteY1"/>
                  </a:cxn>
                  <a:cxn ang="0">
                    <a:pos x="connsiteX2" y="connsiteY2"/>
                  </a:cxn>
                </a:cxnLst>
                <a:rect l="l" t="t" r="r" b="b"/>
                <a:pathLst>
                  <a:path w="6074" h="3823">
                    <a:moveTo>
                      <a:pt x="3288" y="1178"/>
                    </a:moveTo>
                    <a:cubicBezTo>
                      <a:pt x="2345" y="1710"/>
                      <a:pt x="1390" y="2310"/>
                      <a:pt x="659" y="2818"/>
                    </a:cubicBezTo>
                    <a:cubicBezTo>
                      <a:pt x="-3285" y="6968"/>
                      <a:pt x="12140" y="-3359"/>
                      <a:pt x="3288" y="11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4" name="Freeform: Shape 603">
                <a:extLst>
                  <a:ext uri="{FF2B5EF4-FFF2-40B4-BE49-F238E27FC236}">
                    <a16:creationId xmlns:a16="http://schemas.microsoft.com/office/drawing/2014/main" id="{28996B57-BFBD-DBE1-8133-F1F546D726F4}"/>
                  </a:ext>
                </a:extLst>
              </p:cNvPr>
              <p:cNvSpPr/>
              <p:nvPr/>
            </p:nvSpPr>
            <p:spPr>
              <a:xfrm>
                <a:off x="3719470" y="6691773"/>
                <a:ext cx="10630" cy="2524"/>
              </a:xfrm>
              <a:custGeom>
                <a:avLst/>
                <a:gdLst>
                  <a:gd name="connsiteX0" fmla="*/ 5995 w 10630"/>
                  <a:gd name="connsiteY0" fmla="*/ 63 h 2524"/>
                  <a:gd name="connsiteX1" fmla="*/ 0 w 10630"/>
                  <a:gd name="connsiteY1" fmla="*/ 875 h 2524"/>
                  <a:gd name="connsiteX2" fmla="*/ 5995 w 10630"/>
                  <a:gd name="connsiteY2" fmla="*/ 63 h 2524"/>
                </a:gdLst>
                <a:ahLst/>
                <a:cxnLst>
                  <a:cxn ang="0">
                    <a:pos x="connsiteX0" y="connsiteY0"/>
                  </a:cxn>
                  <a:cxn ang="0">
                    <a:pos x="connsiteX1" y="connsiteY1"/>
                  </a:cxn>
                  <a:cxn ang="0">
                    <a:pos x="connsiteX2" y="connsiteY2"/>
                  </a:cxn>
                </a:cxnLst>
                <a:rect l="l" t="t" r="r" b="b"/>
                <a:pathLst>
                  <a:path w="10630" h="2524">
                    <a:moveTo>
                      <a:pt x="5995" y="63"/>
                    </a:moveTo>
                    <a:cubicBezTo>
                      <a:pt x="3103" y="-154"/>
                      <a:pt x="417" y="206"/>
                      <a:pt x="0" y="875"/>
                    </a:cubicBezTo>
                    <a:cubicBezTo>
                      <a:pt x="486" y="4155"/>
                      <a:pt x="19031" y="1824"/>
                      <a:pt x="5995" y="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5" name="Freeform: Shape 604">
                <a:extLst>
                  <a:ext uri="{FF2B5EF4-FFF2-40B4-BE49-F238E27FC236}">
                    <a16:creationId xmlns:a16="http://schemas.microsoft.com/office/drawing/2014/main" id="{C4B61811-5A61-BB06-9014-08438DEA7E62}"/>
                  </a:ext>
                </a:extLst>
              </p:cNvPr>
              <p:cNvSpPr/>
              <p:nvPr/>
            </p:nvSpPr>
            <p:spPr>
              <a:xfrm>
                <a:off x="3672790" y="6775258"/>
                <a:ext cx="10663" cy="3203"/>
              </a:xfrm>
              <a:custGeom>
                <a:avLst/>
                <a:gdLst>
                  <a:gd name="connsiteX0" fmla="*/ 6115 w 10663"/>
                  <a:gd name="connsiteY0" fmla="*/ 17 h 3203"/>
                  <a:gd name="connsiteX1" fmla="*/ 4543 w 10663"/>
                  <a:gd name="connsiteY1" fmla="*/ 3188 h 3203"/>
                  <a:gd name="connsiteX2" fmla="*/ 6115 w 10663"/>
                  <a:gd name="connsiteY2" fmla="*/ 17 h 3203"/>
                </a:gdLst>
                <a:ahLst/>
                <a:cxnLst>
                  <a:cxn ang="0">
                    <a:pos x="connsiteX0" y="connsiteY0"/>
                  </a:cxn>
                  <a:cxn ang="0">
                    <a:pos x="connsiteX1" y="connsiteY1"/>
                  </a:cxn>
                  <a:cxn ang="0">
                    <a:pos x="connsiteX2" y="connsiteY2"/>
                  </a:cxn>
                </a:cxnLst>
                <a:rect l="l" t="t" r="r" b="b"/>
                <a:pathLst>
                  <a:path w="10663" h="3203">
                    <a:moveTo>
                      <a:pt x="6115" y="17"/>
                    </a:moveTo>
                    <a:cubicBezTo>
                      <a:pt x="268" y="-258"/>
                      <a:pt x="-3350" y="2943"/>
                      <a:pt x="4543" y="3188"/>
                    </a:cubicBezTo>
                    <a:cubicBezTo>
                      <a:pt x="10401" y="3451"/>
                      <a:pt x="14013" y="262"/>
                      <a:pt x="611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6" name="Freeform: Shape 605">
                <a:extLst>
                  <a:ext uri="{FF2B5EF4-FFF2-40B4-BE49-F238E27FC236}">
                    <a16:creationId xmlns:a16="http://schemas.microsoft.com/office/drawing/2014/main" id="{D75FE9FC-D2AC-36C1-B77A-E20B7D2E3941}"/>
                  </a:ext>
                </a:extLst>
              </p:cNvPr>
              <p:cNvSpPr/>
              <p:nvPr/>
            </p:nvSpPr>
            <p:spPr>
              <a:xfrm>
                <a:off x="3764127" y="6626759"/>
                <a:ext cx="10326" cy="2566"/>
              </a:xfrm>
              <a:custGeom>
                <a:avLst/>
                <a:gdLst>
                  <a:gd name="connsiteX0" fmla="*/ 5807 w 10326"/>
                  <a:gd name="connsiteY0" fmla="*/ 355 h 2566"/>
                  <a:gd name="connsiteX1" fmla="*/ 0 w 10326"/>
                  <a:gd name="connsiteY1" fmla="*/ 424 h 2566"/>
                  <a:gd name="connsiteX2" fmla="*/ 5807 w 10326"/>
                  <a:gd name="connsiteY2" fmla="*/ 355 h 2566"/>
                </a:gdLst>
                <a:ahLst/>
                <a:cxnLst>
                  <a:cxn ang="0">
                    <a:pos x="connsiteX0" y="connsiteY0"/>
                  </a:cxn>
                  <a:cxn ang="0">
                    <a:pos x="connsiteX1" y="connsiteY1"/>
                  </a:cxn>
                  <a:cxn ang="0">
                    <a:pos x="connsiteX2" y="connsiteY2"/>
                  </a:cxn>
                </a:cxnLst>
                <a:rect l="l" t="t" r="r" b="b"/>
                <a:pathLst>
                  <a:path w="10326" h="2566">
                    <a:moveTo>
                      <a:pt x="5807" y="355"/>
                    </a:moveTo>
                    <a:cubicBezTo>
                      <a:pt x="2995" y="-143"/>
                      <a:pt x="394" y="-114"/>
                      <a:pt x="0" y="424"/>
                    </a:cubicBezTo>
                    <a:cubicBezTo>
                      <a:pt x="400" y="3281"/>
                      <a:pt x="18528" y="3303"/>
                      <a:pt x="5807" y="3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7" name="Freeform: Shape 606">
                <a:extLst>
                  <a:ext uri="{FF2B5EF4-FFF2-40B4-BE49-F238E27FC236}">
                    <a16:creationId xmlns:a16="http://schemas.microsoft.com/office/drawing/2014/main" id="{C7237585-74A8-1AC9-7676-65A99A223D34}"/>
                  </a:ext>
                </a:extLst>
              </p:cNvPr>
              <p:cNvSpPr/>
              <p:nvPr/>
            </p:nvSpPr>
            <p:spPr>
              <a:xfrm>
                <a:off x="3806646" y="6571675"/>
                <a:ext cx="9732" cy="3386"/>
              </a:xfrm>
              <a:custGeom>
                <a:avLst/>
                <a:gdLst>
                  <a:gd name="connsiteX0" fmla="*/ 5544 w 9732"/>
                  <a:gd name="connsiteY0" fmla="*/ 832 h 3386"/>
                  <a:gd name="connsiteX1" fmla="*/ 4184 w 9732"/>
                  <a:gd name="connsiteY1" fmla="*/ 2563 h 3386"/>
                  <a:gd name="connsiteX2" fmla="*/ 5544 w 9732"/>
                  <a:gd name="connsiteY2" fmla="*/ 832 h 3386"/>
                </a:gdLst>
                <a:ahLst/>
                <a:cxnLst>
                  <a:cxn ang="0">
                    <a:pos x="connsiteX0" y="connsiteY0"/>
                  </a:cxn>
                  <a:cxn ang="0">
                    <a:pos x="connsiteX1" y="connsiteY1"/>
                  </a:cxn>
                  <a:cxn ang="0">
                    <a:pos x="connsiteX2" y="connsiteY2"/>
                  </a:cxn>
                </a:cxnLst>
                <a:rect l="l" t="t" r="r" b="b"/>
                <a:pathLst>
                  <a:path w="9732" h="3386">
                    <a:moveTo>
                      <a:pt x="5544" y="832"/>
                    </a:moveTo>
                    <a:cubicBezTo>
                      <a:pt x="-193" y="-997"/>
                      <a:pt x="-2754" y="466"/>
                      <a:pt x="4184" y="2563"/>
                    </a:cubicBezTo>
                    <a:cubicBezTo>
                      <a:pt x="9934" y="4363"/>
                      <a:pt x="12483" y="2952"/>
                      <a:pt x="5544" y="8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8" name="Freeform: Shape 607">
                <a:extLst>
                  <a:ext uri="{FF2B5EF4-FFF2-40B4-BE49-F238E27FC236}">
                    <a16:creationId xmlns:a16="http://schemas.microsoft.com/office/drawing/2014/main" id="{80C34728-1676-2E76-FBA0-0244879166E4}"/>
                  </a:ext>
                </a:extLst>
              </p:cNvPr>
              <p:cNvSpPr/>
              <p:nvPr/>
            </p:nvSpPr>
            <p:spPr>
              <a:xfrm>
                <a:off x="3846663" y="6518124"/>
                <a:ext cx="9770" cy="4321"/>
              </a:xfrm>
              <a:custGeom>
                <a:avLst/>
                <a:gdLst>
                  <a:gd name="connsiteX0" fmla="*/ 5452 w 9770"/>
                  <a:gd name="connsiteY0" fmla="*/ 1285 h 4321"/>
                  <a:gd name="connsiteX1" fmla="*/ 0 w 9770"/>
                  <a:gd name="connsiteY1" fmla="*/ 198 h 4321"/>
                  <a:gd name="connsiteX2" fmla="*/ 5452 w 9770"/>
                  <a:gd name="connsiteY2" fmla="*/ 1285 h 4321"/>
                </a:gdLst>
                <a:ahLst/>
                <a:cxnLst>
                  <a:cxn ang="0">
                    <a:pos x="connsiteX0" y="connsiteY0"/>
                  </a:cxn>
                  <a:cxn ang="0">
                    <a:pos x="connsiteX1" y="connsiteY1"/>
                  </a:cxn>
                  <a:cxn ang="0">
                    <a:pos x="connsiteX2" y="connsiteY2"/>
                  </a:cxn>
                </a:cxnLst>
                <a:rect l="l" t="t" r="r" b="b"/>
                <a:pathLst>
                  <a:path w="9770" h="4321">
                    <a:moveTo>
                      <a:pt x="5452" y="1285"/>
                    </a:moveTo>
                    <a:cubicBezTo>
                      <a:pt x="2795" y="182"/>
                      <a:pt x="354" y="-305"/>
                      <a:pt x="0" y="198"/>
                    </a:cubicBezTo>
                    <a:cubicBezTo>
                      <a:pt x="154" y="3228"/>
                      <a:pt x="17648" y="7159"/>
                      <a:pt x="5452" y="128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09" name="Freeform: Shape 608">
                <a:extLst>
                  <a:ext uri="{FF2B5EF4-FFF2-40B4-BE49-F238E27FC236}">
                    <a16:creationId xmlns:a16="http://schemas.microsoft.com/office/drawing/2014/main" id="{E87DA636-D6D7-0D43-F8C2-294138451C86}"/>
                  </a:ext>
                </a:extLst>
              </p:cNvPr>
              <p:cNvSpPr/>
              <p:nvPr/>
            </p:nvSpPr>
            <p:spPr>
              <a:xfrm>
                <a:off x="3513073" y="7112894"/>
                <a:ext cx="12042" cy="4172"/>
              </a:xfrm>
              <a:custGeom>
                <a:avLst/>
                <a:gdLst>
                  <a:gd name="connsiteX0" fmla="*/ 6892 w 12042"/>
                  <a:gd name="connsiteY0" fmla="*/ 0 h 4172"/>
                  <a:gd name="connsiteX1" fmla="*/ 0 w 12042"/>
                  <a:gd name="connsiteY1" fmla="*/ 2052 h 4172"/>
                  <a:gd name="connsiteX2" fmla="*/ 6892 w 12042"/>
                  <a:gd name="connsiteY2" fmla="*/ 0 h 4172"/>
                </a:gdLst>
                <a:ahLst/>
                <a:cxnLst>
                  <a:cxn ang="0">
                    <a:pos x="connsiteX0" y="connsiteY0"/>
                  </a:cxn>
                  <a:cxn ang="0">
                    <a:pos x="connsiteX1" y="connsiteY1"/>
                  </a:cxn>
                  <a:cxn ang="0">
                    <a:pos x="connsiteX2" y="connsiteY2"/>
                  </a:cxn>
                </a:cxnLst>
                <a:rect l="l" t="t" r="r" b="b"/>
                <a:pathLst>
                  <a:path w="12042" h="4172">
                    <a:moveTo>
                      <a:pt x="6892" y="0"/>
                    </a:moveTo>
                    <a:cubicBezTo>
                      <a:pt x="3623" y="0"/>
                      <a:pt x="537" y="915"/>
                      <a:pt x="0" y="2052"/>
                    </a:cubicBezTo>
                    <a:cubicBezTo>
                      <a:pt x="389" y="7338"/>
                      <a:pt x="21517" y="1223"/>
                      <a:pt x="689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0" name="Freeform: Shape 609">
                <a:extLst>
                  <a:ext uri="{FF2B5EF4-FFF2-40B4-BE49-F238E27FC236}">
                    <a16:creationId xmlns:a16="http://schemas.microsoft.com/office/drawing/2014/main" id="{5AAD02D5-81D3-69BA-1990-CC78F838B34E}"/>
                  </a:ext>
                </a:extLst>
              </p:cNvPr>
              <p:cNvSpPr/>
              <p:nvPr/>
            </p:nvSpPr>
            <p:spPr>
              <a:xfrm>
                <a:off x="3387163" y="7378723"/>
                <a:ext cx="12639" cy="4735"/>
              </a:xfrm>
              <a:custGeom>
                <a:avLst/>
                <a:gdLst>
                  <a:gd name="connsiteX0" fmla="*/ 7415 w 12639"/>
                  <a:gd name="connsiteY0" fmla="*/ 16 h 4735"/>
                  <a:gd name="connsiteX1" fmla="*/ 5215 w 12639"/>
                  <a:gd name="connsiteY1" fmla="*/ 4719 h 4735"/>
                  <a:gd name="connsiteX2" fmla="*/ 7415 w 12639"/>
                  <a:gd name="connsiteY2" fmla="*/ 16 h 4735"/>
                </a:gdLst>
                <a:ahLst/>
                <a:cxnLst>
                  <a:cxn ang="0">
                    <a:pos x="connsiteX0" y="connsiteY0"/>
                  </a:cxn>
                  <a:cxn ang="0">
                    <a:pos x="connsiteX1" y="connsiteY1"/>
                  </a:cxn>
                  <a:cxn ang="0">
                    <a:pos x="connsiteX2" y="connsiteY2"/>
                  </a:cxn>
                </a:cxnLst>
                <a:rect l="l" t="t" r="r" b="b"/>
                <a:pathLst>
                  <a:path w="12639" h="4735">
                    <a:moveTo>
                      <a:pt x="7415" y="16"/>
                    </a:moveTo>
                    <a:cubicBezTo>
                      <a:pt x="695" y="-310"/>
                      <a:pt x="-4169" y="4428"/>
                      <a:pt x="5215" y="4719"/>
                    </a:cubicBezTo>
                    <a:cubicBezTo>
                      <a:pt x="11959" y="5045"/>
                      <a:pt x="16805" y="307"/>
                      <a:pt x="741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1" name="Freeform: Shape 610">
                <a:extLst>
                  <a:ext uri="{FF2B5EF4-FFF2-40B4-BE49-F238E27FC236}">
                    <a16:creationId xmlns:a16="http://schemas.microsoft.com/office/drawing/2014/main" id="{CC542E81-763F-263A-40AF-2B135DBD02FD}"/>
                  </a:ext>
                </a:extLst>
              </p:cNvPr>
              <p:cNvSpPr/>
              <p:nvPr/>
            </p:nvSpPr>
            <p:spPr>
              <a:xfrm>
                <a:off x="3623452" y="6880134"/>
                <a:ext cx="11273" cy="3671"/>
              </a:xfrm>
              <a:custGeom>
                <a:avLst/>
                <a:gdLst>
                  <a:gd name="connsiteX0" fmla="*/ 6395 w 11273"/>
                  <a:gd name="connsiteY0" fmla="*/ 0 h 3671"/>
                  <a:gd name="connsiteX1" fmla="*/ 0 w 11273"/>
                  <a:gd name="connsiteY1" fmla="*/ 1805 h 3671"/>
                  <a:gd name="connsiteX2" fmla="*/ 6395 w 11273"/>
                  <a:gd name="connsiteY2" fmla="*/ 0 h 3671"/>
                </a:gdLst>
                <a:ahLst/>
                <a:cxnLst>
                  <a:cxn ang="0">
                    <a:pos x="connsiteX0" y="connsiteY0"/>
                  </a:cxn>
                  <a:cxn ang="0">
                    <a:pos x="connsiteX1" y="connsiteY1"/>
                  </a:cxn>
                  <a:cxn ang="0">
                    <a:pos x="connsiteX2" y="connsiteY2"/>
                  </a:cxn>
                </a:cxnLst>
                <a:rect l="l" t="t" r="r" b="b"/>
                <a:pathLst>
                  <a:path w="11273" h="3671">
                    <a:moveTo>
                      <a:pt x="6395" y="0"/>
                    </a:moveTo>
                    <a:cubicBezTo>
                      <a:pt x="3332" y="0"/>
                      <a:pt x="469" y="806"/>
                      <a:pt x="0" y="1805"/>
                    </a:cubicBezTo>
                    <a:cubicBezTo>
                      <a:pt x="497" y="6452"/>
                      <a:pt x="20151" y="1091"/>
                      <a:pt x="63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2" name="Freeform: Shape 611">
                <a:extLst>
                  <a:ext uri="{FF2B5EF4-FFF2-40B4-BE49-F238E27FC236}">
                    <a16:creationId xmlns:a16="http://schemas.microsoft.com/office/drawing/2014/main" id="{646C35DC-5B9A-591A-9D7B-BFC4A9F551C6}"/>
                  </a:ext>
                </a:extLst>
              </p:cNvPr>
              <p:cNvSpPr/>
              <p:nvPr/>
            </p:nvSpPr>
            <p:spPr>
              <a:xfrm>
                <a:off x="3452020" y="7241264"/>
                <a:ext cx="12471" cy="4463"/>
              </a:xfrm>
              <a:custGeom>
                <a:avLst/>
                <a:gdLst>
                  <a:gd name="connsiteX0" fmla="*/ 7167 w 12471"/>
                  <a:gd name="connsiteY0" fmla="*/ 0 h 4463"/>
                  <a:gd name="connsiteX1" fmla="*/ 0 w 12471"/>
                  <a:gd name="connsiteY1" fmla="*/ 2195 h 4463"/>
                  <a:gd name="connsiteX2" fmla="*/ 7167 w 12471"/>
                  <a:gd name="connsiteY2" fmla="*/ 0 h 4463"/>
                </a:gdLst>
                <a:ahLst/>
                <a:cxnLst>
                  <a:cxn ang="0">
                    <a:pos x="connsiteX0" y="connsiteY0"/>
                  </a:cxn>
                  <a:cxn ang="0">
                    <a:pos x="connsiteX1" y="connsiteY1"/>
                  </a:cxn>
                  <a:cxn ang="0">
                    <a:pos x="connsiteX2" y="connsiteY2"/>
                  </a:cxn>
                </a:cxnLst>
                <a:rect l="l" t="t" r="r" b="b"/>
                <a:pathLst>
                  <a:path w="12471" h="4463">
                    <a:moveTo>
                      <a:pt x="7167" y="0"/>
                    </a:moveTo>
                    <a:cubicBezTo>
                      <a:pt x="3783" y="0"/>
                      <a:pt x="577" y="983"/>
                      <a:pt x="0" y="2195"/>
                    </a:cubicBezTo>
                    <a:cubicBezTo>
                      <a:pt x="343" y="7853"/>
                      <a:pt x="22277" y="1303"/>
                      <a:pt x="71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3" name="Freeform: Shape 612">
                <a:extLst>
                  <a:ext uri="{FF2B5EF4-FFF2-40B4-BE49-F238E27FC236}">
                    <a16:creationId xmlns:a16="http://schemas.microsoft.com/office/drawing/2014/main" id="{B50C3A19-FEE8-7CCC-4D5E-2CD7BD02E363}"/>
                  </a:ext>
                </a:extLst>
              </p:cNvPr>
              <p:cNvSpPr/>
              <p:nvPr/>
            </p:nvSpPr>
            <p:spPr>
              <a:xfrm>
                <a:off x="3884396" y="6457713"/>
                <a:ext cx="9193" cy="5178"/>
              </a:xfrm>
              <a:custGeom>
                <a:avLst/>
                <a:gdLst>
                  <a:gd name="connsiteX0" fmla="*/ 5192 w 9193"/>
                  <a:gd name="connsiteY0" fmla="*/ 1494 h 5178"/>
                  <a:gd name="connsiteX1" fmla="*/ 3998 w 9193"/>
                  <a:gd name="connsiteY1" fmla="*/ 3683 h 5178"/>
                  <a:gd name="connsiteX2" fmla="*/ 5192 w 9193"/>
                  <a:gd name="connsiteY2" fmla="*/ 1494 h 5178"/>
                </a:gdLst>
                <a:ahLst/>
                <a:cxnLst>
                  <a:cxn ang="0">
                    <a:pos x="connsiteX0" y="connsiteY0"/>
                  </a:cxn>
                  <a:cxn ang="0">
                    <a:pos x="connsiteX1" y="connsiteY1"/>
                  </a:cxn>
                  <a:cxn ang="0">
                    <a:pos x="connsiteX2" y="connsiteY2"/>
                  </a:cxn>
                </a:cxnLst>
                <a:rect l="l" t="t" r="r" b="b"/>
                <a:pathLst>
                  <a:path w="9193" h="5178">
                    <a:moveTo>
                      <a:pt x="5192" y="1494"/>
                    </a:moveTo>
                    <a:cubicBezTo>
                      <a:pt x="-797" y="-1609"/>
                      <a:pt x="-2135" y="614"/>
                      <a:pt x="3998" y="3683"/>
                    </a:cubicBezTo>
                    <a:cubicBezTo>
                      <a:pt x="9998" y="6781"/>
                      <a:pt x="11324" y="4580"/>
                      <a:pt x="5192" y="14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4" name="Freeform: Shape 613">
                <a:extLst>
                  <a:ext uri="{FF2B5EF4-FFF2-40B4-BE49-F238E27FC236}">
                    <a16:creationId xmlns:a16="http://schemas.microsoft.com/office/drawing/2014/main" id="{36E9D737-F725-658F-7206-1AE7B2F930B1}"/>
                  </a:ext>
                </a:extLst>
              </p:cNvPr>
              <p:cNvSpPr/>
              <p:nvPr/>
            </p:nvSpPr>
            <p:spPr>
              <a:xfrm>
                <a:off x="3570240" y="6992794"/>
                <a:ext cx="11640" cy="3909"/>
              </a:xfrm>
              <a:custGeom>
                <a:avLst/>
                <a:gdLst>
                  <a:gd name="connsiteX0" fmla="*/ 6635 w 11640"/>
                  <a:gd name="connsiteY0" fmla="*/ 0 h 3909"/>
                  <a:gd name="connsiteX1" fmla="*/ 0 w 11640"/>
                  <a:gd name="connsiteY1" fmla="*/ 1920 h 3909"/>
                  <a:gd name="connsiteX2" fmla="*/ 6635 w 11640"/>
                  <a:gd name="connsiteY2" fmla="*/ 0 h 3909"/>
                </a:gdLst>
                <a:ahLst/>
                <a:cxnLst>
                  <a:cxn ang="0">
                    <a:pos x="connsiteX0" y="connsiteY0"/>
                  </a:cxn>
                  <a:cxn ang="0">
                    <a:pos x="connsiteX1" y="connsiteY1"/>
                  </a:cxn>
                  <a:cxn ang="0">
                    <a:pos x="connsiteX2" y="connsiteY2"/>
                  </a:cxn>
                </a:cxnLst>
                <a:rect l="l" t="t" r="r" b="b"/>
                <a:pathLst>
                  <a:path w="11640" h="3909">
                    <a:moveTo>
                      <a:pt x="6635" y="0"/>
                    </a:moveTo>
                    <a:cubicBezTo>
                      <a:pt x="3475" y="0"/>
                      <a:pt x="503" y="857"/>
                      <a:pt x="0" y="1920"/>
                    </a:cubicBezTo>
                    <a:cubicBezTo>
                      <a:pt x="440" y="6874"/>
                      <a:pt x="20803" y="1154"/>
                      <a:pt x="66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5" name="Freeform: Shape 614">
                <a:extLst>
                  <a:ext uri="{FF2B5EF4-FFF2-40B4-BE49-F238E27FC236}">
                    <a16:creationId xmlns:a16="http://schemas.microsoft.com/office/drawing/2014/main" id="{38093E59-B050-2D95-A5EE-A126873ADAA9}"/>
                  </a:ext>
                </a:extLst>
              </p:cNvPr>
              <p:cNvSpPr/>
              <p:nvPr/>
            </p:nvSpPr>
            <p:spPr>
              <a:xfrm>
                <a:off x="4151947" y="6137511"/>
                <a:ext cx="7675" cy="3971"/>
              </a:xfrm>
              <a:custGeom>
                <a:avLst/>
                <a:gdLst>
                  <a:gd name="connsiteX0" fmla="*/ 4206 w 7675"/>
                  <a:gd name="connsiteY0" fmla="*/ 1256 h 3971"/>
                  <a:gd name="connsiteX1" fmla="*/ 0 w 7675"/>
                  <a:gd name="connsiteY1" fmla="*/ 3879 h 3971"/>
                  <a:gd name="connsiteX2" fmla="*/ 4206 w 7675"/>
                  <a:gd name="connsiteY2" fmla="*/ 1256 h 3971"/>
                </a:gdLst>
                <a:ahLst/>
                <a:cxnLst>
                  <a:cxn ang="0">
                    <a:pos x="connsiteX0" y="connsiteY0"/>
                  </a:cxn>
                  <a:cxn ang="0">
                    <a:pos x="connsiteX1" y="connsiteY1"/>
                  </a:cxn>
                  <a:cxn ang="0">
                    <a:pos x="connsiteX2" y="connsiteY2"/>
                  </a:cxn>
                </a:cxnLst>
                <a:rect l="l" t="t" r="r" b="b"/>
                <a:pathLst>
                  <a:path w="7675" h="3971">
                    <a:moveTo>
                      <a:pt x="4206" y="1256"/>
                    </a:moveTo>
                    <a:cubicBezTo>
                      <a:pt x="2109" y="2279"/>
                      <a:pt x="223" y="3451"/>
                      <a:pt x="0" y="3879"/>
                    </a:cubicBezTo>
                    <a:cubicBezTo>
                      <a:pt x="989" y="4897"/>
                      <a:pt x="13625" y="-2967"/>
                      <a:pt x="4206" y="12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6" name="Freeform: Shape 615">
                <a:extLst>
                  <a:ext uri="{FF2B5EF4-FFF2-40B4-BE49-F238E27FC236}">
                    <a16:creationId xmlns:a16="http://schemas.microsoft.com/office/drawing/2014/main" id="{CAAC8B81-781A-0BFE-6E7D-4D5C1CB1ECDA}"/>
                  </a:ext>
                </a:extLst>
              </p:cNvPr>
              <p:cNvSpPr/>
              <p:nvPr/>
            </p:nvSpPr>
            <p:spPr>
              <a:xfrm>
                <a:off x="4175830" y="6091666"/>
                <a:ext cx="7514" cy="4077"/>
              </a:xfrm>
              <a:custGeom>
                <a:avLst/>
                <a:gdLst>
                  <a:gd name="connsiteX0" fmla="*/ 4109 w 7514"/>
                  <a:gd name="connsiteY0" fmla="*/ 1341 h 4077"/>
                  <a:gd name="connsiteX1" fmla="*/ 0 w 7514"/>
                  <a:gd name="connsiteY1" fmla="*/ 4004 h 4077"/>
                  <a:gd name="connsiteX2" fmla="*/ 4109 w 7514"/>
                  <a:gd name="connsiteY2" fmla="*/ 1341 h 4077"/>
                </a:gdLst>
                <a:ahLst/>
                <a:cxnLst>
                  <a:cxn ang="0">
                    <a:pos x="connsiteX0" y="connsiteY0"/>
                  </a:cxn>
                  <a:cxn ang="0">
                    <a:pos x="connsiteX1" y="connsiteY1"/>
                  </a:cxn>
                  <a:cxn ang="0">
                    <a:pos x="connsiteX2" y="connsiteY2"/>
                  </a:cxn>
                </a:cxnLst>
                <a:rect l="l" t="t" r="r" b="b"/>
                <a:pathLst>
                  <a:path w="7514" h="4077">
                    <a:moveTo>
                      <a:pt x="4109" y="1341"/>
                    </a:moveTo>
                    <a:cubicBezTo>
                      <a:pt x="2052" y="2399"/>
                      <a:pt x="217" y="3593"/>
                      <a:pt x="0" y="4004"/>
                    </a:cubicBezTo>
                    <a:cubicBezTo>
                      <a:pt x="989" y="4913"/>
                      <a:pt x="13339" y="-3077"/>
                      <a:pt x="4109" y="13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7" name="Freeform: Shape 616">
                <a:extLst>
                  <a:ext uri="{FF2B5EF4-FFF2-40B4-BE49-F238E27FC236}">
                    <a16:creationId xmlns:a16="http://schemas.microsoft.com/office/drawing/2014/main" id="{D0C96F92-D6C9-3469-98B2-12474BF64927}"/>
                  </a:ext>
                </a:extLst>
              </p:cNvPr>
              <p:cNvSpPr/>
              <p:nvPr/>
            </p:nvSpPr>
            <p:spPr>
              <a:xfrm>
                <a:off x="4127087" y="6185690"/>
                <a:ext cx="7848" cy="3891"/>
              </a:xfrm>
              <a:custGeom>
                <a:avLst/>
                <a:gdLst>
                  <a:gd name="connsiteX0" fmla="*/ 4303 w 7848"/>
                  <a:gd name="connsiteY0" fmla="*/ 1162 h 3891"/>
                  <a:gd name="connsiteX1" fmla="*/ 0 w 7848"/>
                  <a:gd name="connsiteY1" fmla="*/ 3769 h 3891"/>
                  <a:gd name="connsiteX2" fmla="*/ 4303 w 7848"/>
                  <a:gd name="connsiteY2" fmla="*/ 1162 h 3891"/>
                </a:gdLst>
                <a:ahLst/>
                <a:cxnLst>
                  <a:cxn ang="0">
                    <a:pos x="connsiteX0" y="connsiteY0"/>
                  </a:cxn>
                  <a:cxn ang="0">
                    <a:pos x="connsiteX1" y="connsiteY1"/>
                  </a:cxn>
                  <a:cxn ang="0">
                    <a:pos x="connsiteX2" y="connsiteY2"/>
                  </a:cxn>
                </a:cxnLst>
                <a:rect l="l" t="t" r="r" b="b"/>
                <a:pathLst>
                  <a:path w="7848" h="3891">
                    <a:moveTo>
                      <a:pt x="4303" y="1162"/>
                    </a:moveTo>
                    <a:cubicBezTo>
                      <a:pt x="2160" y="2145"/>
                      <a:pt x="229" y="3311"/>
                      <a:pt x="0" y="3769"/>
                    </a:cubicBezTo>
                    <a:cubicBezTo>
                      <a:pt x="1006" y="4946"/>
                      <a:pt x="13933" y="-2861"/>
                      <a:pt x="4303" y="116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8" name="Freeform: Shape 617">
                <a:extLst>
                  <a:ext uri="{FF2B5EF4-FFF2-40B4-BE49-F238E27FC236}">
                    <a16:creationId xmlns:a16="http://schemas.microsoft.com/office/drawing/2014/main" id="{EE03E3A2-1F82-FE70-7B05-68C27F9479CC}"/>
                  </a:ext>
                </a:extLst>
              </p:cNvPr>
              <p:cNvSpPr/>
              <p:nvPr/>
            </p:nvSpPr>
            <p:spPr>
              <a:xfrm>
                <a:off x="3919158" y="6404960"/>
                <a:ext cx="9408" cy="4229"/>
              </a:xfrm>
              <a:custGeom>
                <a:avLst/>
                <a:gdLst>
                  <a:gd name="connsiteX0" fmla="*/ 5132 w 9408"/>
                  <a:gd name="connsiteY0" fmla="*/ 2046 h 4229"/>
                  <a:gd name="connsiteX1" fmla="*/ 0 w 9408"/>
                  <a:gd name="connsiteY1" fmla="*/ 0 h 4229"/>
                  <a:gd name="connsiteX2" fmla="*/ 5132 w 9408"/>
                  <a:gd name="connsiteY2" fmla="*/ 2046 h 4229"/>
                </a:gdLst>
                <a:ahLst/>
                <a:cxnLst>
                  <a:cxn ang="0">
                    <a:pos x="connsiteX0" y="connsiteY0"/>
                  </a:cxn>
                  <a:cxn ang="0">
                    <a:pos x="connsiteX1" y="connsiteY1"/>
                  </a:cxn>
                  <a:cxn ang="0">
                    <a:pos x="connsiteX2" y="connsiteY2"/>
                  </a:cxn>
                </a:cxnLst>
                <a:rect l="l" t="t" r="r" b="b"/>
                <a:pathLst>
                  <a:path w="9408" h="4229">
                    <a:moveTo>
                      <a:pt x="5132" y="2046"/>
                    </a:moveTo>
                    <a:cubicBezTo>
                      <a:pt x="2606" y="920"/>
                      <a:pt x="309" y="-6"/>
                      <a:pt x="0" y="0"/>
                    </a:cubicBezTo>
                    <a:cubicBezTo>
                      <a:pt x="411" y="857"/>
                      <a:pt x="17013" y="7624"/>
                      <a:pt x="5132" y="20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19" name="Freeform: Shape 618">
                <a:extLst>
                  <a:ext uri="{FF2B5EF4-FFF2-40B4-BE49-F238E27FC236}">
                    <a16:creationId xmlns:a16="http://schemas.microsoft.com/office/drawing/2014/main" id="{6CE0A578-0F08-E05B-2FDB-1D72A3211BAB}"/>
                  </a:ext>
                </a:extLst>
              </p:cNvPr>
              <p:cNvSpPr/>
              <p:nvPr/>
            </p:nvSpPr>
            <p:spPr>
              <a:xfrm>
                <a:off x="4198621" y="6046919"/>
                <a:ext cx="7358" cy="4180"/>
              </a:xfrm>
              <a:custGeom>
                <a:avLst/>
                <a:gdLst>
                  <a:gd name="connsiteX0" fmla="*/ 4012 w 7358"/>
                  <a:gd name="connsiteY0" fmla="*/ 1402 h 4180"/>
                  <a:gd name="connsiteX1" fmla="*/ 0 w 7358"/>
                  <a:gd name="connsiteY1" fmla="*/ 4117 h 4180"/>
                  <a:gd name="connsiteX2" fmla="*/ 4012 w 7358"/>
                  <a:gd name="connsiteY2" fmla="*/ 1402 h 4180"/>
                </a:gdLst>
                <a:ahLst/>
                <a:cxnLst>
                  <a:cxn ang="0">
                    <a:pos x="connsiteX0" y="connsiteY0"/>
                  </a:cxn>
                  <a:cxn ang="0">
                    <a:pos x="connsiteX1" y="connsiteY1"/>
                  </a:cxn>
                  <a:cxn ang="0">
                    <a:pos x="connsiteX2" y="connsiteY2"/>
                  </a:cxn>
                </a:cxnLst>
                <a:rect l="l" t="t" r="r" b="b"/>
                <a:pathLst>
                  <a:path w="7358" h="4180">
                    <a:moveTo>
                      <a:pt x="4012" y="1402"/>
                    </a:moveTo>
                    <a:cubicBezTo>
                      <a:pt x="2000" y="2494"/>
                      <a:pt x="200" y="3711"/>
                      <a:pt x="0" y="4117"/>
                    </a:cubicBezTo>
                    <a:cubicBezTo>
                      <a:pt x="994" y="4974"/>
                      <a:pt x="13065" y="-3169"/>
                      <a:pt x="4012" y="14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0" name="Freeform: Shape 619">
                <a:extLst>
                  <a:ext uri="{FF2B5EF4-FFF2-40B4-BE49-F238E27FC236}">
                    <a16:creationId xmlns:a16="http://schemas.microsoft.com/office/drawing/2014/main" id="{39ABE208-8CA7-EF4B-7354-522CDD7BC3C8}"/>
                  </a:ext>
                </a:extLst>
              </p:cNvPr>
              <p:cNvSpPr/>
              <p:nvPr/>
            </p:nvSpPr>
            <p:spPr>
              <a:xfrm>
                <a:off x="4101375" y="6237448"/>
                <a:ext cx="8016" cy="3857"/>
              </a:xfrm>
              <a:custGeom>
                <a:avLst/>
                <a:gdLst>
                  <a:gd name="connsiteX0" fmla="*/ 4400 w 8016"/>
                  <a:gd name="connsiteY0" fmla="*/ 1073 h 3857"/>
                  <a:gd name="connsiteX1" fmla="*/ 0 w 8016"/>
                  <a:gd name="connsiteY1" fmla="*/ 3691 h 3857"/>
                  <a:gd name="connsiteX2" fmla="*/ 4400 w 8016"/>
                  <a:gd name="connsiteY2" fmla="*/ 1073 h 3857"/>
                </a:gdLst>
                <a:ahLst/>
                <a:cxnLst>
                  <a:cxn ang="0">
                    <a:pos x="connsiteX0" y="connsiteY0"/>
                  </a:cxn>
                  <a:cxn ang="0">
                    <a:pos x="connsiteX1" y="connsiteY1"/>
                  </a:cxn>
                  <a:cxn ang="0">
                    <a:pos x="connsiteX2" y="connsiteY2"/>
                  </a:cxn>
                </a:cxnLst>
                <a:rect l="l" t="t" r="r" b="b"/>
                <a:pathLst>
                  <a:path w="8016" h="3857">
                    <a:moveTo>
                      <a:pt x="4400" y="1073"/>
                    </a:moveTo>
                    <a:cubicBezTo>
                      <a:pt x="2206" y="2028"/>
                      <a:pt x="234" y="3205"/>
                      <a:pt x="0" y="3691"/>
                    </a:cubicBezTo>
                    <a:cubicBezTo>
                      <a:pt x="1017" y="5080"/>
                      <a:pt x="14230" y="-2778"/>
                      <a:pt x="4400" y="10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1" name="Freeform: Shape 620">
                <a:extLst>
                  <a:ext uri="{FF2B5EF4-FFF2-40B4-BE49-F238E27FC236}">
                    <a16:creationId xmlns:a16="http://schemas.microsoft.com/office/drawing/2014/main" id="{628880DF-7316-75BF-8352-D42C32E620C7}"/>
                  </a:ext>
                </a:extLst>
              </p:cNvPr>
              <p:cNvSpPr/>
              <p:nvPr/>
            </p:nvSpPr>
            <p:spPr>
              <a:xfrm>
                <a:off x="4015541" y="6351855"/>
                <a:ext cx="8603" cy="1450"/>
              </a:xfrm>
              <a:custGeom>
                <a:avLst/>
                <a:gdLst>
                  <a:gd name="connsiteX0" fmla="*/ 4761 w 8603"/>
                  <a:gd name="connsiteY0" fmla="*/ 287 h 1450"/>
                  <a:gd name="connsiteX1" fmla="*/ 0 w 8603"/>
                  <a:gd name="connsiteY1" fmla="*/ 1304 h 1450"/>
                  <a:gd name="connsiteX2" fmla="*/ 4761 w 8603"/>
                  <a:gd name="connsiteY2" fmla="*/ 287 h 1450"/>
                </a:gdLst>
                <a:ahLst/>
                <a:cxnLst>
                  <a:cxn ang="0">
                    <a:pos x="connsiteX0" y="connsiteY0"/>
                  </a:cxn>
                  <a:cxn ang="0">
                    <a:pos x="connsiteX1" y="connsiteY1"/>
                  </a:cxn>
                  <a:cxn ang="0">
                    <a:pos x="connsiteX2" y="connsiteY2"/>
                  </a:cxn>
                </a:cxnLst>
                <a:rect l="l" t="t" r="r" b="b"/>
                <a:pathLst>
                  <a:path w="8603" h="1450">
                    <a:moveTo>
                      <a:pt x="4761" y="287"/>
                    </a:moveTo>
                    <a:cubicBezTo>
                      <a:pt x="2412" y="619"/>
                      <a:pt x="280" y="1071"/>
                      <a:pt x="0" y="1304"/>
                    </a:cubicBezTo>
                    <a:cubicBezTo>
                      <a:pt x="794" y="2139"/>
                      <a:pt x="15345" y="-924"/>
                      <a:pt x="4761" y="2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2" name="Freeform: Shape 621">
                <a:extLst>
                  <a:ext uri="{FF2B5EF4-FFF2-40B4-BE49-F238E27FC236}">
                    <a16:creationId xmlns:a16="http://schemas.microsoft.com/office/drawing/2014/main" id="{E1E09534-5E90-2B9F-A158-60565D0FF48F}"/>
                  </a:ext>
                </a:extLst>
              </p:cNvPr>
              <p:cNvSpPr/>
              <p:nvPr/>
            </p:nvSpPr>
            <p:spPr>
              <a:xfrm>
                <a:off x="3952316" y="6427398"/>
                <a:ext cx="9025" cy="1203"/>
              </a:xfrm>
              <a:custGeom>
                <a:avLst/>
                <a:gdLst>
                  <a:gd name="connsiteX0" fmla="*/ 4989 w 9025"/>
                  <a:gd name="connsiteY0" fmla="*/ 783 h 1203"/>
                  <a:gd name="connsiteX1" fmla="*/ 0 w 9025"/>
                  <a:gd name="connsiteY1" fmla="*/ 22 h 1203"/>
                  <a:gd name="connsiteX2" fmla="*/ 4989 w 9025"/>
                  <a:gd name="connsiteY2" fmla="*/ 783 h 1203"/>
                </a:gdLst>
                <a:ahLst/>
                <a:cxnLst>
                  <a:cxn ang="0">
                    <a:pos x="connsiteX0" y="connsiteY0"/>
                  </a:cxn>
                  <a:cxn ang="0">
                    <a:pos x="connsiteX1" y="connsiteY1"/>
                  </a:cxn>
                  <a:cxn ang="0">
                    <a:pos x="connsiteX2" y="connsiteY2"/>
                  </a:cxn>
                </a:cxnLst>
                <a:rect l="l" t="t" r="r" b="b"/>
                <a:pathLst>
                  <a:path w="9025" h="1203">
                    <a:moveTo>
                      <a:pt x="4989" y="783"/>
                    </a:moveTo>
                    <a:cubicBezTo>
                      <a:pt x="2526" y="480"/>
                      <a:pt x="291" y="142"/>
                      <a:pt x="0" y="22"/>
                    </a:cubicBezTo>
                    <a:cubicBezTo>
                      <a:pt x="794" y="-252"/>
                      <a:pt x="16116" y="2143"/>
                      <a:pt x="4989" y="7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3" name="Freeform: Shape 622">
                <a:extLst>
                  <a:ext uri="{FF2B5EF4-FFF2-40B4-BE49-F238E27FC236}">
                    <a16:creationId xmlns:a16="http://schemas.microsoft.com/office/drawing/2014/main" id="{705E2B2C-AFDA-E513-05C5-9E6F64EBB9CD}"/>
                  </a:ext>
                </a:extLst>
              </p:cNvPr>
              <p:cNvSpPr/>
              <p:nvPr/>
            </p:nvSpPr>
            <p:spPr>
              <a:xfrm>
                <a:off x="4045951" y="6327706"/>
                <a:ext cx="8395" cy="2503"/>
              </a:xfrm>
              <a:custGeom>
                <a:avLst/>
                <a:gdLst>
                  <a:gd name="connsiteX0" fmla="*/ 4640 w 8395"/>
                  <a:gd name="connsiteY0" fmla="*/ 867 h 2503"/>
                  <a:gd name="connsiteX1" fmla="*/ 0 w 8395"/>
                  <a:gd name="connsiteY1" fmla="*/ 2473 h 2503"/>
                  <a:gd name="connsiteX2" fmla="*/ 4640 w 8395"/>
                  <a:gd name="connsiteY2" fmla="*/ 867 h 2503"/>
                </a:gdLst>
                <a:ahLst/>
                <a:cxnLst>
                  <a:cxn ang="0">
                    <a:pos x="connsiteX0" y="connsiteY0"/>
                  </a:cxn>
                  <a:cxn ang="0">
                    <a:pos x="connsiteX1" y="connsiteY1"/>
                  </a:cxn>
                  <a:cxn ang="0">
                    <a:pos x="connsiteX2" y="connsiteY2"/>
                  </a:cxn>
                </a:cxnLst>
                <a:rect l="l" t="t" r="r" b="b"/>
                <a:pathLst>
                  <a:path w="8395" h="2503">
                    <a:moveTo>
                      <a:pt x="4640" y="867"/>
                    </a:moveTo>
                    <a:cubicBezTo>
                      <a:pt x="2349" y="1530"/>
                      <a:pt x="274" y="2250"/>
                      <a:pt x="0" y="2473"/>
                    </a:cubicBezTo>
                    <a:cubicBezTo>
                      <a:pt x="834" y="2930"/>
                      <a:pt x="14956" y="-1916"/>
                      <a:pt x="4640" y="8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4" name="Freeform: Shape 623">
                <a:extLst>
                  <a:ext uri="{FF2B5EF4-FFF2-40B4-BE49-F238E27FC236}">
                    <a16:creationId xmlns:a16="http://schemas.microsoft.com/office/drawing/2014/main" id="{394D185C-92F1-6F09-B1D9-0B9E2921A17F}"/>
                  </a:ext>
                </a:extLst>
              </p:cNvPr>
              <p:cNvSpPr/>
              <p:nvPr/>
            </p:nvSpPr>
            <p:spPr>
              <a:xfrm>
                <a:off x="3984006" y="6389049"/>
                <a:ext cx="8817" cy="1778"/>
              </a:xfrm>
              <a:custGeom>
                <a:avLst/>
                <a:gdLst>
                  <a:gd name="connsiteX0" fmla="*/ 4881 w 8817"/>
                  <a:gd name="connsiteY0" fmla="*/ 0 h 1778"/>
                  <a:gd name="connsiteX1" fmla="*/ 0 w 8817"/>
                  <a:gd name="connsiteY1" fmla="*/ 961 h 1778"/>
                  <a:gd name="connsiteX2" fmla="*/ 4881 w 8817"/>
                  <a:gd name="connsiteY2" fmla="*/ 0 h 1778"/>
                </a:gdLst>
                <a:ahLst/>
                <a:cxnLst>
                  <a:cxn ang="0">
                    <a:pos x="connsiteX0" y="connsiteY0"/>
                  </a:cxn>
                  <a:cxn ang="0">
                    <a:pos x="connsiteX1" y="connsiteY1"/>
                  </a:cxn>
                  <a:cxn ang="0">
                    <a:pos x="connsiteX2" y="connsiteY2"/>
                  </a:cxn>
                </a:cxnLst>
                <a:rect l="l" t="t" r="r" b="b"/>
                <a:pathLst>
                  <a:path w="8817" h="1778">
                    <a:moveTo>
                      <a:pt x="4881" y="0"/>
                    </a:moveTo>
                    <a:cubicBezTo>
                      <a:pt x="2475" y="57"/>
                      <a:pt x="292" y="480"/>
                      <a:pt x="0" y="961"/>
                    </a:cubicBezTo>
                    <a:cubicBezTo>
                      <a:pt x="709" y="3144"/>
                      <a:pt x="15762" y="297"/>
                      <a:pt x="488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5" name="Freeform: Shape 624">
                <a:extLst>
                  <a:ext uri="{FF2B5EF4-FFF2-40B4-BE49-F238E27FC236}">
                    <a16:creationId xmlns:a16="http://schemas.microsoft.com/office/drawing/2014/main" id="{A4158159-36C5-0E21-0E5B-8E243B7B9B97}"/>
                  </a:ext>
                </a:extLst>
              </p:cNvPr>
              <p:cNvSpPr/>
              <p:nvPr/>
            </p:nvSpPr>
            <p:spPr>
              <a:xfrm>
                <a:off x="4074714" y="6292685"/>
                <a:ext cx="8195" cy="3623"/>
              </a:xfrm>
              <a:custGeom>
                <a:avLst/>
                <a:gdLst>
                  <a:gd name="connsiteX0" fmla="*/ 4515 w 8195"/>
                  <a:gd name="connsiteY0" fmla="*/ 1049 h 3623"/>
                  <a:gd name="connsiteX1" fmla="*/ 0 w 8195"/>
                  <a:gd name="connsiteY1" fmla="*/ 3495 h 3623"/>
                  <a:gd name="connsiteX2" fmla="*/ 4515 w 8195"/>
                  <a:gd name="connsiteY2" fmla="*/ 1049 h 3623"/>
                </a:gdLst>
                <a:ahLst/>
                <a:cxnLst>
                  <a:cxn ang="0">
                    <a:pos x="connsiteX0" y="connsiteY0"/>
                  </a:cxn>
                  <a:cxn ang="0">
                    <a:pos x="connsiteX1" y="connsiteY1"/>
                  </a:cxn>
                  <a:cxn ang="0">
                    <a:pos x="connsiteX2" y="connsiteY2"/>
                  </a:cxn>
                </a:cxnLst>
                <a:rect l="l" t="t" r="r" b="b"/>
                <a:pathLst>
                  <a:path w="8195" h="3623">
                    <a:moveTo>
                      <a:pt x="4515" y="1049"/>
                    </a:moveTo>
                    <a:cubicBezTo>
                      <a:pt x="2275" y="1964"/>
                      <a:pt x="251" y="3061"/>
                      <a:pt x="0" y="3495"/>
                    </a:cubicBezTo>
                    <a:cubicBezTo>
                      <a:pt x="977" y="4667"/>
                      <a:pt x="14556" y="-2637"/>
                      <a:pt x="4515" y="10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6" name="Freeform: Shape 625">
                <a:extLst>
                  <a:ext uri="{FF2B5EF4-FFF2-40B4-BE49-F238E27FC236}">
                    <a16:creationId xmlns:a16="http://schemas.microsoft.com/office/drawing/2014/main" id="{7165F974-F761-DDE2-0DCF-4766C4A983FB}"/>
                  </a:ext>
                </a:extLst>
              </p:cNvPr>
              <p:cNvSpPr/>
              <p:nvPr/>
            </p:nvSpPr>
            <p:spPr>
              <a:xfrm>
                <a:off x="3318861" y="7526070"/>
                <a:ext cx="12400" cy="5197"/>
              </a:xfrm>
              <a:custGeom>
                <a:avLst/>
                <a:gdLst>
                  <a:gd name="connsiteX0" fmla="*/ 7360 w 12400"/>
                  <a:gd name="connsiteY0" fmla="*/ 76 h 5197"/>
                  <a:gd name="connsiteX1" fmla="*/ 5040 w 12400"/>
                  <a:gd name="connsiteY1" fmla="*/ 5122 h 5197"/>
                  <a:gd name="connsiteX2" fmla="*/ 7360 w 12400"/>
                  <a:gd name="connsiteY2" fmla="*/ 76 h 5197"/>
                </a:gdLst>
                <a:ahLst/>
                <a:cxnLst>
                  <a:cxn ang="0">
                    <a:pos x="connsiteX0" y="connsiteY0"/>
                  </a:cxn>
                  <a:cxn ang="0">
                    <a:pos x="connsiteX1" y="connsiteY1"/>
                  </a:cxn>
                  <a:cxn ang="0">
                    <a:pos x="connsiteX2" y="connsiteY2"/>
                  </a:cxn>
                </a:cxnLst>
                <a:rect l="l" t="t" r="r" b="b"/>
                <a:pathLst>
                  <a:path w="12400" h="5197">
                    <a:moveTo>
                      <a:pt x="7360" y="76"/>
                    </a:moveTo>
                    <a:cubicBezTo>
                      <a:pt x="1136" y="-730"/>
                      <a:pt x="-4356" y="5162"/>
                      <a:pt x="5040" y="5122"/>
                    </a:cubicBezTo>
                    <a:cubicBezTo>
                      <a:pt x="11269" y="5928"/>
                      <a:pt x="16755" y="30"/>
                      <a:pt x="7360" y="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7" name="Freeform: Shape 626">
                <a:extLst>
                  <a:ext uri="{FF2B5EF4-FFF2-40B4-BE49-F238E27FC236}">
                    <a16:creationId xmlns:a16="http://schemas.microsoft.com/office/drawing/2014/main" id="{A9AA8FE1-C22B-6C8B-55C3-D4FA7DD4E01B}"/>
                  </a:ext>
                </a:extLst>
              </p:cNvPr>
              <p:cNvSpPr/>
              <p:nvPr/>
            </p:nvSpPr>
            <p:spPr>
              <a:xfrm>
                <a:off x="4024657" y="6104119"/>
                <a:ext cx="6699" cy="3060"/>
              </a:xfrm>
              <a:custGeom>
                <a:avLst/>
                <a:gdLst>
                  <a:gd name="connsiteX0" fmla="*/ 3881 w 6699"/>
                  <a:gd name="connsiteY0" fmla="*/ 763 h 3060"/>
                  <a:gd name="connsiteX1" fmla="*/ 657 w 6699"/>
                  <a:gd name="connsiteY1" fmla="*/ 3049 h 3060"/>
                  <a:gd name="connsiteX2" fmla="*/ 3881 w 6699"/>
                  <a:gd name="connsiteY2" fmla="*/ 763 h 3060"/>
                </a:gdLst>
                <a:ahLst/>
                <a:cxnLst>
                  <a:cxn ang="0">
                    <a:pos x="connsiteX0" y="connsiteY0"/>
                  </a:cxn>
                  <a:cxn ang="0">
                    <a:pos x="connsiteX1" y="connsiteY1"/>
                  </a:cxn>
                  <a:cxn ang="0">
                    <a:pos x="connsiteX2" y="connsiteY2"/>
                  </a:cxn>
                </a:cxnLst>
                <a:rect l="l" t="t" r="r" b="b"/>
                <a:pathLst>
                  <a:path w="6699" h="3060">
                    <a:moveTo>
                      <a:pt x="3881" y="763"/>
                    </a:moveTo>
                    <a:cubicBezTo>
                      <a:pt x="3006" y="1089"/>
                      <a:pt x="-1709" y="3232"/>
                      <a:pt x="657" y="3049"/>
                    </a:cubicBezTo>
                    <a:cubicBezTo>
                      <a:pt x="3172" y="2786"/>
                      <a:pt x="10773" y="-1768"/>
                      <a:pt x="3881" y="7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8" name="Freeform: Shape 627">
                <a:extLst>
                  <a:ext uri="{FF2B5EF4-FFF2-40B4-BE49-F238E27FC236}">
                    <a16:creationId xmlns:a16="http://schemas.microsoft.com/office/drawing/2014/main" id="{4FE00236-18F9-F01C-EB9E-1196494210FD}"/>
                  </a:ext>
                </a:extLst>
              </p:cNvPr>
              <p:cNvSpPr/>
              <p:nvPr/>
            </p:nvSpPr>
            <p:spPr>
              <a:xfrm>
                <a:off x="3377747" y="6772909"/>
                <a:ext cx="10971" cy="3571"/>
              </a:xfrm>
              <a:custGeom>
                <a:avLst/>
                <a:gdLst>
                  <a:gd name="connsiteX0" fmla="*/ 6321 w 10971"/>
                  <a:gd name="connsiteY0" fmla="*/ 0 h 3571"/>
                  <a:gd name="connsiteX1" fmla="*/ 0 w 10971"/>
                  <a:gd name="connsiteY1" fmla="*/ 1738 h 3571"/>
                  <a:gd name="connsiteX2" fmla="*/ 6321 w 10971"/>
                  <a:gd name="connsiteY2" fmla="*/ 0 h 3571"/>
                </a:gdLst>
                <a:ahLst/>
                <a:cxnLst>
                  <a:cxn ang="0">
                    <a:pos x="connsiteX0" y="connsiteY0"/>
                  </a:cxn>
                  <a:cxn ang="0">
                    <a:pos x="connsiteX1" y="connsiteY1"/>
                  </a:cxn>
                  <a:cxn ang="0">
                    <a:pos x="connsiteX2" y="connsiteY2"/>
                  </a:cxn>
                </a:cxnLst>
                <a:rect l="l" t="t" r="r" b="b"/>
                <a:pathLst>
                  <a:path w="10971" h="3571">
                    <a:moveTo>
                      <a:pt x="6321" y="0"/>
                    </a:moveTo>
                    <a:cubicBezTo>
                      <a:pt x="3338" y="-11"/>
                      <a:pt x="509" y="766"/>
                      <a:pt x="0" y="1738"/>
                    </a:cubicBezTo>
                    <a:cubicBezTo>
                      <a:pt x="291" y="6275"/>
                      <a:pt x="19585" y="1097"/>
                      <a:pt x="632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29" name="Freeform: Shape 628">
                <a:extLst>
                  <a:ext uri="{FF2B5EF4-FFF2-40B4-BE49-F238E27FC236}">
                    <a16:creationId xmlns:a16="http://schemas.microsoft.com/office/drawing/2014/main" id="{527880A2-78AB-BEA6-2FCB-A289D1BDDAA6}"/>
                  </a:ext>
                </a:extLst>
              </p:cNvPr>
              <p:cNvSpPr/>
              <p:nvPr/>
            </p:nvSpPr>
            <p:spPr>
              <a:xfrm>
                <a:off x="3432794" y="6672591"/>
                <a:ext cx="10656" cy="3204"/>
              </a:xfrm>
              <a:custGeom>
                <a:avLst/>
                <a:gdLst>
                  <a:gd name="connsiteX0" fmla="*/ 6132 w 10656"/>
                  <a:gd name="connsiteY0" fmla="*/ 20 h 3204"/>
                  <a:gd name="connsiteX1" fmla="*/ 0 w 10656"/>
                  <a:gd name="connsiteY1" fmla="*/ 1351 h 3204"/>
                  <a:gd name="connsiteX2" fmla="*/ 6132 w 10656"/>
                  <a:gd name="connsiteY2" fmla="*/ 20 h 3204"/>
                </a:gdLst>
                <a:ahLst/>
                <a:cxnLst>
                  <a:cxn ang="0">
                    <a:pos x="connsiteX0" y="connsiteY0"/>
                  </a:cxn>
                  <a:cxn ang="0">
                    <a:pos x="connsiteX1" y="connsiteY1"/>
                  </a:cxn>
                  <a:cxn ang="0">
                    <a:pos x="connsiteX2" y="connsiteY2"/>
                  </a:cxn>
                </a:cxnLst>
                <a:rect l="l" t="t" r="r" b="b"/>
                <a:pathLst>
                  <a:path w="10656" h="3204">
                    <a:moveTo>
                      <a:pt x="6132" y="20"/>
                    </a:moveTo>
                    <a:cubicBezTo>
                      <a:pt x="3235" y="-118"/>
                      <a:pt x="492" y="482"/>
                      <a:pt x="0" y="1351"/>
                    </a:cubicBezTo>
                    <a:cubicBezTo>
                      <a:pt x="246" y="5511"/>
                      <a:pt x="19042" y="1591"/>
                      <a:pt x="6132"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0" name="Freeform: Shape 629">
                <a:extLst>
                  <a:ext uri="{FF2B5EF4-FFF2-40B4-BE49-F238E27FC236}">
                    <a16:creationId xmlns:a16="http://schemas.microsoft.com/office/drawing/2014/main" id="{CB1A57C8-625C-C263-5B0B-4BB25F32F88A}"/>
                  </a:ext>
                </a:extLst>
              </p:cNvPr>
              <p:cNvSpPr/>
              <p:nvPr/>
            </p:nvSpPr>
            <p:spPr>
              <a:xfrm>
                <a:off x="3319869" y="6880120"/>
                <a:ext cx="11064" cy="3640"/>
              </a:xfrm>
              <a:custGeom>
                <a:avLst/>
                <a:gdLst>
                  <a:gd name="connsiteX0" fmla="*/ 6529 w 11064"/>
                  <a:gd name="connsiteY0" fmla="*/ 14 h 3640"/>
                  <a:gd name="connsiteX1" fmla="*/ 4540 w 11064"/>
                  <a:gd name="connsiteY1" fmla="*/ 3626 h 3640"/>
                  <a:gd name="connsiteX2" fmla="*/ 6529 w 11064"/>
                  <a:gd name="connsiteY2" fmla="*/ 14 h 3640"/>
                </a:gdLst>
                <a:ahLst/>
                <a:cxnLst>
                  <a:cxn ang="0">
                    <a:pos x="connsiteX0" y="connsiteY0"/>
                  </a:cxn>
                  <a:cxn ang="0">
                    <a:pos x="connsiteX1" y="connsiteY1"/>
                  </a:cxn>
                  <a:cxn ang="0">
                    <a:pos x="connsiteX2" y="connsiteY2"/>
                  </a:cxn>
                </a:cxnLst>
                <a:rect l="l" t="t" r="r" b="b"/>
                <a:pathLst>
                  <a:path w="11064" h="3640">
                    <a:moveTo>
                      <a:pt x="6529" y="14"/>
                    </a:moveTo>
                    <a:cubicBezTo>
                      <a:pt x="751" y="-254"/>
                      <a:pt x="-3736" y="3375"/>
                      <a:pt x="4540" y="3626"/>
                    </a:cubicBezTo>
                    <a:cubicBezTo>
                      <a:pt x="10312" y="3894"/>
                      <a:pt x="14798" y="265"/>
                      <a:pt x="6529"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1" name="Freeform: Shape 630">
                <a:extLst>
                  <a:ext uri="{FF2B5EF4-FFF2-40B4-BE49-F238E27FC236}">
                    <a16:creationId xmlns:a16="http://schemas.microsoft.com/office/drawing/2014/main" id="{09701F79-4620-48BA-8B97-B37F0281F2C5}"/>
                  </a:ext>
                </a:extLst>
              </p:cNvPr>
              <p:cNvSpPr/>
              <p:nvPr/>
            </p:nvSpPr>
            <p:spPr>
              <a:xfrm>
                <a:off x="3583447" y="6417178"/>
                <a:ext cx="9782" cy="3853"/>
              </a:xfrm>
              <a:custGeom>
                <a:avLst/>
                <a:gdLst>
                  <a:gd name="connsiteX0" fmla="*/ 5572 w 9782"/>
                  <a:gd name="connsiteY0" fmla="*/ 675 h 3853"/>
                  <a:gd name="connsiteX1" fmla="*/ 0 w 9782"/>
                  <a:gd name="connsiteY1" fmla="*/ 498 h 3853"/>
                  <a:gd name="connsiteX2" fmla="*/ 5572 w 9782"/>
                  <a:gd name="connsiteY2" fmla="*/ 675 h 3853"/>
                </a:gdLst>
                <a:ahLst/>
                <a:cxnLst>
                  <a:cxn ang="0">
                    <a:pos x="connsiteX0" y="connsiteY0"/>
                  </a:cxn>
                  <a:cxn ang="0">
                    <a:pos x="connsiteX1" y="connsiteY1"/>
                  </a:cxn>
                  <a:cxn ang="0">
                    <a:pos x="connsiteX2" y="connsiteY2"/>
                  </a:cxn>
                </a:cxnLst>
                <a:rect l="l" t="t" r="r" b="b"/>
                <a:pathLst>
                  <a:path w="9782" h="3853">
                    <a:moveTo>
                      <a:pt x="5572" y="675"/>
                    </a:moveTo>
                    <a:cubicBezTo>
                      <a:pt x="2915" y="-154"/>
                      <a:pt x="417" y="-227"/>
                      <a:pt x="0" y="498"/>
                    </a:cubicBezTo>
                    <a:cubicBezTo>
                      <a:pt x="0" y="4407"/>
                      <a:pt x="17614" y="5436"/>
                      <a:pt x="5572" y="6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2" name="Freeform: Shape 631">
                <a:extLst>
                  <a:ext uri="{FF2B5EF4-FFF2-40B4-BE49-F238E27FC236}">
                    <a16:creationId xmlns:a16="http://schemas.microsoft.com/office/drawing/2014/main" id="{D0856BDD-8548-6E10-9A3E-FCBB7F6519A5}"/>
                  </a:ext>
                </a:extLst>
              </p:cNvPr>
              <p:cNvSpPr/>
              <p:nvPr/>
            </p:nvSpPr>
            <p:spPr>
              <a:xfrm>
                <a:off x="3535933" y="6497626"/>
                <a:ext cx="10057" cy="3361"/>
              </a:xfrm>
              <a:custGeom>
                <a:avLst/>
                <a:gdLst>
                  <a:gd name="connsiteX0" fmla="*/ 5755 w 10057"/>
                  <a:gd name="connsiteY0" fmla="*/ 380 h 3361"/>
                  <a:gd name="connsiteX1" fmla="*/ 0 w 10057"/>
                  <a:gd name="connsiteY1" fmla="*/ 654 h 3361"/>
                  <a:gd name="connsiteX2" fmla="*/ 5755 w 10057"/>
                  <a:gd name="connsiteY2" fmla="*/ 380 h 3361"/>
                </a:gdLst>
                <a:ahLst/>
                <a:cxnLst>
                  <a:cxn ang="0">
                    <a:pos x="connsiteX0" y="connsiteY0"/>
                  </a:cxn>
                  <a:cxn ang="0">
                    <a:pos x="connsiteX1" y="connsiteY1"/>
                  </a:cxn>
                  <a:cxn ang="0">
                    <a:pos x="connsiteX2" y="connsiteY2"/>
                  </a:cxn>
                </a:cxnLst>
                <a:rect l="l" t="t" r="r" b="b"/>
                <a:pathLst>
                  <a:path w="10057" h="3361">
                    <a:moveTo>
                      <a:pt x="5755" y="380"/>
                    </a:moveTo>
                    <a:cubicBezTo>
                      <a:pt x="3017" y="-220"/>
                      <a:pt x="446" y="-95"/>
                      <a:pt x="0" y="654"/>
                    </a:cubicBezTo>
                    <a:cubicBezTo>
                      <a:pt x="69" y="4552"/>
                      <a:pt x="18059" y="4049"/>
                      <a:pt x="5755" y="3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3" name="Freeform: Shape 632">
                <a:extLst>
                  <a:ext uri="{FF2B5EF4-FFF2-40B4-BE49-F238E27FC236}">
                    <a16:creationId xmlns:a16="http://schemas.microsoft.com/office/drawing/2014/main" id="{B3FFD168-A381-4C11-55B4-D9445C882FC5}"/>
                  </a:ext>
                </a:extLst>
              </p:cNvPr>
              <p:cNvSpPr/>
              <p:nvPr/>
            </p:nvSpPr>
            <p:spPr>
              <a:xfrm>
                <a:off x="3485618" y="6581821"/>
                <a:ext cx="10350" cy="3093"/>
              </a:xfrm>
              <a:custGeom>
                <a:avLst/>
                <a:gdLst>
                  <a:gd name="connsiteX0" fmla="*/ 5944 w 10350"/>
                  <a:gd name="connsiteY0" fmla="*/ 132 h 3093"/>
                  <a:gd name="connsiteX1" fmla="*/ 0 w 10350"/>
                  <a:gd name="connsiteY1" fmla="*/ 943 h 3093"/>
                  <a:gd name="connsiteX2" fmla="*/ 5944 w 10350"/>
                  <a:gd name="connsiteY2" fmla="*/ 132 h 3093"/>
                </a:gdLst>
                <a:ahLst/>
                <a:cxnLst>
                  <a:cxn ang="0">
                    <a:pos x="connsiteX0" y="connsiteY0"/>
                  </a:cxn>
                  <a:cxn ang="0">
                    <a:pos x="connsiteX1" y="connsiteY1"/>
                  </a:cxn>
                  <a:cxn ang="0">
                    <a:pos x="connsiteX2" y="connsiteY2"/>
                  </a:cxn>
                </a:cxnLst>
                <a:rect l="l" t="t" r="r" b="b"/>
                <a:pathLst>
                  <a:path w="10350" h="3093">
                    <a:moveTo>
                      <a:pt x="5944" y="132"/>
                    </a:moveTo>
                    <a:cubicBezTo>
                      <a:pt x="3126" y="-217"/>
                      <a:pt x="469" y="150"/>
                      <a:pt x="0" y="943"/>
                    </a:cubicBezTo>
                    <a:cubicBezTo>
                      <a:pt x="160" y="4904"/>
                      <a:pt x="18534" y="2646"/>
                      <a:pt x="594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4" name="Freeform: Shape 633">
                <a:extLst>
                  <a:ext uri="{FF2B5EF4-FFF2-40B4-BE49-F238E27FC236}">
                    <a16:creationId xmlns:a16="http://schemas.microsoft.com/office/drawing/2014/main" id="{EF5C4F8A-40F9-1C95-C5EF-C06601517F3F}"/>
                  </a:ext>
                </a:extLst>
              </p:cNvPr>
              <p:cNvSpPr/>
              <p:nvPr/>
            </p:nvSpPr>
            <p:spPr>
              <a:xfrm>
                <a:off x="3256941" y="6992778"/>
                <a:ext cx="11448" cy="3872"/>
              </a:xfrm>
              <a:custGeom>
                <a:avLst/>
                <a:gdLst>
                  <a:gd name="connsiteX0" fmla="*/ 6804 w 11448"/>
                  <a:gd name="connsiteY0" fmla="*/ 16 h 3872"/>
                  <a:gd name="connsiteX1" fmla="*/ 4649 w 11448"/>
                  <a:gd name="connsiteY1" fmla="*/ 3856 h 3872"/>
                  <a:gd name="connsiteX2" fmla="*/ 6804 w 11448"/>
                  <a:gd name="connsiteY2" fmla="*/ 16 h 3872"/>
                </a:gdLst>
                <a:ahLst/>
                <a:cxnLst>
                  <a:cxn ang="0">
                    <a:pos x="connsiteX0" y="connsiteY0"/>
                  </a:cxn>
                  <a:cxn ang="0">
                    <a:pos x="connsiteX1" y="connsiteY1"/>
                  </a:cxn>
                  <a:cxn ang="0">
                    <a:pos x="connsiteX2" y="connsiteY2"/>
                  </a:cxn>
                </a:cxnLst>
                <a:rect l="l" t="t" r="r" b="b"/>
                <a:pathLst>
                  <a:path w="11448" h="3872">
                    <a:moveTo>
                      <a:pt x="6804" y="16"/>
                    </a:moveTo>
                    <a:cubicBezTo>
                      <a:pt x="895" y="-276"/>
                      <a:pt x="-3923" y="3581"/>
                      <a:pt x="4649" y="3856"/>
                    </a:cubicBezTo>
                    <a:cubicBezTo>
                      <a:pt x="10559" y="4153"/>
                      <a:pt x="15365" y="295"/>
                      <a:pt x="6804"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5" name="Freeform: Shape 634">
                <a:extLst>
                  <a:ext uri="{FF2B5EF4-FFF2-40B4-BE49-F238E27FC236}">
                    <a16:creationId xmlns:a16="http://schemas.microsoft.com/office/drawing/2014/main" id="{4BC22F7F-0A05-9C54-0E91-4D368F5613E4}"/>
                  </a:ext>
                </a:extLst>
              </p:cNvPr>
              <p:cNvSpPr/>
              <p:nvPr/>
            </p:nvSpPr>
            <p:spPr>
              <a:xfrm>
                <a:off x="3040101" y="7378719"/>
                <a:ext cx="12735" cy="4743"/>
              </a:xfrm>
              <a:custGeom>
                <a:avLst/>
                <a:gdLst>
                  <a:gd name="connsiteX0" fmla="*/ 7668 w 12735"/>
                  <a:gd name="connsiteY0" fmla="*/ 20 h 4743"/>
                  <a:gd name="connsiteX1" fmla="*/ 5073 w 12735"/>
                  <a:gd name="connsiteY1" fmla="*/ 4724 h 4743"/>
                  <a:gd name="connsiteX2" fmla="*/ 7668 w 12735"/>
                  <a:gd name="connsiteY2" fmla="*/ 20 h 4743"/>
                </a:gdLst>
                <a:ahLst/>
                <a:cxnLst>
                  <a:cxn ang="0">
                    <a:pos x="connsiteX0" y="connsiteY0"/>
                  </a:cxn>
                  <a:cxn ang="0">
                    <a:pos x="connsiteX1" y="connsiteY1"/>
                  </a:cxn>
                  <a:cxn ang="0">
                    <a:pos x="connsiteX2" y="connsiteY2"/>
                  </a:cxn>
                </a:cxnLst>
                <a:rect l="l" t="t" r="r" b="b"/>
                <a:pathLst>
                  <a:path w="12735" h="4743">
                    <a:moveTo>
                      <a:pt x="7668" y="20"/>
                    </a:moveTo>
                    <a:cubicBezTo>
                      <a:pt x="1210" y="-346"/>
                      <a:pt x="-4460" y="4369"/>
                      <a:pt x="5073" y="4724"/>
                    </a:cubicBezTo>
                    <a:cubicBezTo>
                      <a:pt x="11531" y="5084"/>
                      <a:pt x="17189" y="375"/>
                      <a:pt x="766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6" name="Freeform: Shape 635">
                <a:extLst>
                  <a:ext uri="{FF2B5EF4-FFF2-40B4-BE49-F238E27FC236}">
                    <a16:creationId xmlns:a16="http://schemas.microsoft.com/office/drawing/2014/main" id="{2FBBF194-3DD7-D0BA-59CC-FFE1FE24DC0C}"/>
                  </a:ext>
                </a:extLst>
              </p:cNvPr>
              <p:cNvSpPr/>
              <p:nvPr/>
            </p:nvSpPr>
            <p:spPr>
              <a:xfrm>
                <a:off x="3116788" y="7241246"/>
                <a:ext cx="12285" cy="4426"/>
              </a:xfrm>
              <a:custGeom>
                <a:avLst/>
                <a:gdLst>
                  <a:gd name="connsiteX0" fmla="*/ 7373 w 12285"/>
                  <a:gd name="connsiteY0" fmla="*/ 18 h 4426"/>
                  <a:gd name="connsiteX1" fmla="*/ 4921 w 12285"/>
                  <a:gd name="connsiteY1" fmla="*/ 4408 h 4426"/>
                  <a:gd name="connsiteX2" fmla="*/ 7373 w 12285"/>
                  <a:gd name="connsiteY2" fmla="*/ 18 h 4426"/>
                </a:gdLst>
                <a:ahLst/>
                <a:cxnLst>
                  <a:cxn ang="0">
                    <a:pos x="connsiteX0" y="connsiteY0"/>
                  </a:cxn>
                  <a:cxn ang="0">
                    <a:pos x="connsiteX1" y="connsiteY1"/>
                  </a:cxn>
                  <a:cxn ang="0">
                    <a:pos x="connsiteX2" y="connsiteY2"/>
                  </a:cxn>
                </a:cxnLst>
                <a:rect l="l" t="t" r="r" b="b"/>
                <a:pathLst>
                  <a:path w="12285" h="4426">
                    <a:moveTo>
                      <a:pt x="7373" y="18"/>
                    </a:moveTo>
                    <a:cubicBezTo>
                      <a:pt x="1121" y="-319"/>
                      <a:pt x="-4285" y="4076"/>
                      <a:pt x="4921" y="4408"/>
                    </a:cubicBezTo>
                    <a:cubicBezTo>
                      <a:pt x="11168" y="4750"/>
                      <a:pt x="16563" y="350"/>
                      <a:pt x="7373"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7" name="Freeform: Shape 636">
                <a:extLst>
                  <a:ext uri="{FF2B5EF4-FFF2-40B4-BE49-F238E27FC236}">
                    <a16:creationId xmlns:a16="http://schemas.microsoft.com/office/drawing/2014/main" id="{96BCDC7B-F722-C448-D5BA-73D3143563AB}"/>
                  </a:ext>
                </a:extLst>
              </p:cNvPr>
              <p:cNvSpPr/>
              <p:nvPr/>
            </p:nvSpPr>
            <p:spPr>
              <a:xfrm>
                <a:off x="3189159" y="7112877"/>
                <a:ext cx="11855" cy="4137"/>
              </a:xfrm>
              <a:custGeom>
                <a:avLst/>
                <a:gdLst>
                  <a:gd name="connsiteX0" fmla="*/ 7085 w 11855"/>
                  <a:gd name="connsiteY0" fmla="*/ 17 h 4137"/>
                  <a:gd name="connsiteX1" fmla="*/ 4776 w 11855"/>
                  <a:gd name="connsiteY1" fmla="*/ 4121 h 4137"/>
                  <a:gd name="connsiteX2" fmla="*/ 7085 w 11855"/>
                  <a:gd name="connsiteY2" fmla="*/ 17 h 4137"/>
                </a:gdLst>
                <a:ahLst/>
                <a:cxnLst>
                  <a:cxn ang="0">
                    <a:pos x="connsiteX0" y="connsiteY0"/>
                  </a:cxn>
                  <a:cxn ang="0">
                    <a:pos x="connsiteX1" y="connsiteY1"/>
                  </a:cxn>
                  <a:cxn ang="0">
                    <a:pos x="connsiteX2" y="connsiteY2"/>
                  </a:cxn>
                </a:cxnLst>
                <a:rect l="l" t="t" r="r" b="b"/>
                <a:pathLst>
                  <a:path w="11855" h="4137">
                    <a:moveTo>
                      <a:pt x="7085" y="17"/>
                    </a:moveTo>
                    <a:cubicBezTo>
                      <a:pt x="1016" y="-297"/>
                      <a:pt x="-4105" y="3818"/>
                      <a:pt x="4776" y="4121"/>
                    </a:cubicBezTo>
                    <a:cubicBezTo>
                      <a:pt x="10840" y="4435"/>
                      <a:pt x="15955" y="321"/>
                      <a:pt x="7085"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8" name="Freeform: Shape 637">
                <a:extLst>
                  <a:ext uri="{FF2B5EF4-FFF2-40B4-BE49-F238E27FC236}">
                    <a16:creationId xmlns:a16="http://schemas.microsoft.com/office/drawing/2014/main" id="{54BCFA7E-9537-942D-9128-A33C40E95609}"/>
                  </a:ext>
                </a:extLst>
              </p:cNvPr>
              <p:cNvSpPr/>
              <p:nvPr/>
            </p:nvSpPr>
            <p:spPr>
              <a:xfrm>
                <a:off x="3669121" y="6300971"/>
                <a:ext cx="9244" cy="3666"/>
              </a:xfrm>
              <a:custGeom>
                <a:avLst/>
                <a:gdLst>
                  <a:gd name="connsiteX0" fmla="*/ 5241 w 9244"/>
                  <a:gd name="connsiteY0" fmla="*/ 2845 h 3666"/>
                  <a:gd name="connsiteX1" fmla="*/ 0 w 9244"/>
                  <a:gd name="connsiteY1" fmla="*/ 273 h 3666"/>
                  <a:gd name="connsiteX2" fmla="*/ 5241 w 9244"/>
                  <a:gd name="connsiteY2" fmla="*/ 2845 h 3666"/>
                </a:gdLst>
                <a:ahLst/>
                <a:cxnLst>
                  <a:cxn ang="0">
                    <a:pos x="connsiteX0" y="connsiteY0"/>
                  </a:cxn>
                  <a:cxn ang="0">
                    <a:pos x="connsiteX1" y="connsiteY1"/>
                  </a:cxn>
                  <a:cxn ang="0">
                    <a:pos x="connsiteX2" y="connsiteY2"/>
                  </a:cxn>
                </a:cxnLst>
                <a:rect l="l" t="t" r="r" b="b"/>
                <a:pathLst>
                  <a:path w="9244" h="3666">
                    <a:moveTo>
                      <a:pt x="5241" y="2845"/>
                    </a:moveTo>
                    <a:cubicBezTo>
                      <a:pt x="2715" y="2005"/>
                      <a:pt x="371" y="845"/>
                      <a:pt x="0" y="273"/>
                    </a:cubicBezTo>
                    <a:cubicBezTo>
                      <a:pt x="817" y="-1504"/>
                      <a:pt x="16385" y="6102"/>
                      <a:pt x="5241" y="2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39" name="Freeform: Shape 638">
                <a:extLst>
                  <a:ext uri="{FF2B5EF4-FFF2-40B4-BE49-F238E27FC236}">
                    <a16:creationId xmlns:a16="http://schemas.microsoft.com/office/drawing/2014/main" id="{F1169B9A-6BB4-7724-26C3-2545F07B77B2}"/>
                  </a:ext>
                </a:extLst>
              </p:cNvPr>
              <p:cNvSpPr/>
              <p:nvPr/>
            </p:nvSpPr>
            <p:spPr>
              <a:xfrm>
                <a:off x="3884118" y="6324961"/>
                <a:ext cx="7825" cy="3007"/>
              </a:xfrm>
              <a:custGeom>
                <a:avLst/>
                <a:gdLst>
                  <a:gd name="connsiteX0" fmla="*/ 4419 w 7825"/>
                  <a:gd name="connsiteY0" fmla="*/ 652 h 3007"/>
                  <a:gd name="connsiteX1" fmla="*/ 3408 w 7825"/>
                  <a:gd name="connsiteY1" fmla="*/ 2367 h 3007"/>
                  <a:gd name="connsiteX2" fmla="*/ 4419 w 7825"/>
                  <a:gd name="connsiteY2" fmla="*/ 652 h 3007"/>
                </a:gdLst>
                <a:ahLst/>
                <a:cxnLst>
                  <a:cxn ang="0">
                    <a:pos x="connsiteX0" y="connsiteY0"/>
                  </a:cxn>
                  <a:cxn ang="0">
                    <a:pos x="connsiteX1" y="connsiteY1"/>
                  </a:cxn>
                  <a:cxn ang="0">
                    <a:pos x="connsiteX2" y="connsiteY2"/>
                  </a:cxn>
                </a:cxnLst>
                <a:rect l="l" t="t" r="r" b="b"/>
                <a:pathLst>
                  <a:path w="7825" h="3007">
                    <a:moveTo>
                      <a:pt x="4419" y="652"/>
                    </a:moveTo>
                    <a:cubicBezTo>
                      <a:pt x="430" y="1778"/>
                      <a:pt x="-2644" y="4144"/>
                      <a:pt x="3408" y="2367"/>
                    </a:cubicBezTo>
                    <a:cubicBezTo>
                      <a:pt x="7391" y="1229"/>
                      <a:pt x="10472" y="-1148"/>
                      <a:pt x="4419" y="6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0" name="Freeform: Shape 639">
                <a:extLst>
                  <a:ext uri="{FF2B5EF4-FFF2-40B4-BE49-F238E27FC236}">
                    <a16:creationId xmlns:a16="http://schemas.microsoft.com/office/drawing/2014/main" id="{99400391-83F9-6E2A-FBB8-DEE259D24717}"/>
                  </a:ext>
                </a:extLst>
              </p:cNvPr>
              <p:cNvSpPr/>
              <p:nvPr/>
            </p:nvSpPr>
            <p:spPr>
              <a:xfrm>
                <a:off x="3914414" y="6275869"/>
                <a:ext cx="7855" cy="2989"/>
              </a:xfrm>
              <a:custGeom>
                <a:avLst/>
                <a:gdLst>
                  <a:gd name="connsiteX0" fmla="*/ 4383 w 7855"/>
                  <a:gd name="connsiteY0" fmla="*/ 750 h 2989"/>
                  <a:gd name="connsiteX1" fmla="*/ 0 w 7855"/>
                  <a:gd name="connsiteY1" fmla="*/ 2801 h 2989"/>
                  <a:gd name="connsiteX2" fmla="*/ 4383 w 7855"/>
                  <a:gd name="connsiteY2" fmla="*/ 750 h 2989"/>
                </a:gdLst>
                <a:ahLst/>
                <a:cxnLst>
                  <a:cxn ang="0">
                    <a:pos x="connsiteX0" y="connsiteY0"/>
                  </a:cxn>
                  <a:cxn ang="0">
                    <a:pos x="connsiteX1" y="connsiteY1"/>
                  </a:cxn>
                  <a:cxn ang="0">
                    <a:pos x="connsiteX2" y="connsiteY2"/>
                  </a:cxn>
                </a:cxnLst>
                <a:rect l="l" t="t" r="r" b="b"/>
                <a:pathLst>
                  <a:path w="7855" h="2989">
                    <a:moveTo>
                      <a:pt x="4383" y="750"/>
                    </a:moveTo>
                    <a:cubicBezTo>
                      <a:pt x="2235" y="1464"/>
                      <a:pt x="274" y="2379"/>
                      <a:pt x="0" y="2801"/>
                    </a:cubicBezTo>
                    <a:cubicBezTo>
                      <a:pt x="812" y="4128"/>
                      <a:pt x="13945" y="-2085"/>
                      <a:pt x="4383" y="7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1" name="Freeform: Shape 640">
                <a:extLst>
                  <a:ext uri="{FF2B5EF4-FFF2-40B4-BE49-F238E27FC236}">
                    <a16:creationId xmlns:a16="http://schemas.microsoft.com/office/drawing/2014/main" id="{29FB9EB7-3020-A177-BAB9-FD14F956169B}"/>
                  </a:ext>
                </a:extLst>
              </p:cNvPr>
              <p:cNvSpPr/>
              <p:nvPr/>
            </p:nvSpPr>
            <p:spPr>
              <a:xfrm>
                <a:off x="3999151" y="6147148"/>
                <a:ext cx="7361" cy="3173"/>
              </a:xfrm>
              <a:custGeom>
                <a:avLst/>
                <a:gdLst>
                  <a:gd name="connsiteX0" fmla="*/ 4080 w 7361"/>
                  <a:gd name="connsiteY0" fmla="*/ 928 h 3173"/>
                  <a:gd name="connsiteX1" fmla="*/ 0 w 7361"/>
                  <a:gd name="connsiteY1" fmla="*/ 3054 h 3173"/>
                  <a:gd name="connsiteX2" fmla="*/ 4080 w 7361"/>
                  <a:gd name="connsiteY2" fmla="*/ 928 h 3173"/>
                </a:gdLst>
                <a:ahLst/>
                <a:cxnLst>
                  <a:cxn ang="0">
                    <a:pos x="connsiteX0" y="connsiteY0"/>
                  </a:cxn>
                  <a:cxn ang="0">
                    <a:pos x="connsiteX1" y="connsiteY1"/>
                  </a:cxn>
                  <a:cxn ang="0">
                    <a:pos x="connsiteX2" y="connsiteY2"/>
                  </a:cxn>
                </a:cxnLst>
                <a:rect l="l" t="t" r="r" b="b"/>
                <a:pathLst>
                  <a:path w="7361" h="3173">
                    <a:moveTo>
                      <a:pt x="4080" y="928"/>
                    </a:moveTo>
                    <a:cubicBezTo>
                      <a:pt x="2063" y="1728"/>
                      <a:pt x="240" y="2671"/>
                      <a:pt x="0" y="3054"/>
                    </a:cubicBezTo>
                    <a:cubicBezTo>
                      <a:pt x="829" y="4117"/>
                      <a:pt x="13070" y="-2330"/>
                      <a:pt x="4080" y="9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2" name="Freeform: Shape 641">
                <a:extLst>
                  <a:ext uri="{FF2B5EF4-FFF2-40B4-BE49-F238E27FC236}">
                    <a16:creationId xmlns:a16="http://schemas.microsoft.com/office/drawing/2014/main" id="{939B4A4B-5A47-5838-6CD0-9A9235B371A6}"/>
                  </a:ext>
                </a:extLst>
              </p:cNvPr>
              <p:cNvSpPr/>
              <p:nvPr/>
            </p:nvSpPr>
            <p:spPr>
              <a:xfrm>
                <a:off x="3852824" y="6376489"/>
                <a:ext cx="8198" cy="2662"/>
              </a:xfrm>
              <a:custGeom>
                <a:avLst/>
                <a:gdLst>
                  <a:gd name="connsiteX0" fmla="*/ 4589 w 8198"/>
                  <a:gd name="connsiteY0" fmla="*/ 782 h 2662"/>
                  <a:gd name="connsiteX1" fmla="*/ 0 w 8198"/>
                  <a:gd name="connsiteY1" fmla="*/ 2571 h 2662"/>
                  <a:gd name="connsiteX2" fmla="*/ 4589 w 8198"/>
                  <a:gd name="connsiteY2" fmla="*/ 782 h 2662"/>
                </a:gdLst>
                <a:ahLst/>
                <a:cxnLst>
                  <a:cxn ang="0">
                    <a:pos x="connsiteX0" y="connsiteY0"/>
                  </a:cxn>
                  <a:cxn ang="0">
                    <a:pos x="connsiteX1" y="connsiteY1"/>
                  </a:cxn>
                  <a:cxn ang="0">
                    <a:pos x="connsiteX2" y="connsiteY2"/>
                  </a:cxn>
                </a:cxnLst>
                <a:rect l="l" t="t" r="r" b="b"/>
                <a:pathLst>
                  <a:path w="8198" h="2662">
                    <a:moveTo>
                      <a:pt x="4589" y="782"/>
                    </a:moveTo>
                    <a:cubicBezTo>
                      <a:pt x="2349" y="1456"/>
                      <a:pt x="291" y="2257"/>
                      <a:pt x="0" y="2571"/>
                    </a:cubicBezTo>
                    <a:cubicBezTo>
                      <a:pt x="771" y="3417"/>
                      <a:pt x="14567" y="-1949"/>
                      <a:pt x="4589" y="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3" name="Freeform: Shape 642">
                <a:extLst>
                  <a:ext uri="{FF2B5EF4-FFF2-40B4-BE49-F238E27FC236}">
                    <a16:creationId xmlns:a16="http://schemas.microsoft.com/office/drawing/2014/main" id="{9B68276B-FCF7-04E8-8466-D4D2C15B361F}"/>
                  </a:ext>
                </a:extLst>
              </p:cNvPr>
              <p:cNvSpPr/>
              <p:nvPr/>
            </p:nvSpPr>
            <p:spPr>
              <a:xfrm>
                <a:off x="3943858" y="6231167"/>
                <a:ext cx="7686" cy="3019"/>
              </a:xfrm>
              <a:custGeom>
                <a:avLst/>
                <a:gdLst>
                  <a:gd name="connsiteX0" fmla="*/ 4280 w 7686"/>
                  <a:gd name="connsiteY0" fmla="*/ 829 h 3019"/>
                  <a:gd name="connsiteX1" fmla="*/ 0 w 7686"/>
                  <a:gd name="connsiteY1" fmla="*/ 2875 h 3019"/>
                  <a:gd name="connsiteX2" fmla="*/ 4280 w 7686"/>
                  <a:gd name="connsiteY2" fmla="*/ 829 h 3019"/>
                </a:gdLst>
                <a:ahLst/>
                <a:cxnLst>
                  <a:cxn ang="0">
                    <a:pos x="connsiteX0" y="connsiteY0"/>
                  </a:cxn>
                  <a:cxn ang="0">
                    <a:pos x="connsiteX1" y="connsiteY1"/>
                  </a:cxn>
                  <a:cxn ang="0">
                    <a:pos x="connsiteX2" y="connsiteY2"/>
                  </a:cxn>
                </a:cxnLst>
                <a:rect l="l" t="t" r="r" b="b"/>
                <a:pathLst>
                  <a:path w="7686" h="3019">
                    <a:moveTo>
                      <a:pt x="4280" y="829"/>
                    </a:moveTo>
                    <a:cubicBezTo>
                      <a:pt x="2177" y="1572"/>
                      <a:pt x="263" y="2480"/>
                      <a:pt x="0" y="2875"/>
                    </a:cubicBezTo>
                    <a:cubicBezTo>
                      <a:pt x="812" y="4029"/>
                      <a:pt x="13647" y="-2172"/>
                      <a:pt x="4280" y="8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4" name="Freeform: Shape 643">
                <a:extLst>
                  <a:ext uri="{FF2B5EF4-FFF2-40B4-BE49-F238E27FC236}">
                    <a16:creationId xmlns:a16="http://schemas.microsoft.com/office/drawing/2014/main" id="{60999427-AD23-339E-85F8-23DAC499CF12}"/>
                  </a:ext>
                </a:extLst>
              </p:cNvPr>
              <p:cNvSpPr/>
              <p:nvPr/>
            </p:nvSpPr>
            <p:spPr>
              <a:xfrm>
                <a:off x="3819117" y="6388606"/>
                <a:ext cx="8390" cy="1796"/>
              </a:xfrm>
              <a:custGeom>
                <a:avLst/>
                <a:gdLst>
                  <a:gd name="connsiteX0" fmla="*/ 4721 w 8390"/>
                  <a:gd name="connsiteY0" fmla="*/ 981 h 1796"/>
                  <a:gd name="connsiteX1" fmla="*/ 0 w 8390"/>
                  <a:gd name="connsiteY1" fmla="*/ 1793 h 1796"/>
                  <a:gd name="connsiteX2" fmla="*/ 4721 w 8390"/>
                  <a:gd name="connsiteY2" fmla="*/ 981 h 1796"/>
                </a:gdLst>
                <a:ahLst/>
                <a:cxnLst>
                  <a:cxn ang="0">
                    <a:pos x="connsiteX0" y="connsiteY0"/>
                  </a:cxn>
                  <a:cxn ang="0">
                    <a:pos x="connsiteX1" y="connsiteY1"/>
                  </a:cxn>
                  <a:cxn ang="0">
                    <a:pos x="connsiteX2" y="connsiteY2"/>
                  </a:cxn>
                </a:cxnLst>
                <a:rect l="l" t="t" r="r" b="b"/>
                <a:pathLst>
                  <a:path w="8390" h="1796">
                    <a:moveTo>
                      <a:pt x="4721" y="981"/>
                    </a:moveTo>
                    <a:cubicBezTo>
                      <a:pt x="2429" y="1478"/>
                      <a:pt x="320" y="1838"/>
                      <a:pt x="0" y="1793"/>
                    </a:cubicBezTo>
                    <a:cubicBezTo>
                      <a:pt x="560" y="1158"/>
                      <a:pt x="14968" y="-1368"/>
                      <a:pt x="4721" y="9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5" name="Freeform: Shape 644">
                <a:extLst>
                  <a:ext uri="{FF2B5EF4-FFF2-40B4-BE49-F238E27FC236}">
                    <a16:creationId xmlns:a16="http://schemas.microsoft.com/office/drawing/2014/main" id="{2942FBDB-8823-A3FE-DBD9-806D648B4D5C}"/>
                  </a:ext>
                </a:extLst>
              </p:cNvPr>
              <p:cNvSpPr/>
              <p:nvPr/>
            </p:nvSpPr>
            <p:spPr>
              <a:xfrm>
                <a:off x="3708834" y="6398300"/>
                <a:ext cx="9011" cy="2824"/>
              </a:xfrm>
              <a:custGeom>
                <a:avLst/>
                <a:gdLst>
                  <a:gd name="connsiteX0" fmla="*/ 5086 w 9011"/>
                  <a:gd name="connsiteY0" fmla="*/ 2820 h 2824"/>
                  <a:gd name="connsiteX1" fmla="*/ 0 w 9011"/>
                  <a:gd name="connsiteY1" fmla="*/ 1117 h 2824"/>
                  <a:gd name="connsiteX2" fmla="*/ 5086 w 9011"/>
                  <a:gd name="connsiteY2" fmla="*/ 2820 h 2824"/>
                </a:gdLst>
                <a:ahLst/>
                <a:cxnLst>
                  <a:cxn ang="0">
                    <a:pos x="connsiteX0" y="connsiteY0"/>
                  </a:cxn>
                  <a:cxn ang="0">
                    <a:pos x="connsiteX1" y="connsiteY1"/>
                  </a:cxn>
                  <a:cxn ang="0">
                    <a:pos x="connsiteX2" y="connsiteY2"/>
                  </a:cxn>
                </a:cxnLst>
                <a:rect l="l" t="t" r="r" b="b"/>
                <a:pathLst>
                  <a:path w="9011" h="2824">
                    <a:moveTo>
                      <a:pt x="5086" y="2820"/>
                    </a:moveTo>
                    <a:cubicBezTo>
                      <a:pt x="2629" y="2620"/>
                      <a:pt x="354" y="1871"/>
                      <a:pt x="0" y="1117"/>
                    </a:cubicBezTo>
                    <a:cubicBezTo>
                      <a:pt x="543" y="-2221"/>
                      <a:pt x="16082" y="3003"/>
                      <a:pt x="5086" y="28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6" name="Freeform: Shape 645">
                <a:extLst>
                  <a:ext uri="{FF2B5EF4-FFF2-40B4-BE49-F238E27FC236}">
                    <a16:creationId xmlns:a16="http://schemas.microsoft.com/office/drawing/2014/main" id="{80CED1E6-0F55-F0BC-5AFD-1DF21E7FF001}"/>
                  </a:ext>
                </a:extLst>
              </p:cNvPr>
              <p:cNvSpPr/>
              <p:nvPr/>
            </p:nvSpPr>
            <p:spPr>
              <a:xfrm>
                <a:off x="3972176" y="6188908"/>
                <a:ext cx="7523" cy="3091"/>
              </a:xfrm>
              <a:custGeom>
                <a:avLst/>
                <a:gdLst>
                  <a:gd name="connsiteX0" fmla="*/ 4183 w 7523"/>
                  <a:gd name="connsiteY0" fmla="*/ 894 h 3091"/>
                  <a:gd name="connsiteX1" fmla="*/ 0 w 7523"/>
                  <a:gd name="connsiteY1" fmla="*/ 2969 h 3091"/>
                  <a:gd name="connsiteX2" fmla="*/ 4183 w 7523"/>
                  <a:gd name="connsiteY2" fmla="*/ 894 h 3091"/>
                </a:gdLst>
                <a:ahLst/>
                <a:cxnLst>
                  <a:cxn ang="0">
                    <a:pos x="connsiteX0" y="connsiteY0"/>
                  </a:cxn>
                  <a:cxn ang="0">
                    <a:pos x="connsiteX1" y="connsiteY1"/>
                  </a:cxn>
                  <a:cxn ang="0">
                    <a:pos x="connsiteX2" y="connsiteY2"/>
                  </a:cxn>
                </a:cxnLst>
                <a:rect l="l" t="t" r="r" b="b"/>
                <a:pathLst>
                  <a:path w="7523" h="3091">
                    <a:moveTo>
                      <a:pt x="4183" y="894"/>
                    </a:moveTo>
                    <a:cubicBezTo>
                      <a:pt x="2126" y="1665"/>
                      <a:pt x="251" y="2591"/>
                      <a:pt x="0" y="2969"/>
                    </a:cubicBezTo>
                    <a:cubicBezTo>
                      <a:pt x="817" y="4032"/>
                      <a:pt x="13356" y="-2261"/>
                      <a:pt x="4183" y="8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7" name="Freeform: Shape 646">
                <a:extLst>
                  <a:ext uri="{FF2B5EF4-FFF2-40B4-BE49-F238E27FC236}">
                    <a16:creationId xmlns:a16="http://schemas.microsoft.com/office/drawing/2014/main" id="{119BB362-C3CB-20F2-E25C-E98CB73CDBCE}"/>
                  </a:ext>
                </a:extLst>
              </p:cNvPr>
              <p:cNvSpPr/>
              <p:nvPr/>
            </p:nvSpPr>
            <p:spPr>
              <a:xfrm>
                <a:off x="3627953" y="6337685"/>
                <a:ext cx="9244" cy="4413"/>
              </a:xfrm>
              <a:custGeom>
                <a:avLst/>
                <a:gdLst>
                  <a:gd name="connsiteX0" fmla="*/ 5329 w 9244"/>
                  <a:gd name="connsiteY0" fmla="*/ 883 h 4413"/>
                  <a:gd name="connsiteX1" fmla="*/ 3917 w 9244"/>
                  <a:gd name="connsiteY1" fmla="*/ 3518 h 4413"/>
                  <a:gd name="connsiteX2" fmla="*/ 5329 w 9244"/>
                  <a:gd name="connsiteY2" fmla="*/ 883 h 4413"/>
                </a:gdLst>
                <a:ahLst/>
                <a:cxnLst>
                  <a:cxn ang="0">
                    <a:pos x="connsiteX0" y="connsiteY0"/>
                  </a:cxn>
                  <a:cxn ang="0">
                    <a:pos x="connsiteX1" y="connsiteY1"/>
                  </a:cxn>
                  <a:cxn ang="0">
                    <a:pos x="connsiteX2" y="connsiteY2"/>
                  </a:cxn>
                </a:cxnLst>
                <a:rect l="l" t="t" r="r" b="b"/>
                <a:pathLst>
                  <a:path w="9244" h="4413">
                    <a:moveTo>
                      <a:pt x="5329" y="883"/>
                    </a:moveTo>
                    <a:cubicBezTo>
                      <a:pt x="-449" y="-1380"/>
                      <a:pt x="-2403" y="1146"/>
                      <a:pt x="3917" y="3518"/>
                    </a:cubicBezTo>
                    <a:cubicBezTo>
                      <a:pt x="9713" y="5798"/>
                      <a:pt x="11633" y="3284"/>
                      <a:pt x="5329" y="88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8" name="Freeform: Shape 647">
                <a:extLst>
                  <a:ext uri="{FF2B5EF4-FFF2-40B4-BE49-F238E27FC236}">
                    <a16:creationId xmlns:a16="http://schemas.microsoft.com/office/drawing/2014/main" id="{7AC41151-4082-888D-6F5A-A0B43E83A4A2}"/>
                  </a:ext>
                </a:extLst>
              </p:cNvPr>
              <p:cNvSpPr/>
              <p:nvPr/>
            </p:nvSpPr>
            <p:spPr>
              <a:xfrm>
                <a:off x="3746385" y="6393843"/>
                <a:ext cx="8545" cy="1197"/>
              </a:xfrm>
              <a:custGeom>
                <a:avLst/>
                <a:gdLst>
                  <a:gd name="connsiteX0" fmla="*/ 4889 w 8545"/>
                  <a:gd name="connsiteY0" fmla="*/ 2 h 1197"/>
                  <a:gd name="connsiteX1" fmla="*/ 3660 w 8545"/>
                  <a:gd name="connsiteY1" fmla="*/ 1196 h 1197"/>
                  <a:gd name="connsiteX2" fmla="*/ 4889 w 8545"/>
                  <a:gd name="connsiteY2" fmla="*/ 2 h 1197"/>
                </a:gdLst>
                <a:ahLst/>
                <a:cxnLst>
                  <a:cxn ang="0">
                    <a:pos x="connsiteX0" y="connsiteY0"/>
                  </a:cxn>
                  <a:cxn ang="0">
                    <a:pos x="connsiteX1" y="connsiteY1"/>
                  </a:cxn>
                  <a:cxn ang="0">
                    <a:pos x="connsiteX2" y="connsiteY2"/>
                  </a:cxn>
                </a:cxnLst>
                <a:rect l="l" t="t" r="r" b="b"/>
                <a:pathLst>
                  <a:path w="8545" h="1197">
                    <a:moveTo>
                      <a:pt x="4889" y="2"/>
                    </a:moveTo>
                    <a:cubicBezTo>
                      <a:pt x="351" y="-49"/>
                      <a:pt x="-2786" y="1168"/>
                      <a:pt x="3660" y="1196"/>
                    </a:cubicBezTo>
                    <a:cubicBezTo>
                      <a:pt x="8186" y="1242"/>
                      <a:pt x="11335" y="-4"/>
                      <a:pt x="4889"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49" name="Freeform: Shape 648">
                <a:extLst>
                  <a:ext uri="{FF2B5EF4-FFF2-40B4-BE49-F238E27FC236}">
                    <a16:creationId xmlns:a16="http://schemas.microsoft.com/office/drawing/2014/main" id="{730799D0-6AA6-7367-BBEB-161AF3D75BD5}"/>
                  </a:ext>
                </a:extLst>
              </p:cNvPr>
              <p:cNvSpPr/>
              <p:nvPr/>
            </p:nvSpPr>
            <p:spPr>
              <a:xfrm>
                <a:off x="3783307" y="6381335"/>
                <a:ext cx="8584" cy="824"/>
              </a:xfrm>
              <a:custGeom>
                <a:avLst/>
                <a:gdLst>
                  <a:gd name="connsiteX0" fmla="*/ 4846 w 8584"/>
                  <a:gd name="connsiteY0" fmla="*/ 484 h 824"/>
                  <a:gd name="connsiteX1" fmla="*/ 0 w 8584"/>
                  <a:gd name="connsiteY1" fmla="*/ 816 h 824"/>
                  <a:gd name="connsiteX2" fmla="*/ 4846 w 8584"/>
                  <a:gd name="connsiteY2" fmla="*/ 484 h 824"/>
                </a:gdLst>
                <a:ahLst/>
                <a:cxnLst>
                  <a:cxn ang="0">
                    <a:pos x="connsiteX0" y="connsiteY0"/>
                  </a:cxn>
                  <a:cxn ang="0">
                    <a:pos x="connsiteX1" y="connsiteY1"/>
                  </a:cxn>
                  <a:cxn ang="0">
                    <a:pos x="connsiteX2" y="connsiteY2"/>
                  </a:cxn>
                </a:cxnLst>
                <a:rect l="l" t="t" r="r" b="b"/>
                <a:pathLst>
                  <a:path w="8584" h="824">
                    <a:moveTo>
                      <a:pt x="4846" y="484"/>
                    </a:moveTo>
                    <a:cubicBezTo>
                      <a:pt x="2503" y="713"/>
                      <a:pt x="331" y="862"/>
                      <a:pt x="0" y="816"/>
                    </a:cubicBezTo>
                    <a:cubicBezTo>
                      <a:pt x="623" y="445"/>
                      <a:pt x="15282" y="-612"/>
                      <a:pt x="4846" y="48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0" name="Freeform: Shape 649">
                <a:extLst>
                  <a:ext uri="{FF2B5EF4-FFF2-40B4-BE49-F238E27FC236}">
                    <a16:creationId xmlns:a16="http://schemas.microsoft.com/office/drawing/2014/main" id="{119E3508-C93E-0311-F4C1-FDD2692F8A47}"/>
                  </a:ext>
                </a:extLst>
              </p:cNvPr>
              <p:cNvSpPr/>
              <p:nvPr/>
            </p:nvSpPr>
            <p:spPr>
              <a:xfrm>
                <a:off x="2959692" y="7526065"/>
                <a:ext cx="12549" cy="5207"/>
              </a:xfrm>
              <a:custGeom>
                <a:avLst/>
                <a:gdLst>
                  <a:gd name="connsiteX0" fmla="*/ 7638 w 12549"/>
                  <a:gd name="connsiteY0" fmla="*/ 81 h 5207"/>
                  <a:gd name="connsiteX1" fmla="*/ 4918 w 12549"/>
                  <a:gd name="connsiteY1" fmla="*/ 5127 h 5207"/>
                  <a:gd name="connsiteX2" fmla="*/ 7638 w 12549"/>
                  <a:gd name="connsiteY2" fmla="*/ 81 h 5207"/>
                </a:gdLst>
                <a:ahLst/>
                <a:cxnLst>
                  <a:cxn ang="0">
                    <a:pos x="connsiteX0" y="connsiteY0"/>
                  </a:cxn>
                  <a:cxn ang="0">
                    <a:pos x="connsiteX1" y="connsiteY1"/>
                  </a:cxn>
                  <a:cxn ang="0">
                    <a:pos x="connsiteX2" y="connsiteY2"/>
                  </a:cxn>
                </a:cxnLst>
                <a:rect l="l" t="t" r="r" b="b"/>
                <a:pathLst>
                  <a:path w="12549" h="5207">
                    <a:moveTo>
                      <a:pt x="7638" y="81"/>
                    </a:moveTo>
                    <a:cubicBezTo>
                      <a:pt x="1689" y="-748"/>
                      <a:pt x="-4661" y="5076"/>
                      <a:pt x="4918" y="5127"/>
                    </a:cubicBezTo>
                    <a:cubicBezTo>
                      <a:pt x="10855" y="5955"/>
                      <a:pt x="17211" y="132"/>
                      <a:pt x="7638" y="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1" name="Freeform: Shape 650">
                <a:extLst>
                  <a:ext uri="{FF2B5EF4-FFF2-40B4-BE49-F238E27FC236}">
                    <a16:creationId xmlns:a16="http://schemas.microsoft.com/office/drawing/2014/main" id="{21D1BD46-5AA9-F89E-F8C9-A6CAA3D1263F}"/>
                  </a:ext>
                </a:extLst>
              </p:cNvPr>
              <p:cNvSpPr/>
              <p:nvPr/>
            </p:nvSpPr>
            <p:spPr>
              <a:xfrm>
                <a:off x="3828937" y="6136652"/>
                <a:ext cx="6847" cy="1915"/>
              </a:xfrm>
              <a:custGeom>
                <a:avLst/>
                <a:gdLst>
                  <a:gd name="connsiteX0" fmla="*/ 3999 w 6847"/>
                  <a:gd name="connsiteY0" fmla="*/ 308 h 1915"/>
                  <a:gd name="connsiteX1" fmla="*/ 672 w 6847"/>
                  <a:gd name="connsiteY1" fmla="*/ 977 h 1915"/>
                  <a:gd name="connsiteX2" fmla="*/ 3999 w 6847"/>
                  <a:gd name="connsiteY2" fmla="*/ 308 h 1915"/>
                </a:gdLst>
                <a:ahLst/>
                <a:cxnLst>
                  <a:cxn ang="0">
                    <a:pos x="connsiteX0" y="connsiteY0"/>
                  </a:cxn>
                  <a:cxn ang="0">
                    <a:pos x="connsiteX1" y="connsiteY1"/>
                  </a:cxn>
                  <a:cxn ang="0">
                    <a:pos x="connsiteX2" y="connsiteY2"/>
                  </a:cxn>
                </a:cxnLst>
                <a:rect l="l" t="t" r="r" b="b"/>
                <a:pathLst>
                  <a:path w="6847" h="1915">
                    <a:moveTo>
                      <a:pt x="3999" y="308"/>
                    </a:moveTo>
                    <a:cubicBezTo>
                      <a:pt x="2970" y="23"/>
                      <a:pt x="-1722" y="-446"/>
                      <a:pt x="672" y="977"/>
                    </a:cubicBezTo>
                    <a:cubicBezTo>
                      <a:pt x="3113" y="2566"/>
                      <a:pt x="11039" y="2000"/>
                      <a:pt x="3999" y="3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2" name="Freeform: Shape 651">
                <a:extLst>
                  <a:ext uri="{FF2B5EF4-FFF2-40B4-BE49-F238E27FC236}">
                    <a16:creationId xmlns:a16="http://schemas.microsoft.com/office/drawing/2014/main" id="{09FAC80E-B699-8CD9-735C-91EE6DA4AD43}"/>
                  </a:ext>
                </a:extLst>
              </p:cNvPr>
              <p:cNvSpPr/>
              <p:nvPr/>
            </p:nvSpPr>
            <p:spPr>
              <a:xfrm>
                <a:off x="3265304" y="6472053"/>
                <a:ext cx="9889" cy="3105"/>
              </a:xfrm>
              <a:custGeom>
                <a:avLst/>
                <a:gdLst>
                  <a:gd name="connsiteX0" fmla="*/ 5876 w 9889"/>
                  <a:gd name="connsiteY0" fmla="*/ 7 h 3105"/>
                  <a:gd name="connsiteX1" fmla="*/ 4013 w 9889"/>
                  <a:gd name="connsiteY1" fmla="*/ 3098 h 3105"/>
                  <a:gd name="connsiteX2" fmla="*/ 5876 w 9889"/>
                  <a:gd name="connsiteY2" fmla="*/ 7 h 3105"/>
                </a:gdLst>
                <a:ahLst/>
                <a:cxnLst>
                  <a:cxn ang="0">
                    <a:pos x="connsiteX0" y="connsiteY0"/>
                  </a:cxn>
                  <a:cxn ang="0">
                    <a:pos x="connsiteX1" y="connsiteY1"/>
                  </a:cxn>
                  <a:cxn ang="0">
                    <a:pos x="connsiteX2" y="connsiteY2"/>
                  </a:cxn>
                </a:cxnLst>
                <a:rect l="l" t="t" r="r" b="b"/>
                <a:pathLst>
                  <a:path w="9889" h="3105">
                    <a:moveTo>
                      <a:pt x="5876" y="7"/>
                    </a:moveTo>
                    <a:cubicBezTo>
                      <a:pt x="938" y="46"/>
                      <a:pt x="-3491" y="3281"/>
                      <a:pt x="4013" y="3098"/>
                    </a:cubicBezTo>
                    <a:cubicBezTo>
                      <a:pt x="8973" y="3075"/>
                      <a:pt x="13368" y="-165"/>
                      <a:pt x="5876" y="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3" name="Freeform: Shape 652">
                <a:extLst>
                  <a:ext uri="{FF2B5EF4-FFF2-40B4-BE49-F238E27FC236}">
                    <a16:creationId xmlns:a16="http://schemas.microsoft.com/office/drawing/2014/main" id="{324CD0AD-7154-6ED6-82A4-081EC8F9808B}"/>
                  </a:ext>
                </a:extLst>
              </p:cNvPr>
              <p:cNvSpPr/>
              <p:nvPr/>
            </p:nvSpPr>
            <p:spPr>
              <a:xfrm>
                <a:off x="3082817" y="6773219"/>
                <a:ext cx="10793" cy="3557"/>
              </a:xfrm>
              <a:custGeom>
                <a:avLst/>
                <a:gdLst>
                  <a:gd name="connsiteX0" fmla="*/ 6460 w 10793"/>
                  <a:gd name="connsiteY0" fmla="*/ 21 h 3557"/>
                  <a:gd name="connsiteX1" fmla="*/ 4334 w 10793"/>
                  <a:gd name="connsiteY1" fmla="*/ 3537 h 3557"/>
                  <a:gd name="connsiteX2" fmla="*/ 6460 w 10793"/>
                  <a:gd name="connsiteY2" fmla="*/ 21 h 3557"/>
                </a:gdLst>
                <a:ahLst/>
                <a:cxnLst>
                  <a:cxn ang="0">
                    <a:pos x="connsiteX0" y="connsiteY0"/>
                  </a:cxn>
                  <a:cxn ang="0">
                    <a:pos x="connsiteX1" y="connsiteY1"/>
                  </a:cxn>
                  <a:cxn ang="0">
                    <a:pos x="connsiteX2" y="connsiteY2"/>
                  </a:cxn>
                </a:cxnLst>
                <a:rect l="l" t="t" r="r" b="b"/>
                <a:pathLst>
                  <a:path w="10793" h="3557">
                    <a:moveTo>
                      <a:pt x="6460" y="21"/>
                    </a:moveTo>
                    <a:cubicBezTo>
                      <a:pt x="968" y="-304"/>
                      <a:pt x="-3758" y="3205"/>
                      <a:pt x="4334" y="3537"/>
                    </a:cubicBezTo>
                    <a:cubicBezTo>
                      <a:pt x="9832" y="3856"/>
                      <a:pt x="14547" y="359"/>
                      <a:pt x="6460"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4" name="Freeform: Shape 653">
                <a:extLst>
                  <a:ext uri="{FF2B5EF4-FFF2-40B4-BE49-F238E27FC236}">
                    <a16:creationId xmlns:a16="http://schemas.microsoft.com/office/drawing/2014/main" id="{551EFFF6-AF25-1B15-E4FA-E87B4E18F100}"/>
                  </a:ext>
                </a:extLst>
              </p:cNvPr>
              <p:cNvSpPr/>
              <p:nvPr/>
            </p:nvSpPr>
            <p:spPr>
              <a:xfrm>
                <a:off x="3016117" y="6880117"/>
                <a:ext cx="11164" cy="3645"/>
              </a:xfrm>
              <a:custGeom>
                <a:avLst/>
                <a:gdLst>
                  <a:gd name="connsiteX0" fmla="*/ 6729 w 11164"/>
                  <a:gd name="connsiteY0" fmla="*/ 17 h 3645"/>
                  <a:gd name="connsiteX1" fmla="*/ 4437 w 11164"/>
                  <a:gd name="connsiteY1" fmla="*/ 3629 h 3645"/>
                  <a:gd name="connsiteX2" fmla="*/ 6729 w 11164"/>
                  <a:gd name="connsiteY2" fmla="*/ 17 h 3645"/>
                </a:gdLst>
                <a:ahLst/>
                <a:cxnLst>
                  <a:cxn ang="0">
                    <a:pos x="connsiteX0" y="connsiteY0"/>
                  </a:cxn>
                  <a:cxn ang="0">
                    <a:pos x="connsiteX1" y="connsiteY1"/>
                  </a:cxn>
                  <a:cxn ang="0">
                    <a:pos x="connsiteX2" y="connsiteY2"/>
                  </a:cxn>
                </a:cxnLst>
                <a:rect l="l" t="t" r="r" b="b"/>
                <a:pathLst>
                  <a:path w="11164" h="3645">
                    <a:moveTo>
                      <a:pt x="6729" y="17"/>
                    </a:moveTo>
                    <a:cubicBezTo>
                      <a:pt x="1156" y="-280"/>
                      <a:pt x="-3964" y="3332"/>
                      <a:pt x="4437" y="3629"/>
                    </a:cubicBezTo>
                    <a:cubicBezTo>
                      <a:pt x="10015" y="3921"/>
                      <a:pt x="15124" y="308"/>
                      <a:pt x="67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5" name="Freeform: Shape 654">
                <a:extLst>
                  <a:ext uri="{FF2B5EF4-FFF2-40B4-BE49-F238E27FC236}">
                    <a16:creationId xmlns:a16="http://schemas.microsoft.com/office/drawing/2014/main" id="{7782E350-05AF-7B39-BE08-A68F82D87A7F}"/>
                  </a:ext>
                </a:extLst>
              </p:cNvPr>
              <p:cNvSpPr/>
              <p:nvPr/>
            </p:nvSpPr>
            <p:spPr>
              <a:xfrm>
                <a:off x="3146253" y="6668656"/>
                <a:ext cx="10469" cy="3441"/>
              </a:xfrm>
              <a:custGeom>
                <a:avLst/>
                <a:gdLst>
                  <a:gd name="connsiteX0" fmla="*/ 6260 w 10469"/>
                  <a:gd name="connsiteY0" fmla="*/ 23 h 3441"/>
                  <a:gd name="connsiteX1" fmla="*/ 4209 w 10469"/>
                  <a:gd name="connsiteY1" fmla="*/ 3418 h 3441"/>
                  <a:gd name="connsiteX2" fmla="*/ 6260 w 10469"/>
                  <a:gd name="connsiteY2" fmla="*/ 23 h 3441"/>
                </a:gdLst>
                <a:ahLst/>
                <a:cxnLst>
                  <a:cxn ang="0">
                    <a:pos x="connsiteX0" y="connsiteY0"/>
                  </a:cxn>
                  <a:cxn ang="0">
                    <a:pos x="connsiteX1" y="connsiteY1"/>
                  </a:cxn>
                  <a:cxn ang="0">
                    <a:pos x="connsiteX2" y="connsiteY2"/>
                  </a:cxn>
                </a:cxnLst>
                <a:rect l="l" t="t" r="r" b="b"/>
                <a:pathLst>
                  <a:path w="10469" h="3441">
                    <a:moveTo>
                      <a:pt x="6260" y="23"/>
                    </a:moveTo>
                    <a:cubicBezTo>
                      <a:pt x="917" y="-309"/>
                      <a:pt x="-3632" y="3063"/>
                      <a:pt x="4209" y="3418"/>
                    </a:cubicBezTo>
                    <a:cubicBezTo>
                      <a:pt x="9563" y="3755"/>
                      <a:pt x="14095" y="377"/>
                      <a:pt x="6260"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6" name="Freeform: Shape 655">
                <a:extLst>
                  <a:ext uri="{FF2B5EF4-FFF2-40B4-BE49-F238E27FC236}">
                    <a16:creationId xmlns:a16="http://schemas.microsoft.com/office/drawing/2014/main" id="{FD8F1222-562D-57D5-92BC-0D3A5104F66A}"/>
                  </a:ext>
                </a:extLst>
              </p:cNvPr>
              <p:cNvSpPr/>
              <p:nvPr/>
            </p:nvSpPr>
            <p:spPr>
              <a:xfrm>
                <a:off x="3207201" y="6568066"/>
                <a:ext cx="10174" cy="3265"/>
              </a:xfrm>
              <a:custGeom>
                <a:avLst/>
                <a:gdLst>
                  <a:gd name="connsiteX0" fmla="*/ 6068 w 10174"/>
                  <a:gd name="connsiteY0" fmla="*/ 6 h 3265"/>
                  <a:gd name="connsiteX1" fmla="*/ 4102 w 10174"/>
                  <a:gd name="connsiteY1" fmla="*/ 3258 h 3265"/>
                  <a:gd name="connsiteX2" fmla="*/ 6068 w 10174"/>
                  <a:gd name="connsiteY2" fmla="*/ 6 h 3265"/>
                </a:gdLst>
                <a:ahLst/>
                <a:cxnLst>
                  <a:cxn ang="0">
                    <a:pos x="connsiteX0" y="connsiteY0"/>
                  </a:cxn>
                  <a:cxn ang="0">
                    <a:pos x="connsiteX1" y="connsiteY1"/>
                  </a:cxn>
                  <a:cxn ang="0">
                    <a:pos x="connsiteX2" y="connsiteY2"/>
                  </a:cxn>
                </a:cxnLst>
                <a:rect l="l" t="t" r="r" b="b"/>
                <a:pathLst>
                  <a:path w="10174" h="3265">
                    <a:moveTo>
                      <a:pt x="6068" y="6"/>
                    </a:moveTo>
                    <a:cubicBezTo>
                      <a:pt x="925" y="-165"/>
                      <a:pt x="-3556" y="3126"/>
                      <a:pt x="4102" y="3258"/>
                    </a:cubicBezTo>
                    <a:cubicBezTo>
                      <a:pt x="9269" y="3447"/>
                      <a:pt x="13721" y="149"/>
                      <a:pt x="6068"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7" name="Freeform: Shape 656">
                <a:extLst>
                  <a:ext uri="{FF2B5EF4-FFF2-40B4-BE49-F238E27FC236}">
                    <a16:creationId xmlns:a16="http://schemas.microsoft.com/office/drawing/2014/main" id="{127538D4-43B4-CADF-E1D6-BD2789FE4029}"/>
                  </a:ext>
                </a:extLst>
              </p:cNvPr>
              <p:cNvSpPr/>
              <p:nvPr/>
            </p:nvSpPr>
            <p:spPr>
              <a:xfrm>
                <a:off x="2865245" y="7112874"/>
                <a:ext cx="11949" cy="4144"/>
              </a:xfrm>
              <a:custGeom>
                <a:avLst/>
                <a:gdLst>
                  <a:gd name="connsiteX0" fmla="*/ 7308 w 11949"/>
                  <a:gd name="connsiteY0" fmla="*/ 20 h 4144"/>
                  <a:gd name="connsiteX1" fmla="*/ 4645 w 11949"/>
                  <a:gd name="connsiteY1" fmla="*/ 4124 h 4144"/>
                  <a:gd name="connsiteX2" fmla="*/ 7308 w 11949"/>
                  <a:gd name="connsiteY2" fmla="*/ 20 h 4144"/>
                </a:gdLst>
                <a:ahLst/>
                <a:cxnLst>
                  <a:cxn ang="0">
                    <a:pos x="connsiteX0" y="connsiteY0"/>
                  </a:cxn>
                  <a:cxn ang="0">
                    <a:pos x="connsiteX1" y="connsiteY1"/>
                  </a:cxn>
                  <a:cxn ang="0">
                    <a:pos x="connsiteX2" y="connsiteY2"/>
                  </a:cxn>
                </a:cxnLst>
                <a:rect l="l" t="t" r="r" b="b"/>
                <a:pathLst>
                  <a:path w="11949" h="4144">
                    <a:moveTo>
                      <a:pt x="7308" y="20"/>
                    </a:moveTo>
                    <a:cubicBezTo>
                      <a:pt x="1490" y="-322"/>
                      <a:pt x="-4351" y="3764"/>
                      <a:pt x="4645" y="4124"/>
                    </a:cubicBezTo>
                    <a:cubicBezTo>
                      <a:pt x="10462" y="4467"/>
                      <a:pt x="16297" y="375"/>
                      <a:pt x="7308"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8" name="Freeform: Shape 657">
                <a:extLst>
                  <a:ext uri="{FF2B5EF4-FFF2-40B4-BE49-F238E27FC236}">
                    <a16:creationId xmlns:a16="http://schemas.microsoft.com/office/drawing/2014/main" id="{B0950692-BA0E-16A9-AE93-4B6839630B13}"/>
                  </a:ext>
                </a:extLst>
              </p:cNvPr>
              <p:cNvSpPr/>
              <p:nvPr/>
            </p:nvSpPr>
            <p:spPr>
              <a:xfrm>
                <a:off x="2693228" y="7378715"/>
                <a:ext cx="12817" cy="4750"/>
              </a:xfrm>
              <a:custGeom>
                <a:avLst/>
                <a:gdLst>
                  <a:gd name="connsiteX0" fmla="*/ 7904 w 12817"/>
                  <a:gd name="connsiteY0" fmla="*/ 24 h 4750"/>
                  <a:gd name="connsiteX1" fmla="*/ 4915 w 12817"/>
                  <a:gd name="connsiteY1" fmla="*/ 4727 h 4750"/>
                  <a:gd name="connsiteX2" fmla="*/ 7904 w 12817"/>
                  <a:gd name="connsiteY2" fmla="*/ 24 h 4750"/>
                </a:gdLst>
                <a:ahLst/>
                <a:cxnLst>
                  <a:cxn ang="0">
                    <a:pos x="connsiteX0" y="connsiteY0"/>
                  </a:cxn>
                  <a:cxn ang="0">
                    <a:pos x="connsiteX1" y="connsiteY1"/>
                  </a:cxn>
                  <a:cxn ang="0">
                    <a:pos x="connsiteX2" y="connsiteY2"/>
                  </a:cxn>
                </a:cxnLst>
                <a:rect l="l" t="t" r="r" b="b"/>
                <a:pathLst>
                  <a:path w="12817" h="4750">
                    <a:moveTo>
                      <a:pt x="7904" y="24"/>
                    </a:moveTo>
                    <a:cubicBezTo>
                      <a:pt x="1732" y="-371"/>
                      <a:pt x="-4715" y="4310"/>
                      <a:pt x="4915" y="4727"/>
                    </a:cubicBezTo>
                    <a:cubicBezTo>
                      <a:pt x="11093" y="5121"/>
                      <a:pt x="17528" y="441"/>
                      <a:pt x="7904"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59" name="Freeform: Shape 658">
                <a:extLst>
                  <a:ext uri="{FF2B5EF4-FFF2-40B4-BE49-F238E27FC236}">
                    <a16:creationId xmlns:a16="http://schemas.microsoft.com/office/drawing/2014/main" id="{88EA6E67-8423-249E-3423-521AD6CF9761}"/>
                  </a:ext>
                </a:extLst>
              </p:cNvPr>
              <p:cNvSpPr/>
              <p:nvPr/>
            </p:nvSpPr>
            <p:spPr>
              <a:xfrm>
                <a:off x="2943517" y="6992775"/>
                <a:ext cx="11549" cy="3878"/>
              </a:xfrm>
              <a:custGeom>
                <a:avLst/>
                <a:gdLst>
                  <a:gd name="connsiteX0" fmla="*/ 7017 w 11549"/>
                  <a:gd name="connsiteY0" fmla="*/ 19 h 3878"/>
                  <a:gd name="connsiteX1" fmla="*/ 4531 w 11549"/>
                  <a:gd name="connsiteY1" fmla="*/ 3859 h 3878"/>
                  <a:gd name="connsiteX2" fmla="*/ 7017 w 11549"/>
                  <a:gd name="connsiteY2" fmla="*/ 19 h 3878"/>
                </a:gdLst>
                <a:ahLst/>
                <a:cxnLst>
                  <a:cxn ang="0">
                    <a:pos x="connsiteX0" y="connsiteY0"/>
                  </a:cxn>
                  <a:cxn ang="0">
                    <a:pos x="connsiteX1" y="connsiteY1"/>
                  </a:cxn>
                  <a:cxn ang="0">
                    <a:pos x="connsiteX2" y="connsiteY2"/>
                  </a:cxn>
                </a:cxnLst>
                <a:rect l="l" t="t" r="r" b="b"/>
                <a:pathLst>
                  <a:path w="11549" h="3878">
                    <a:moveTo>
                      <a:pt x="7017" y="19"/>
                    </a:moveTo>
                    <a:cubicBezTo>
                      <a:pt x="1337" y="-301"/>
                      <a:pt x="-4161" y="3534"/>
                      <a:pt x="4531" y="3859"/>
                    </a:cubicBezTo>
                    <a:cubicBezTo>
                      <a:pt x="10218" y="4179"/>
                      <a:pt x="15710" y="344"/>
                      <a:pt x="7017"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0" name="Freeform: Shape 659">
                <a:extLst>
                  <a:ext uri="{FF2B5EF4-FFF2-40B4-BE49-F238E27FC236}">
                    <a16:creationId xmlns:a16="http://schemas.microsoft.com/office/drawing/2014/main" id="{1ABFB238-6DB4-85F5-307D-BD16358D7C74}"/>
                  </a:ext>
                </a:extLst>
              </p:cNvPr>
              <p:cNvSpPr/>
              <p:nvPr/>
            </p:nvSpPr>
            <p:spPr>
              <a:xfrm>
                <a:off x="3320152" y="6381257"/>
                <a:ext cx="9809" cy="3070"/>
              </a:xfrm>
              <a:custGeom>
                <a:avLst/>
                <a:gdLst>
                  <a:gd name="connsiteX0" fmla="*/ 5698 w 9809"/>
                  <a:gd name="connsiteY0" fmla="*/ 9 h 3070"/>
                  <a:gd name="connsiteX1" fmla="*/ 0 w 9809"/>
                  <a:gd name="connsiteY1" fmla="*/ 1923 h 3070"/>
                  <a:gd name="connsiteX2" fmla="*/ 5698 w 9809"/>
                  <a:gd name="connsiteY2" fmla="*/ 9 h 3070"/>
                </a:gdLst>
                <a:ahLst/>
                <a:cxnLst>
                  <a:cxn ang="0">
                    <a:pos x="connsiteX0" y="connsiteY0"/>
                  </a:cxn>
                  <a:cxn ang="0">
                    <a:pos x="connsiteX1" y="connsiteY1"/>
                  </a:cxn>
                  <a:cxn ang="0">
                    <a:pos x="connsiteX2" y="connsiteY2"/>
                  </a:cxn>
                </a:cxnLst>
                <a:rect l="l" t="t" r="r" b="b"/>
                <a:pathLst>
                  <a:path w="9809" h="3070">
                    <a:moveTo>
                      <a:pt x="5698" y="9"/>
                    </a:moveTo>
                    <a:cubicBezTo>
                      <a:pt x="3035" y="254"/>
                      <a:pt x="486" y="1117"/>
                      <a:pt x="0" y="1923"/>
                    </a:cubicBezTo>
                    <a:cubicBezTo>
                      <a:pt x="343" y="5432"/>
                      <a:pt x="17436" y="-249"/>
                      <a:pt x="5698"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1" name="Freeform: Shape 660">
                <a:extLst>
                  <a:ext uri="{FF2B5EF4-FFF2-40B4-BE49-F238E27FC236}">
                    <a16:creationId xmlns:a16="http://schemas.microsoft.com/office/drawing/2014/main" id="{E8B016F8-FD2D-6BAC-B4FD-42ED7AEE1847}"/>
                  </a:ext>
                </a:extLst>
              </p:cNvPr>
              <p:cNvSpPr/>
              <p:nvPr/>
            </p:nvSpPr>
            <p:spPr>
              <a:xfrm>
                <a:off x="2781690" y="7241242"/>
                <a:ext cx="12368" cy="4434"/>
              </a:xfrm>
              <a:custGeom>
                <a:avLst/>
                <a:gdLst>
                  <a:gd name="connsiteX0" fmla="*/ 7601 w 12368"/>
                  <a:gd name="connsiteY0" fmla="*/ 22 h 4434"/>
                  <a:gd name="connsiteX1" fmla="*/ 4766 w 12368"/>
                  <a:gd name="connsiteY1" fmla="*/ 4412 h 4434"/>
                  <a:gd name="connsiteX2" fmla="*/ 7601 w 12368"/>
                  <a:gd name="connsiteY2" fmla="*/ 22 h 4434"/>
                </a:gdLst>
                <a:ahLst/>
                <a:cxnLst>
                  <a:cxn ang="0">
                    <a:pos x="connsiteX0" y="connsiteY0"/>
                  </a:cxn>
                  <a:cxn ang="0">
                    <a:pos x="connsiteX1" y="connsiteY1"/>
                  </a:cxn>
                  <a:cxn ang="0">
                    <a:pos x="connsiteX2" y="connsiteY2"/>
                  </a:cxn>
                </a:cxnLst>
                <a:rect l="l" t="t" r="r" b="b"/>
                <a:pathLst>
                  <a:path w="12368" h="4434">
                    <a:moveTo>
                      <a:pt x="7601" y="22"/>
                    </a:moveTo>
                    <a:cubicBezTo>
                      <a:pt x="1623" y="-349"/>
                      <a:pt x="-4532" y="4023"/>
                      <a:pt x="4766" y="4412"/>
                    </a:cubicBezTo>
                    <a:cubicBezTo>
                      <a:pt x="10750" y="4783"/>
                      <a:pt x="16899" y="411"/>
                      <a:pt x="7601"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2" name="Freeform: Shape 661">
                <a:extLst>
                  <a:ext uri="{FF2B5EF4-FFF2-40B4-BE49-F238E27FC236}">
                    <a16:creationId xmlns:a16="http://schemas.microsoft.com/office/drawing/2014/main" id="{EE52E374-EA7E-0763-9F92-F1791F65A290}"/>
                  </a:ext>
                </a:extLst>
              </p:cNvPr>
              <p:cNvSpPr/>
              <p:nvPr/>
            </p:nvSpPr>
            <p:spPr>
              <a:xfrm>
                <a:off x="3465920" y="6390790"/>
                <a:ext cx="8837" cy="3578"/>
              </a:xfrm>
              <a:custGeom>
                <a:avLst/>
                <a:gdLst>
                  <a:gd name="connsiteX0" fmla="*/ 5165 w 8837"/>
                  <a:gd name="connsiteY0" fmla="*/ 3569 h 3578"/>
                  <a:gd name="connsiteX1" fmla="*/ 3673 w 8837"/>
                  <a:gd name="connsiteY1" fmla="*/ 8 h 3578"/>
                  <a:gd name="connsiteX2" fmla="*/ 5165 w 8837"/>
                  <a:gd name="connsiteY2" fmla="*/ 3569 h 3578"/>
                </a:gdLst>
                <a:ahLst/>
                <a:cxnLst>
                  <a:cxn ang="0">
                    <a:pos x="connsiteX0" y="connsiteY0"/>
                  </a:cxn>
                  <a:cxn ang="0">
                    <a:pos x="connsiteX1" y="connsiteY1"/>
                  </a:cxn>
                  <a:cxn ang="0">
                    <a:pos x="connsiteX2" y="connsiteY2"/>
                  </a:cxn>
                </a:cxnLst>
                <a:rect l="l" t="t" r="r" b="b"/>
                <a:pathLst>
                  <a:path w="8837" h="3578">
                    <a:moveTo>
                      <a:pt x="5165" y="3569"/>
                    </a:moveTo>
                    <a:cubicBezTo>
                      <a:pt x="387" y="3786"/>
                      <a:pt x="-2859" y="214"/>
                      <a:pt x="3673" y="8"/>
                    </a:cubicBezTo>
                    <a:cubicBezTo>
                      <a:pt x="8416" y="-197"/>
                      <a:pt x="11720" y="3432"/>
                      <a:pt x="5165" y="356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3" name="Freeform: Shape 662">
                <a:extLst>
                  <a:ext uri="{FF2B5EF4-FFF2-40B4-BE49-F238E27FC236}">
                    <a16:creationId xmlns:a16="http://schemas.microsoft.com/office/drawing/2014/main" id="{2FDB8193-E67C-B8EA-4718-2C4FC596DAB6}"/>
                  </a:ext>
                </a:extLst>
              </p:cNvPr>
              <p:cNvSpPr/>
              <p:nvPr/>
            </p:nvSpPr>
            <p:spPr>
              <a:xfrm>
                <a:off x="3701799" y="6307600"/>
                <a:ext cx="7877" cy="1592"/>
              </a:xfrm>
              <a:custGeom>
                <a:avLst/>
                <a:gdLst>
                  <a:gd name="connsiteX0" fmla="*/ 4458 w 7877"/>
                  <a:gd name="connsiteY0" fmla="*/ 28 h 1592"/>
                  <a:gd name="connsiteX1" fmla="*/ 0 w 7877"/>
                  <a:gd name="connsiteY1" fmla="*/ 577 h 1592"/>
                  <a:gd name="connsiteX2" fmla="*/ 4458 w 7877"/>
                  <a:gd name="connsiteY2" fmla="*/ 28 h 1592"/>
                </a:gdLst>
                <a:ahLst/>
                <a:cxnLst>
                  <a:cxn ang="0">
                    <a:pos x="connsiteX0" y="connsiteY0"/>
                  </a:cxn>
                  <a:cxn ang="0">
                    <a:pos x="connsiteX1" y="connsiteY1"/>
                  </a:cxn>
                  <a:cxn ang="0">
                    <a:pos x="connsiteX2" y="connsiteY2"/>
                  </a:cxn>
                </a:cxnLst>
                <a:rect l="l" t="t" r="r" b="b"/>
                <a:pathLst>
                  <a:path w="7877" h="1592">
                    <a:moveTo>
                      <a:pt x="4458" y="28"/>
                    </a:moveTo>
                    <a:cubicBezTo>
                      <a:pt x="2309" y="-86"/>
                      <a:pt x="320" y="154"/>
                      <a:pt x="0" y="577"/>
                    </a:cubicBezTo>
                    <a:cubicBezTo>
                      <a:pt x="394" y="2691"/>
                      <a:pt x="14076" y="1000"/>
                      <a:pt x="4458"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4" name="Freeform: Shape 663">
                <a:extLst>
                  <a:ext uri="{FF2B5EF4-FFF2-40B4-BE49-F238E27FC236}">
                    <a16:creationId xmlns:a16="http://schemas.microsoft.com/office/drawing/2014/main" id="{48106939-B9B7-6576-9E65-81C2DD6BEF9D}"/>
                  </a:ext>
                </a:extLst>
              </p:cNvPr>
              <p:cNvSpPr/>
              <p:nvPr/>
            </p:nvSpPr>
            <p:spPr>
              <a:xfrm>
                <a:off x="3666795" y="6356110"/>
                <a:ext cx="8049" cy="1712"/>
              </a:xfrm>
              <a:custGeom>
                <a:avLst/>
                <a:gdLst>
                  <a:gd name="connsiteX0" fmla="*/ 4555 w 8049"/>
                  <a:gd name="connsiteY0" fmla="*/ 9 h 1712"/>
                  <a:gd name="connsiteX1" fmla="*/ 0 w 8049"/>
                  <a:gd name="connsiteY1" fmla="*/ 713 h 1712"/>
                  <a:gd name="connsiteX2" fmla="*/ 4555 w 8049"/>
                  <a:gd name="connsiteY2" fmla="*/ 9 h 1712"/>
                </a:gdLst>
                <a:ahLst/>
                <a:cxnLst>
                  <a:cxn ang="0">
                    <a:pos x="connsiteX0" y="connsiteY0"/>
                  </a:cxn>
                  <a:cxn ang="0">
                    <a:pos x="connsiteX1" y="connsiteY1"/>
                  </a:cxn>
                  <a:cxn ang="0">
                    <a:pos x="connsiteX2" y="connsiteY2"/>
                  </a:cxn>
                </a:cxnLst>
                <a:rect l="l" t="t" r="r" b="b"/>
                <a:pathLst>
                  <a:path w="8049" h="1712">
                    <a:moveTo>
                      <a:pt x="4555" y="9"/>
                    </a:moveTo>
                    <a:cubicBezTo>
                      <a:pt x="2360" y="-59"/>
                      <a:pt x="326" y="249"/>
                      <a:pt x="0" y="713"/>
                    </a:cubicBezTo>
                    <a:cubicBezTo>
                      <a:pt x="417" y="2964"/>
                      <a:pt x="14379" y="826"/>
                      <a:pt x="4555"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5" name="Freeform: Shape 664">
                <a:extLst>
                  <a:ext uri="{FF2B5EF4-FFF2-40B4-BE49-F238E27FC236}">
                    <a16:creationId xmlns:a16="http://schemas.microsoft.com/office/drawing/2014/main" id="{D6E0844F-30F1-DA3F-0A13-B5605B31BA07}"/>
                  </a:ext>
                </a:extLst>
              </p:cNvPr>
              <p:cNvSpPr/>
              <p:nvPr/>
            </p:nvSpPr>
            <p:spPr>
              <a:xfrm>
                <a:off x="3630950" y="6406709"/>
                <a:ext cx="8230" cy="1207"/>
              </a:xfrm>
              <a:custGeom>
                <a:avLst/>
                <a:gdLst>
                  <a:gd name="connsiteX0" fmla="*/ 4669 w 8230"/>
                  <a:gd name="connsiteY0" fmla="*/ 56 h 1207"/>
                  <a:gd name="connsiteX1" fmla="*/ 0 w 8230"/>
                  <a:gd name="connsiteY1" fmla="*/ 354 h 1207"/>
                  <a:gd name="connsiteX2" fmla="*/ 4669 w 8230"/>
                  <a:gd name="connsiteY2" fmla="*/ 56 h 1207"/>
                </a:gdLst>
                <a:ahLst/>
                <a:cxnLst>
                  <a:cxn ang="0">
                    <a:pos x="connsiteX0" y="connsiteY0"/>
                  </a:cxn>
                  <a:cxn ang="0">
                    <a:pos x="connsiteX1" y="connsiteY1"/>
                  </a:cxn>
                  <a:cxn ang="0">
                    <a:pos x="connsiteX2" y="connsiteY2"/>
                  </a:cxn>
                </a:cxnLst>
                <a:rect l="l" t="t" r="r" b="b"/>
                <a:pathLst>
                  <a:path w="8230" h="1207">
                    <a:moveTo>
                      <a:pt x="4669" y="56"/>
                    </a:moveTo>
                    <a:cubicBezTo>
                      <a:pt x="2423" y="-86"/>
                      <a:pt x="337" y="51"/>
                      <a:pt x="0" y="354"/>
                    </a:cubicBezTo>
                    <a:cubicBezTo>
                      <a:pt x="451" y="1897"/>
                      <a:pt x="14682" y="1068"/>
                      <a:pt x="4669" y="5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6" name="Freeform: Shape 665">
                <a:extLst>
                  <a:ext uri="{FF2B5EF4-FFF2-40B4-BE49-F238E27FC236}">
                    <a16:creationId xmlns:a16="http://schemas.microsoft.com/office/drawing/2014/main" id="{A8F6FAA3-4B17-738C-55B6-C809891F7238}"/>
                  </a:ext>
                </a:extLst>
              </p:cNvPr>
              <p:cNvSpPr/>
              <p:nvPr/>
            </p:nvSpPr>
            <p:spPr>
              <a:xfrm>
                <a:off x="3371427" y="6296276"/>
                <a:ext cx="9349" cy="2817"/>
              </a:xfrm>
              <a:custGeom>
                <a:avLst/>
                <a:gdLst>
                  <a:gd name="connsiteX0" fmla="*/ 5486 w 9349"/>
                  <a:gd name="connsiteY0" fmla="*/ 53 h 2817"/>
                  <a:gd name="connsiteX1" fmla="*/ 3863 w 9349"/>
                  <a:gd name="connsiteY1" fmla="*/ 2756 h 2817"/>
                  <a:gd name="connsiteX2" fmla="*/ 5486 w 9349"/>
                  <a:gd name="connsiteY2" fmla="*/ 53 h 2817"/>
                </a:gdLst>
                <a:ahLst/>
                <a:cxnLst>
                  <a:cxn ang="0">
                    <a:pos x="connsiteX0" y="connsiteY0"/>
                  </a:cxn>
                  <a:cxn ang="0">
                    <a:pos x="connsiteX1" y="connsiteY1"/>
                  </a:cxn>
                  <a:cxn ang="0">
                    <a:pos x="connsiteX2" y="connsiteY2"/>
                  </a:cxn>
                </a:cxnLst>
                <a:rect l="l" t="t" r="r" b="b"/>
                <a:pathLst>
                  <a:path w="9349" h="2817">
                    <a:moveTo>
                      <a:pt x="5486" y="53"/>
                    </a:moveTo>
                    <a:cubicBezTo>
                      <a:pt x="822" y="316"/>
                      <a:pt x="-3287" y="3277"/>
                      <a:pt x="3863" y="2756"/>
                    </a:cubicBezTo>
                    <a:cubicBezTo>
                      <a:pt x="8549" y="2511"/>
                      <a:pt x="12624" y="-427"/>
                      <a:pt x="5486"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7" name="Freeform: Shape 666">
                <a:extLst>
                  <a:ext uri="{FF2B5EF4-FFF2-40B4-BE49-F238E27FC236}">
                    <a16:creationId xmlns:a16="http://schemas.microsoft.com/office/drawing/2014/main" id="{4E3B83A1-D1B7-8876-A72D-CC53E60F3A8D}"/>
                  </a:ext>
                </a:extLst>
              </p:cNvPr>
              <p:cNvSpPr/>
              <p:nvPr/>
            </p:nvSpPr>
            <p:spPr>
              <a:xfrm>
                <a:off x="3768547" y="6219878"/>
                <a:ext cx="7344" cy="1940"/>
              </a:xfrm>
              <a:custGeom>
                <a:avLst/>
                <a:gdLst>
                  <a:gd name="connsiteX0" fmla="*/ 4198 w 7344"/>
                  <a:gd name="connsiteY0" fmla="*/ 293 h 1940"/>
                  <a:gd name="connsiteX1" fmla="*/ 3147 w 7344"/>
                  <a:gd name="connsiteY1" fmla="*/ 1676 h 1940"/>
                  <a:gd name="connsiteX2" fmla="*/ 4198 w 7344"/>
                  <a:gd name="connsiteY2" fmla="*/ 293 h 1940"/>
                </a:gdLst>
                <a:ahLst/>
                <a:cxnLst>
                  <a:cxn ang="0">
                    <a:pos x="connsiteX0" y="connsiteY0"/>
                  </a:cxn>
                  <a:cxn ang="0">
                    <a:pos x="connsiteX1" y="connsiteY1"/>
                  </a:cxn>
                  <a:cxn ang="0">
                    <a:pos x="connsiteX2" y="connsiteY2"/>
                  </a:cxn>
                </a:cxnLst>
                <a:rect l="l" t="t" r="r" b="b"/>
                <a:pathLst>
                  <a:path w="7344" h="1940">
                    <a:moveTo>
                      <a:pt x="4198" y="293"/>
                    </a:moveTo>
                    <a:cubicBezTo>
                      <a:pt x="20" y="-570"/>
                      <a:pt x="-2197" y="648"/>
                      <a:pt x="3147" y="1676"/>
                    </a:cubicBezTo>
                    <a:cubicBezTo>
                      <a:pt x="7307" y="2482"/>
                      <a:pt x="9553" y="1282"/>
                      <a:pt x="4198" y="29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8" name="Freeform: Shape 667">
                <a:extLst>
                  <a:ext uri="{FF2B5EF4-FFF2-40B4-BE49-F238E27FC236}">
                    <a16:creationId xmlns:a16="http://schemas.microsoft.com/office/drawing/2014/main" id="{682D1E4E-ACC7-30BE-1805-88836DF93BD2}"/>
                  </a:ext>
                </a:extLst>
              </p:cNvPr>
              <p:cNvSpPr/>
              <p:nvPr/>
            </p:nvSpPr>
            <p:spPr>
              <a:xfrm>
                <a:off x="3735792" y="6262616"/>
                <a:ext cx="7714" cy="1636"/>
              </a:xfrm>
              <a:custGeom>
                <a:avLst/>
                <a:gdLst>
                  <a:gd name="connsiteX0" fmla="*/ 4355 w 7714"/>
                  <a:gd name="connsiteY0" fmla="*/ 121 h 1636"/>
                  <a:gd name="connsiteX1" fmla="*/ 0 w 7714"/>
                  <a:gd name="connsiteY1" fmla="*/ 400 h 1636"/>
                  <a:gd name="connsiteX2" fmla="*/ 4355 w 7714"/>
                  <a:gd name="connsiteY2" fmla="*/ 121 h 1636"/>
                </a:gdLst>
                <a:ahLst/>
                <a:cxnLst>
                  <a:cxn ang="0">
                    <a:pos x="connsiteX0" y="connsiteY0"/>
                  </a:cxn>
                  <a:cxn ang="0">
                    <a:pos x="connsiteX1" y="connsiteY1"/>
                  </a:cxn>
                  <a:cxn ang="0">
                    <a:pos x="connsiteX2" y="connsiteY2"/>
                  </a:cxn>
                </a:cxnLst>
                <a:rect l="l" t="t" r="r" b="b"/>
                <a:pathLst>
                  <a:path w="7714" h="1636">
                    <a:moveTo>
                      <a:pt x="4355" y="121"/>
                    </a:moveTo>
                    <a:cubicBezTo>
                      <a:pt x="2252" y="-114"/>
                      <a:pt x="303" y="1"/>
                      <a:pt x="0" y="400"/>
                    </a:cubicBezTo>
                    <a:cubicBezTo>
                      <a:pt x="331" y="2475"/>
                      <a:pt x="13813" y="1629"/>
                      <a:pt x="4355" y="1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69" name="Freeform: Shape 668">
                <a:extLst>
                  <a:ext uri="{FF2B5EF4-FFF2-40B4-BE49-F238E27FC236}">
                    <a16:creationId xmlns:a16="http://schemas.microsoft.com/office/drawing/2014/main" id="{3CEC089A-06A5-C3A2-9B98-EE01BFD63698}"/>
                  </a:ext>
                </a:extLst>
              </p:cNvPr>
              <p:cNvSpPr/>
              <p:nvPr/>
            </p:nvSpPr>
            <p:spPr>
              <a:xfrm>
                <a:off x="3419326" y="6263743"/>
                <a:ext cx="9073" cy="3005"/>
              </a:xfrm>
              <a:custGeom>
                <a:avLst/>
                <a:gdLst>
                  <a:gd name="connsiteX0" fmla="*/ 5319 w 9073"/>
                  <a:gd name="connsiteY0" fmla="*/ 2897 h 3005"/>
                  <a:gd name="connsiteX1" fmla="*/ 3758 w 9073"/>
                  <a:gd name="connsiteY1" fmla="*/ 119 h 3005"/>
                  <a:gd name="connsiteX2" fmla="*/ 5319 w 9073"/>
                  <a:gd name="connsiteY2" fmla="*/ 2897 h 3005"/>
                </a:gdLst>
                <a:ahLst/>
                <a:cxnLst>
                  <a:cxn ang="0">
                    <a:pos x="connsiteX0" y="connsiteY0"/>
                  </a:cxn>
                  <a:cxn ang="0">
                    <a:pos x="connsiteX1" y="connsiteY1"/>
                  </a:cxn>
                  <a:cxn ang="0">
                    <a:pos x="connsiteX2" y="connsiteY2"/>
                  </a:cxn>
                </a:cxnLst>
                <a:rect l="l" t="t" r="r" b="b"/>
                <a:pathLst>
                  <a:path w="9073" h="3005">
                    <a:moveTo>
                      <a:pt x="5319" y="2897"/>
                    </a:moveTo>
                    <a:cubicBezTo>
                      <a:pt x="341" y="3571"/>
                      <a:pt x="-2894" y="931"/>
                      <a:pt x="3758" y="119"/>
                    </a:cubicBezTo>
                    <a:cubicBezTo>
                      <a:pt x="8759" y="-589"/>
                      <a:pt x="11948" y="2068"/>
                      <a:pt x="5319" y="28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0" name="Freeform: Shape 669">
                <a:extLst>
                  <a:ext uri="{FF2B5EF4-FFF2-40B4-BE49-F238E27FC236}">
                    <a16:creationId xmlns:a16="http://schemas.microsoft.com/office/drawing/2014/main" id="{32C10964-2173-FA0D-5986-9247C4B680A6}"/>
                  </a:ext>
                </a:extLst>
              </p:cNvPr>
              <p:cNvSpPr/>
              <p:nvPr/>
            </p:nvSpPr>
            <p:spPr>
              <a:xfrm>
                <a:off x="3592511" y="6411103"/>
                <a:ext cx="8393" cy="687"/>
              </a:xfrm>
              <a:custGeom>
                <a:avLst/>
                <a:gdLst>
                  <a:gd name="connsiteX0" fmla="*/ 4801 w 8393"/>
                  <a:gd name="connsiteY0" fmla="*/ 635 h 687"/>
                  <a:gd name="connsiteX1" fmla="*/ 0 w 8393"/>
                  <a:gd name="connsiteY1" fmla="*/ 149 h 687"/>
                  <a:gd name="connsiteX2" fmla="*/ 4801 w 8393"/>
                  <a:gd name="connsiteY2" fmla="*/ 635 h 687"/>
                </a:gdLst>
                <a:ahLst/>
                <a:cxnLst>
                  <a:cxn ang="0">
                    <a:pos x="connsiteX0" y="connsiteY0"/>
                  </a:cxn>
                  <a:cxn ang="0">
                    <a:pos x="connsiteX1" y="connsiteY1"/>
                  </a:cxn>
                  <a:cxn ang="0">
                    <a:pos x="connsiteX2" y="connsiteY2"/>
                  </a:cxn>
                </a:cxnLst>
                <a:rect l="l" t="t" r="r" b="b"/>
                <a:pathLst>
                  <a:path w="8393" h="687">
                    <a:moveTo>
                      <a:pt x="4801" y="635"/>
                    </a:moveTo>
                    <a:cubicBezTo>
                      <a:pt x="2509" y="521"/>
                      <a:pt x="360" y="298"/>
                      <a:pt x="0" y="149"/>
                    </a:cubicBezTo>
                    <a:cubicBezTo>
                      <a:pt x="543" y="-451"/>
                      <a:pt x="14905" y="973"/>
                      <a:pt x="4801" y="6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1" name="Freeform: Shape 670">
                <a:extLst>
                  <a:ext uri="{FF2B5EF4-FFF2-40B4-BE49-F238E27FC236}">
                    <a16:creationId xmlns:a16="http://schemas.microsoft.com/office/drawing/2014/main" id="{49583FC3-5493-5B10-6469-62EE7D894116}"/>
                  </a:ext>
                </a:extLst>
              </p:cNvPr>
              <p:cNvSpPr/>
              <p:nvPr/>
            </p:nvSpPr>
            <p:spPr>
              <a:xfrm>
                <a:off x="3799675" y="6178280"/>
                <a:ext cx="7189" cy="2114"/>
              </a:xfrm>
              <a:custGeom>
                <a:avLst/>
                <a:gdLst>
                  <a:gd name="connsiteX0" fmla="*/ 4091 w 7189"/>
                  <a:gd name="connsiteY0" fmla="*/ 389 h 2114"/>
                  <a:gd name="connsiteX1" fmla="*/ 3096 w 7189"/>
                  <a:gd name="connsiteY1" fmla="*/ 1755 h 2114"/>
                  <a:gd name="connsiteX2" fmla="*/ 4091 w 7189"/>
                  <a:gd name="connsiteY2" fmla="*/ 389 h 2114"/>
                </a:gdLst>
                <a:ahLst/>
                <a:cxnLst>
                  <a:cxn ang="0">
                    <a:pos x="connsiteX0" y="connsiteY0"/>
                  </a:cxn>
                  <a:cxn ang="0">
                    <a:pos x="connsiteX1" y="connsiteY1"/>
                  </a:cxn>
                  <a:cxn ang="0">
                    <a:pos x="connsiteX2" y="connsiteY2"/>
                  </a:cxn>
                </a:cxnLst>
                <a:rect l="l" t="t" r="r" b="b"/>
                <a:pathLst>
                  <a:path w="7189" h="2114">
                    <a:moveTo>
                      <a:pt x="4091" y="389"/>
                    </a:moveTo>
                    <a:cubicBezTo>
                      <a:pt x="-81" y="-634"/>
                      <a:pt x="-2081" y="549"/>
                      <a:pt x="3096" y="1755"/>
                    </a:cubicBezTo>
                    <a:cubicBezTo>
                      <a:pt x="7251" y="2727"/>
                      <a:pt x="9286" y="1544"/>
                      <a:pt x="4091" y="3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2" name="Freeform: Shape 671">
                <a:extLst>
                  <a:ext uri="{FF2B5EF4-FFF2-40B4-BE49-F238E27FC236}">
                    <a16:creationId xmlns:a16="http://schemas.microsoft.com/office/drawing/2014/main" id="{2E54B6AF-7328-1B92-5501-0585591AB9C4}"/>
                  </a:ext>
                </a:extLst>
              </p:cNvPr>
              <p:cNvSpPr/>
              <p:nvPr/>
            </p:nvSpPr>
            <p:spPr>
              <a:xfrm>
                <a:off x="3551609" y="6390223"/>
                <a:ext cx="8574" cy="575"/>
              </a:xfrm>
              <a:custGeom>
                <a:avLst/>
                <a:gdLst>
                  <a:gd name="connsiteX0" fmla="*/ 4921 w 8574"/>
                  <a:gd name="connsiteY0" fmla="*/ 575 h 575"/>
                  <a:gd name="connsiteX1" fmla="*/ 0 w 8574"/>
                  <a:gd name="connsiteY1" fmla="*/ 255 h 575"/>
                  <a:gd name="connsiteX2" fmla="*/ 4921 w 8574"/>
                  <a:gd name="connsiteY2" fmla="*/ 575 h 575"/>
                </a:gdLst>
                <a:ahLst/>
                <a:cxnLst>
                  <a:cxn ang="0">
                    <a:pos x="connsiteX0" y="connsiteY0"/>
                  </a:cxn>
                  <a:cxn ang="0">
                    <a:pos x="connsiteX1" y="connsiteY1"/>
                  </a:cxn>
                  <a:cxn ang="0">
                    <a:pos x="connsiteX2" y="connsiteY2"/>
                  </a:cxn>
                </a:cxnLst>
                <a:rect l="l" t="t" r="r" b="b"/>
                <a:pathLst>
                  <a:path w="8574" h="575">
                    <a:moveTo>
                      <a:pt x="4921" y="575"/>
                    </a:moveTo>
                    <a:cubicBezTo>
                      <a:pt x="2583" y="552"/>
                      <a:pt x="377" y="409"/>
                      <a:pt x="0" y="255"/>
                    </a:cubicBezTo>
                    <a:cubicBezTo>
                      <a:pt x="515" y="-431"/>
                      <a:pt x="15225" y="473"/>
                      <a:pt x="4921" y="57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3" name="Freeform: Shape 672">
                <a:extLst>
                  <a:ext uri="{FF2B5EF4-FFF2-40B4-BE49-F238E27FC236}">
                    <a16:creationId xmlns:a16="http://schemas.microsoft.com/office/drawing/2014/main" id="{CB0E2D58-CD6B-2DAE-38C9-D21E8F408C75}"/>
                  </a:ext>
                </a:extLst>
              </p:cNvPr>
              <p:cNvSpPr/>
              <p:nvPr/>
            </p:nvSpPr>
            <p:spPr>
              <a:xfrm>
                <a:off x="3509375" y="6393919"/>
                <a:ext cx="8774" cy="1117"/>
              </a:xfrm>
              <a:custGeom>
                <a:avLst/>
                <a:gdLst>
                  <a:gd name="connsiteX0" fmla="*/ 5029 w 8774"/>
                  <a:gd name="connsiteY0" fmla="*/ 0 h 1117"/>
                  <a:gd name="connsiteX1" fmla="*/ 0 w 8774"/>
                  <a:gd name="connsiteY1" fmla="*/ 577 h 1117"/>
                  <a:gd name="connsiteX2" fmla="*/ 5029 w 8774"/>
                  <a:gd name="connsiteY2" fmla="*/ 0 h 1117"/>
                </a:gdLst>
                <a:ahLst/>
                <a:cxnLst>
                  <a:cxn ang="0">
                    <a:pos x="connsiteX0" y="connsiteY0"/>
                  </a:cxn>
                  <a:cxn ang="0">
                    <a:pos x="connsiteX1" y="connsiteY1"/>
                  </a:cxn>
                  <a:cxn ang="0">
                    <a:pos x="connsiteX2" y="connsiteY2"/>
                  </a:cxn>
                </a:cxnLst>
                <a:rect l="l" t="t" r="r" b="b"/>
                <a:pathLst>
                  <a:path w="8774" h="1117">
                    <a:moveTo>
                      <a:pt x="5029" y="0"/>
                    </a:moveTo>
                    <a:cubicBezTo>
                      <a:pt x="2635" y="23"/>
                      <a:pt x="389" y="274"/>
                      <a:pt x="0" y="577"/>
                    </a:cubicBezTo>
                    <a:cubicBezTo>
                      <a:pt x="469" y="1995"/>
                      <a:pt x="15608" y="200"/>
                      <a:pt x="50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4" name="Freeform: Shape 673">
                <a:extLst>
                  <a:ext uri="{FF2B5EF4-FFF2-40B4-BE49-F238E27FC236}">
                    <a16:creationId xmlns:a16="http://schemas.microsoft.com/office/drawing/2014/main" id="{F38117A3-A1A8-B21B-85D1-FF00BF1D52E9}"/>
                  </a:ext>
                </a:extLst>
              </p:cNvPr>
              <p:cNvSpPr/>
              <p:nvPr/>
            </p:nvSpPr>
            <p:spPr>
              <a:xfrm>
                <a:off x="2600313" y="7526146"/>
                <a:ext cx="13119" cy="5276"/>
              </a:xfrm>
              <a:custGeom>
                <a:avLst/>
                <a:gdLst>
                  <a:gd name="connsiteX0" fmla="*/ 8138 w 13119"/>
                  <a:gd name="connsiteY0" fmla="*/ 0 h 5276"/>
                  <a:gd name="connsiteX1" fmla="*/ 0 w 13119"/>
                  <a:gd name="connsiteY1" fmla="*/ 2521 h 5276"/>
                  <a:gd name="connsiteX2" fmla="*/ 8138 w 13119"/>
                  <a:gd name="connsiteY2" fmla="*/ 0 h 5276"/>
                </a:gdLst>
                <a:ahLst/>
                <a:cxnLst>
                  <a:cxn ang="0">
                    <a:pos x="connsiteX0" y="connsiteY0"/>
                  </a:cxn>
                  <a:cxn ang="0">
                    <a:pos x="connsiteX1" y="connsiteY1"/>
                  </a:cxn>
                  <a:cxn ang="0">
                    <a:pos x="connsiteX2" y="connsiteY2"/>
                  </a:cxn>
                </a:cxnLst>
                <a:rect l="l" t="t" r="r" b="b"/>
                <a:pathLst>
                  <a:path w="13119" h="5276">
                    <a:moveTo>
                      <a:pt x="8138" y="0"/>
                    </a:moveTo>
                    <a:cubicBezTo>
                      <a:pt x="5526" y="17"/>
                      <a:pt x="1434" y="634"/>
                      <a:pt x="0" y="2521"/>
                    </a:cubicBezTo>
                    <a:cubicBezTo>
                      <a:pt x="532" y="9538"/>
                      <a:pt x="22780" y="1069"/>
                      <a:pt x="81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5" name="Freeform: Shape 674">
                <a:extLst>
                  <a:ext uri="{FF2B5EF4-FFF2-40B4-BE49-F238E27FC236}">
                    <a16:creationId xmlns:a16="http://schemas.microsoft.com/office/drawing/2014/main" id="{85648E32-4429-C575-F828-4ABD5BCC5E9A}"/>
                  </a:ext>
                </a:extLst>
              </p:cNvPr>
              <p:cNvSpPr/>
              <p:nvPr/>
            </p:nvSpPr>
            <p:spPr>
              <a:xfrm>
                <a:off x="3633631" y="6016357"/>
                <a:ext cx="6337" cy="5975"/>
              </a:xfrm>
              <a:custGeom>
                <a:avLst/>
                <a:gdLst>
                  <a:gd name="connsiteX0" fmla="*/ 3703 w 6337"/>
                  <a:gd name="connsiteY0" fmla="*/ 2361 h 5975"/>
                  <a:gd name="connsiteX1" fmla="*/ 2640 w 6337"/>
                  <a:gd name="connsiteY1" fmla="*/ 3641 h 5975"/>
                  <a:gd name="connsiteX2" fmla="*/ 3703 w 6337"/>
                  <a:gd name="connsiteY2" fmla="*/ 2361 h 5975"/>
                </a:gdLst>
                <a:ahLst/>
                <a:cxnLst>
                  <a:cxn ang="0">
                    <a:pos x="connsiteX0" y="connsiteY0"/>
                  </a:cxn>
                  <a:cxn ang="0">
                    <a:pos x="connsiteX1" y="connsiteY1"/>
                  </a:cxn>
                  <a:cxn ang="0">
                    <a:pos x="connsiteX2" y="connsiteY2"/>
                  </a:cxn>
                </a:cxnLst>
                <a:rect l="l" t="t" r="r" b="b"/>
                <a:pathLst>
                  <a:path w="6337" h="5975">
                    <a:moveTo>
                      <a:pt x="3703" y="2361"/>
                    </a:moveTo>
                    <a:cubicBezTo>
                      <a:pt x="-326" y="-1742"/>
                      <a:pt x="-1623" y="35"/>
                      <a:pt x="2640" y="3641"/>
                    </a:cubicBezTo>
                    <a:cubicBezTo>
                      <a:pt x="6658" y="7699"/>
                      <a:pt x="7961" y="5944"/>
                      <a:pt x="3703" y="236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6" name="Freeform: Shape 675">
                <a:extLst>
                  <a:ext uri="{FF2B5EF4-FFF2-40B4-BE49-F238E27FC236}">
                    <a16:creationId xmlns:a16="http://schemas.microsoft.com/office/drawing/2014/main" id="{D133A6B4-AF18-6E91-BB37-5D4EC5058C6B}"/>
                  </a:ext>
                </a:extLst>
              </p:cNvPr>
              <p:cNvSpPr/>
              <p:nvPr/>
            </p:nvSpPr>
            <p:spPr>
              <a:xfrm>
                <a:off x="2860230" y="6675345"/>
                <a:ext cx="10546" cy="2995"/>
              </a:xfrm>
              <a:custGeom>
                <a:avLst/>
                <a:gdLst>
                  <a:gd name="connsiteX0" fmla="*/ 6437 w 10546"/>
                  <a:gd name="connsiteY0" fmla="*/ 4 h 2995"/>
                  <a:gd name="connsiteX1" fmla="*/ 4111 w 10546"/>
                  <a:gd name="connsiteY1" fmla="*/ 2992 h 2995"/>
                  <a:gd name="connsiteX2" fmla="*/ 6437 w 10546"/>
                  <a:gd name="connsiteY2" fmla="*/ 4 h 2995"/>
                </a:gdLst>
                <a:ahLst/>
                <a:cxnLst>
                  <a:cxn ang="0">
                    <a:pos x="connsiteX0" y="connsiteY0"/>
                  </a:cxn>
                  <a:cxn ang="0">
                    <a:pos x="connsiteX1" y="connsiteY1"/>
                  </a:cxn>
                  <a:cxn ang="0">
                    <a:pos x="connsiteX2" y="connsiteY2"/>
                  </a:cxn>
                </a:cxnLst>
                <a:rect l="l" t="t" r="r" b="b"/>
                <a:pathLst>
                  <a:path w="10546" h="2995">
                    <a:moveTo>
                      <a:pt x="6437" y="4"/>
                    </a:moveTo>
                    <a:cubicBezTo>
                      <a:pt x="1499" y="-3"/>
                      <a:pt x="-3953" y="3107"/>
                      <a:pt x="4111" y="2992"/>
                    </a:cubicBezTo>
                    <a:cubicBezTo>
                      <a:pt x="9054" y="3021"/>
                      <a:pt x="14495" y="-123"/>
                      <a:pt x="6437"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7" name="Freeform: Shape 676">
                <a:extLst>
                  <a:ext uri="{FF2B5EF4-FFF2-40B4-BE49-F238E27FC236}">
                    <a16:creationId xmlns:a16="http://schemas.microsoft.com/office/drawing/2014/main" id="{D0306BC3-37F4-611B-635B-A8FFD97D09DA}"/>
                  </a:ext>
                </a:extLst>
              </p:cNvPr>
              <p:cNvSpPr/>
              <p:nvPr/>
            </p:nvSpPr>
            <p:spPr>
              <a:xfrm>
                <a:off x="2788112" y="6772858"/>
                <a:ext cx="11024" cy="3562"/>
              </a:xfrm>
              <a:custGeom>
                <a:avLst/>
                <a:gdLst>
                  <a:gd name="connsiteX0" fmla="*/ 6608 w 11024"/>
                  <a:gd name="connsiteY0" fmla="*/ 0 h 3562"/>
                  <a:gd name="connsiteX1" fmla="*/ 2 w 11024"/>
                  <a:gd name="connsiteY1" fmla="*/ 1771 h 3562"/>
                  <a:gd name="connsiteX2" fmla="*/ 6608 w 11024"/>
                  <a:gd name="connsiteY2" fmla="*/ 0 h 3562"/>
                </a:gdLst>
                <a:ahLst/>
                <a:cxnLst>
                  <a:cxn ang="0">
                    <a:pos x="connsiteX0" y="connsiteY0"/>
                  </a:cxn>
                  <a:cxn ang="0">
                    <a:pos x="connsiteX1" y="connsiteY1"/>
                  </a:cxn>
                  <a:cxn ang="0">
                    <a:pos x="connsiteX2" y="connsiteY2"/>
                  </a:cxn>
                </a:cxnLst>
                <a:rect l="l" t="t" r="r" b="b"/>
                <a:pathLst>
                  <a:path w="11024" h="3562">
                    <a:moveTo>
                      <a:pt x="6608" y="0"/>
                    </a:moveTo>
                    <a:cubicBezTo>
                      <a:pt x="3631" y="17"/>
                      <a:pt x="676" y="806"/>
                      <a:pt x="2" y="1771"/>
                    </a:cubicBezTo>
                    <a:cubicBezTo>
                      <a:pt x="-210" y="6292"/>
                      <a:pt x="19593" y="943"/>
                      <a:pt x="66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8" name="Freeform: Shape 677">
                <a:extLst>
                  <a:ext uri="{FF2B5EF4-FFF2-40B4-BE49-F238E27FC236}">
                    <a16:creationId xmlns:a16="http://schemas.microsoft.com/office/drawing/2014/main" id="{EEBCEDE7-788F-AE68-C7F4-0B7E38E7492E}"/>
                  </a:ext>
                </a:extLst>
              </p:cNvPr>
              <p:cNvSpPr/>
              <p:nvPr/>
            </p:nvSpPr>
            <p:spPr>
              <a:xfrm>
                <a:off x="2929194" y="6590515"/>
                <a:ext cx="10368" cy="2978"/>
              </a:xfrm>
              <a:custGeom>
                <a:avLst/>
                <a:gdLst>
                  <a:gd name="connsiteX0" fmla="*/ 6195 w 10368"/>
                  <a:gd name="connsiteY0" fmla="*/ 103 h 2978"/>
                  <a:gd name="connsiteX1" fmla="*/ 0 w 10368"/>
                  <a:gd name="connsiteY1" fmla="*/ 2097 h 2978"/>
                  <a:gd name="connsiteX2" fmla="*/ 6195 w 10368"/>
                  <a:gd name="connsiteY2" fmla="*/ 103 h 2978"/>
                </a:gdLst>
                <a:ahLst/>
                <a:cxnLst>
                  <a:cxn ang="0">
                    <a:pos x="connsiteX0" y="connsiteY0"/>
                  </a:cxn>
                  <a:cxn ang="0">
                    <a:pos x="connsiteX1" y="connsiteY1"/>
                  </a:cxn>
                  <a:cxn ang="0">
                    <a:pos x="connsiteX2" y="connsiteY2"/>
                  </a:cxn>
                </a:cxnLst>
                <a:rect l="l" t="t" r="r" b="b"/>
                <a:pathLst>
                  <a:path w="10368" h="2978">
                    <a:moveTo>
                      <a:pt x="6195" y="103"/>
                    </a:moveTo>
                    <a:cubicBezTo>
                      <a:pt x="3383" y="480"/>
                      <a:pt x="611" y="1372"/>
                      <a:pt x="0" y="2097"/>
                    </a:cubicBezTo>
                    <a:cubicBezTo>
                      <a:pt x="131" y="5166"/>
                      <a:pt x="18339" y="-846"/>
                      <a:pt x="6195" y="10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79" name="Freeform: Shape 678">
                <a:extLst>
                  <a:ext uri="{FF2B5EF4-FFF2-40B4-BE49-F238E27FC236}">
                    <a16:creationId xmlns:a16="http://schemas.microsoft.com/office/drawing/2014/main" id="{64DFBBDE-89B0-4CC9-2AFF-0B0D1D79DE3F}"/>
                  </a:ext>
                </a:extLst>
              </p:cNvPr>
              <p:cNvSpPr/>
              <p:nvPr/>
            </p:nvSpPr>
            <p:spPr>
              <a:xfrm>
                <a:off x="2994699" y="6513358"/>
                <a:ext cx="10077" cy="3355"/>
              </a:xfrm>
              <a:custGeom>
                <a:avLst/>
                <a:gdLst>
                  <a:gd name="connsiteX0" fmla="*/ 6001 w 10077"/>
                  <a:gd name="connsiteY0" fmla="*/ 422 h 3355"/>
                  <a:gd name="connsiteX1" fmla="*/ 0 w 10077"/>
                  <a:gd name="connsiteY1" fmla="*/ 2799 h 3355"/>
                  <a:gd name="connsiteX2" fmla="*/ 6001 w 10077"/>
                  <a:gd name="connsiteY2" fmla="*/ 422 h 3355"/>
                </a:gdLst>
                <a:ahLst/>
                <a:cxnLst>
                  <a:cxn ang="0">
                    <a:pos x="connsiteX0" y="connsiteY0"/>
                  </a:cxn>
                  <a:cxn ang="0">
                    <a:pos x="connsiteX1" y="connsiteY1"/>
                  </a:cxn>
                  <a:cxn ang="0">
                    <a:pos x="connsiteX2" y="connsiteY2"/>
                  </a:cxn>
                </a:cxnLst>
                <a:rect l="l" t="t" r="r" b="b"/>
                <a:pathLst>
                  <a:path w="10077" h="3355">
                    <a:moveTo>
                      <a:pt x="6001" y="422"/>
                    </a:moveTo>
                    <a:cubicBezTo>
                      <a:pt x="3263" y="1056"/>
                      <a:pt x="577" y="2119"/>
                      <a:pt x="0" y="2799"/>
                    </a:cubicBezTo>
                    <a:cubicBezTo>
                      <a:pt x="286" y="5337"/>
                      <a:pt x="17791" y="-1756"/>
                      <a:pt x="6001" y="4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0" name="Freeform: Shape 679">
                <a:extLst>
                  <a:ext uri="{FF2B5EF4-FFF2-40B4-BE49-F238E27FC236}">
                    <a16:creationId xmlns:a16="http://schemas.microsoft.com/office/drawing/2014/main" id="{8ABEECA4-6063-C328-A184-744F05933C5C}"/>
                  </a:ext>
                </a:extLst>
              </p:cNvPr>
              <p:cNvSpPr/>
              <p:nvPr/>
            </p:nvSpPr>
            <p:spPr>
              <a:xfrm>
                <a:off x="2712038" y="6880134"/>
                <a:ext cx="11385" cy="3681"/>
              </a:xfrm>
              <a:custGeom>
                <a:avLst/>
                <a:gdLst>
                  <a:gd name="connsiteX0" fmla="*/ 6867 w 11385"/>
                  <a:gd name="connsiteY0" fmla="*/ 0 h 3681"/>
                  <a:gd name="connsiteX1" fmla="*/ 4 w 11385"/>
                  <a:gd name="connsiteY1" fmla="*/ 1805 h 3681"/>
                  <a:gd name="connsiteX2" fmla="*/ 6867 w 11385"/>
                  <a:gd name="connsiteY2" fmla="*/ 0 h 3681"/>
                </a:gdLst>
                <a:ahLst/>
                <a:cxnLst>
                  <a:cxn ang="0">
                    <a:pos x="connsiteX0" y="connsiteY0"/>
                  </a:cxn>
                  <a:cxn ang="0">
                    <a:pos x="connsiteX1" y="connsiteY1"/>
                  </a:cxn>
                  <a:cxn ang="0">
                    <a:pos x="connsiteX2" y="connsiteY2"/>
                  </a:cxn>
                </a:cxnLst>
                <a:rect l="l" t="t" r="r" b="b"/>
                <a:pathLst>
                  <a:path w="11385" h="3681">
                    <a:moveTo>
                      <a:pt x="6867" y="0"/>
                    </a:moveTo>
                    <a:cubicBezTo>
                      <a:pt x="3793" y="0"/>
                      <a:pt x="724" y="806"/>
                      <a:pt x="4" y="1805"/>
                    </a:cubicBezTo>
                    <a:cubicBezTo>
                      <a:pt x="-316" y="6498"/>
                      <a:pt x="20223" y="1034"/>
                      <a:pt x="686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1" name="Freeform: Shape 680">
                <a:extLst>
                  <a:ext uri="{FF2B5EF4-FFF2-40B4-BE49-F238E27FC236}">
                    <a16:creationId xmlns:a16="http://schemas.microsoft.com/office/drawing/2014/main" id="{E02C3128-2F61-162C-1A3B-D8A1A6C676B2}"/>
                  </a:ext>
                </a:extLst>
              </p:cNvPr>
              <p:cNvSpPr/>
              <p:nvPr/>
            </p:nvSpPr>
            <p:spPr>
              <a:xfrm>
                <a:off x="2347131" y="7378712"/>
                <a:ext cx="12940" cy="4757"/>
              </a:xfrm>
              <a:custGeom>
                <a:avLst/>
                <a:gdLst>
                  <a:gd name="connsiteX0" fmla="*/ 8168 w 12940"/>
                  <a:gd name="connsiteY0" fmla="*/ 27 h 4757"/>
                  <a:gd name="connsiteX1" fmla="*/ 4774 w 12940"/>
                  <a:gd name="connsiteY1" fmla="*/ 4731 h 4757"/>
                  <a:gd name="connsiteX2" fmla="*/ 8168 w 12940"/>
                  <a:gd name="connsiteY2" fmla="*/ 27 h 4757"/>
                </a:gdLst>
                <a:ahLst/>
                <a:cxnLst>
                  <a:cxn ang="0">
                    <a:pos x="connsiteX0" y="connsiteY0"/>
                  </a:cxn>
                  <a:cxn ang="0">
                    <a:pos x="connsiteX1" y="connsiteY1"/>
                  </a:cxn>
                  <a:cxn ang="0">
                    <a:pos x="connsiteX2" y="connsiteY2"/>
                  </a:cxn>
                </a:cxnLst>
                <a:rect l="l" t="t" r="r" b="b"/>
                <a:pathLst>
                  <a:path w="12940" h="4757">
                    <a:moveTo>
                      <a:pt x="8168" y="27"/>
                    </a:moveTo>
                    <a:cubicBezTo>
                      <a:pt x="2259" y="-396"/>
                      <a:pt x="-4959" y="4256"/>
                      <a:pt x="4774" y="4731"/>
                    </a:cubicBezTo>
                    <a:cubicBezTo>
                      <a:pt x="10689" y="5153"/>
                      <a:pt x="17895" y="502"/>
                      <a:pt x="8168"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2" name="Freeform: Shape 681">
                <a:extLst>
                  <a:ext uri="{FF2B5EF4-FFF2-40B4-BE49-F238E27FC236}">
                    <a16:creationId xmlns:a16="http://schemas.microsoft.com/office/drawing/2014/main" id="{B2B7431B-BB6D-D7BD-9506-57397248A08A}"/>
                  </a:ext>
                </a:extLst>
              </p:cNvPr>
              <p:cNvSpPr/>
              <p:nvPr/>
            </p:nvSpPr>
            <p:spPr>
              <a:xfrm>
                <a:off x="3056593" y="6439175"/>
                <a:ext cx="9806" cy="3949"/>
              </a:xfrm>
              <a:custGeom>
                <a:avLst/>
                <a:gdLst>
                  <a:gd name="connsiteX0" fmla="*/ 5812 w 9806"/>
                  <a:gd name="connsiteY0" fmla="*/ 767 h 3949"/>
                  <a:gd name="connsiteX1" fmla="*/ 0 w 9806"/>
                  <a:gd name="connsiteY1" fmla="*/ 3562 h 3949"/>
                  <a:gd name="connsiteX2" fmla="*/ 5812 w 9806"/>
                  <a:gd name="connsiteY2" fmla="*/ 767 h 3949"/>
                </a:gdLst>
                <a:ahLst/>
                <a:cxnLst>
                  <a:cxn ang="0">
                    <a:pos x="connsiteX0" y="connsiteY0"/>
                  </a:cxn>
                  <a:cxn ang="0">
                    <a:pos x="connsiteX1" y="connsiteY1"/>
                  </a:cxn>
                  <a:cxn ang="0">
                    <a:pos x="connsiteX2" y="connsiteY2"/>
                  </a:cxn>
                </a:cxnLst>
                <a:rect l="l" t="t" r="r" b="b"/>
                <a:pathLst>
                  <a:path w="9806" h="3949">
                    <a:moveTo>
                      <a:pt x="5812" y="767"/>
                    </a:moveTo>
                    <a:cubicBezTo>
                      <a:pt x="3149" y="1635"/>
                      <a:pt x="549" y="2893"/>
                      <a:pt x="0" y="3562"/>
                    </a:cubicBezTo>
                    <a:cubicBezTo>
                      <a:pt x="417" y="5796"/>
                      <a:pt x="17294" y="-2485"/>
                      <a:pt x="5812" y="7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3" name="Freeform: Shape 682">
                <a:extLst>
                  <a:ext uri="{FF2B5EF4-FFF2-40B4-BE49-F238E27FC236}">
                    <a16:creationId xmlns:a16="http://schemas.microsoft.com/office/drawing/2014/main" id="{ED744467-EF13-B7CD-489E-CFFBF8C61D7D}"/>
                  </a:ext>
                </a:extLst>
              </p:cNvPr>
              <p:cNvSpPr/>
              <p:nvPr/>
            </p:nvSpPr>
            <p:spPr>
              <a:xfrm>
                <a:off x="2447404" y="7241264"/>
                <a:ext cx="12582" cy="4472"/>
              </a:xfrm>
              <a:custGeom>
                <a:avLst/>
                <a:gdLst>
                  <a:gd name="connsiteX0" fmla="*/ 7737 w 12582"/>
                  <a:gd name="connsiteY0" fmla="*/ 0 h 4472"/>
                  <a:gd name="connsiteX1" fmla="*/ 16 w 12582"/>
                  <a:gd name="connsiteY1" fmla="*/ 2195 h 4472"/>
                  <a:gd name="connsiteX2" fmla="*/ 7737 w 12582"/>
                  <a:gd name="connsiteY2" fmla="*/ 0 h 4472"/>
                </a:gdLst>
                <a:ahLst/>
                <a:cxnLst>
                  <a:cxn ang="0">
                    <a:pos x="connsiteX0" y="connsiteY0"/>
                  </a:cxn>
                  <a:cxn ang="0">
                    <a:pos x="connsiteX1" y="connsiteY1"/>
                  </a:cxn>
                  <a:cxn ang="0">
                    <a:pos x="connsiteX2" y="connsiteY2"/>
                  </a:cxn>
                </a:cxnLst>
                <a:rect l="l" t="t" r="r" b="b"/>
                <a:pathLst>
                  <a:path w="12582" h="4472">
                    <a:moveTo>
                      <a:pt x="7737" y="0"/>
                    </a:moveTo>
                    <a:cubicBezTo>
                      <a:pt x="4359" y="0"/>
                      <a:pt x="902" y="983"/>
                      <a:pt x="16" y="2195"/>
                    </a:cubicBezTo>
                    <a:cubicBezTo>
                      <a:pt x="-687" y="7898"/>
                      <a:pt x="22304" y="1246"/>
                      <a:pt x="773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4" name="Freeform: Shape 683">
                <a:extLst>
                  <a:ext uri="{FF2B5EF4-FFF2-40B4-BE49-F238E27FC236}">
                    <a16:creationId xmlns:a16="http://schemas.microsoft.com/office/drawing/2014/main" id="{CEF729B8-4055-8E03-938C-4F3BFF1BA967}"/>
                  </a:ext>
                </a:extLst>
              </p:cNvPr>
              <p:cNvSpPr/>
              <p:nvPr/>
            </p:nvSpPr>
            <p:spPr>
              <a:xfrm>
                <a:off x="2629815" y="6992772"/>
                <a:ext cx="11640" cy="3884"/>
              </a:xfrm>
              <a:custGeom>
                <a:avLst/>
                <a:gdLst>
                  <a:gd name="connsiteX0" fmla="*/ 7223 w 11640"/>
                  <a:gd name="connsiteY0" fmla="*/ 22 h 3884"/>
                  <a:gd name="connsiteX1" fmla="*/ 4416 w 11640"/>
                  <a:gd name="connsiteY1" fmla="*/ 3862 h 3884"/>
                  <a:gd name="connsiteX2" fmla="*/ 7223 w 11640"/>
                  <a:gd name="connsiteY2" fmla="*/ 22 h 3884"/>
                </a:gdLst>
                <a:ahLst/>
                <a:cxnLst>
                  <a:cxn ang="0">
                    <a:pos x="connsiteX0" y="connsiteY0"/>
                  </a:cxn>
                  <a:cxn ang="0">
                    <a:pos x="connsiteX1" y="connsiteY1"/>
                  </a:cxn>
                  <a:cxn ang="0">
                    <a:pos x="connsiteX2" y="connsiteY2"/>
                  </a:cxn>
                </a:cxnLst>
                <a:rect l="l" t="t" r="r" b="b"/>
                <a:pathLst>
                  <a:path w="11640" h="3884">
                    <a:moveTo>
                      <a:pt x="7223" y="22"/>
                    </a:moveTo>
                    <a:cubicBezTo>
                      <a:pt x="1759" y="-321"/>
                      <a:pt x="-4368" y="3496"/>
                      <a:pt x="4416" y="3862"/>
                    </a:cubicBezTo>
                    <a:cubicBezTo>
                      <a:pt x="9886" y="4205"/>
                      <a:pt x="16006" y="393"/>
                      <a:pt x="7223"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5" name="Freeform: Shape 684">
                <a:extLst>
                  <a:ext uri="{FF2B5EF4-FFF2-40B4-BE49-F238E27FC236}">
                    <a16:creationId xmlns:a16="http://schemas.microsoft.com/office/drawing/2014/main" id="{F10A3A7D-7A22-C9A9-741A-E5955F28E51B}"/>
                  </a:ext>
                </a:extLst>
              </p:cNvPr>
              <p:cNvSpPr/>
              <p:nvPr/>
            </p:nvSpPr>
            <p:spPr>
              <a:xfrm>
                <a:off x="2541649" y="7112894"/>
                <a:ext cx="12159" cy="4181"/>
              </a:xfrm>
              <a:custGeom>
                <a:avLst/>
                <a:gdLst>
                  <a:gd name="connsiteX0" fmla="*/ 7435 w 12159"/>
                  <a:gd name="connsiteY0" fmla="*/ 0 h 4181"/>
                  <a:gd name="connsiteX1" fmla="*/ 11 w 12159"/>
                  <a:gd name="connsiteY1" fmla="*/ 2052 h 4181"/>
                  <a:gd name="connsiteX2" fmla="*/ 7435 w 12159"/>
                  <a:gd name="connsiteY2" fmla="*/ 0 h 4181"/>
                </a:gdLst>
                <a:ahLst/>
                <a:cxnLst>
                  <a:cxn ang="0">
                    <a:pos x="connsiteX0" y="connsiteY0"/>
                  </a:cxn>
                  <a:cxn ang="0">
                    <a:pos x="connsiteX1" y="connsiteY1"/>
                  </a:cxn>
                  <a:cxn ang="0">
                    <a:pos x="connsiteX2" y="connsiteY2"/>
                  </a:cxn>
                </a:cxnLst>
                <a:rect l="l" t="t" r="r" b="b"/>
                <a:pathLst>
                  <a:path w="12159" h="4181">
                    <a:moveTo>
                      <a:pt x="7435" y="0"/>
                    </a:moveTo>
                    <a:cubicBezTo>
                      <a:pt x="4166" y="0"/>
                      <a:pt x="840" y="915"/>
                      <a:pt x="11" y="2052"/>
                    </a:cubicBezTo>
                    <a:cubicBezTo>
                      <a:pt x="-566" y="7384"/>
                      <a:pt x="21568" y="1166"/>
                      <a:pt x="743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6" name="Freeform: Shape 685">
                <a:extLst>
                  <a:ext uri="{FF2B5EF4-FFF2-40B4-BE49-F238E27FC236}">
                    <a16:creationId xmlns:a16="http://schemas.microsoft.com/office/drawing/2014/main" id="{8AE6EED1-3636-2BB5-C6B6-CB96F1BF1CEE}"/>
                  </a:ext>
                </a:extLst>
              </p:cNvPr>
              <p:cNvSpPr/>
              <p:nvPr/>
            </p:nvSpPr>
            <p:spPr>
              <a:xfrm>
                <a:off x="3169623" y="6323712"/>
                <a:ext cx="9312" cy="3537"/>
              </a:xfrm>
              <a:custGeom>
                <a:avLst/>
                <a:gdLst>
                  <a:gd name="connsiteX0" fmla="*/ 5465 w 9312"/>
                  <a:gd name="connsiteY0" fmla="*/ 2546 h 3537"/>
                  <a:gd name="connsiteX1" fmla="*/ 2 w 9312"/>
                  <a:gd name="connsiteY1" fmla="*/ 3352 h 3537"/>
                  <a:gd name="connsiteX2" fmla="*/ 5465 w 9312"/>
                  <a:gd name="connsiteY2" fmla="*/ 2546 h 3537"/>
                </a:gdLst>
                <a:ahLst/>
                <a:cxnLst>
                  <a:cxn ang="0">
                    <a:pos x="connsiteX0" y="connsiteY0"/>
                  </a:cxn>
                  <a:cxn ang="0">
                    <a:pos x="connsiteX1" y="connsiteY1"/>
                  </a:cxn>
                  <a:cxn ang="0">
                    <a:pos x="connsiteX2" y="connsiteY2"/>
                  </a:cxn>
                </a:cxnLst>
                <a:rect l="l" t="t" r="r" b="b"/>
                <a:pathLst>
                  <a:path w="9312" h="3537">
                    <a:moveTo>
                      <a:pt x="5465" y="2546"/>
                    </a:moveTo>
                    <a:cubicBezTo>
                      <a:pt x="2945" y="3432"/>
                      <a:pt x="499" y="3786"/>
                      <a:pt x="2" y="3352"/>
                    </a:cubicBezTo>
                    <a:cubicBezTo>
                      <a:pt x="-187" y="592"/>
                      <a:pt x="16672" y="-2163"/>
                      <a:pt x="5465" y="25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7" name="Freeform: Shape 686">
                <a:extLst>
                  <a:ext uri="{FF2B5EF4-FFF2-40B4-BE49-F238E27FC236}">
                    <a16:creationId xmlns:a16="http://schemas.microsoft.com/office/drawing/2014/main" id="{424BA19B-CFF5-DC1A-5D70-1EEDF5F318A9}"/>
                  </a:ext>
                </a:extLst>
              </p:cNvPr>
              <p:cNvSpPr/>
              <p:nvPr/>
            </p:nvSpPr>
            <p:spPr>
              <a:xfrm>
                <a:off x="3489480" y="6253823"/>
                <a:ext cx="7898" cy="3709"/>
              </a:xfrm>
              <a:custGeom>
                <a:avLst/>
                <a:gdLst>
                  <a:gd name="connsiteX0" fmla="*/ 4528 w 7898"/>
                  <a:gd name="connsiteY0" fmla="*/ 838 h 3709"/>
                  <a:gd name="connsiteX1" fmla="*/ 2 w 7898"/>
                  <a:gd name="connsiteY1" fmla="*/ 335 h 3709"/>
                  <a:gd name="connsiteX2" fmla="*/ 4528 w 7898"/>
                  <a:gd name="connsiteY2" fmla="*/ 838 h 3709"/>
                </a:gdLst>
                <a:ahLst/>
                <a:cxnLst>
                  <a:cxn ang="0">
                    <a:pos x="connsiteX0" y="connsiteY0"/>
                  </a:cxn>
                  <a:cxn ang="0">
                    <a:pos x="connsiteX1" y="connsiteY1"/>
                  </a:cxn>
                  <a:cxn ang="0">
                    <a:pos x="connsiteX2" y="connsiteY2"/>
                  </a:cxn>
                </a:cxnLst>
                <a:rect l="l" t="t" r="r" b="b"/>
                <a:pathLst>
                  <a:path w="7898" h="3709">
                    <a:moveTo>
                      <a:pt x="4528" y="838"/>
                    </a:moveTo>
                    <a:cubicBezTo>
                      <a:pt x="2385" y="-36"/>
                      <a:pt x="356" y="-265"/>
                      <a:pt x="2" y="335"/>
                    </a:cubicBezTo>
                    <a:cubicBezTo>
                      <a:pt x="-181" y="3673"/>
                      <a:pt x="14255" y="5645"/>
                      <a:pt x="4528" y="8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8" name="Freeform: Shape 687">
                <a:extLst>
                  <a:ext uri="{FF2B5EF4-FFF2-40B4-BE49-F238E27FC236}">
                    <a16:creationId xmlns:a16="http://schemas.microsoft.com/office/drawing/2014/main" id="{3845052B-2F16-0529-2A21-6020A5A3C1F1}"/>
                  </a:ext>
                </a:extLst>
              </p:cNvPr>
              <p:cNvSpPr/>
              <p:nvPr/>
            </p:nvSpPr>
            <p:spPr>
              <a:xfrm>
                <a:off x="3527900" y="6187000"/>
                <a:ext cx="7508" cy="4709"/>
              </a:xfrm>
              <a:custGeom>
                <a:avLst/>
                <a:gdLst>
                  <a:gd name="connsiteX0" fmla="*/ 4375 w 7508"/>
                  <a:gd name="connsiteY0" fmla="*/ 1265 h 4709"/>
                  <a:gd name="connsiteX1" fmla="*/ 3135 w 7508"/>
                  <a:gd name="connsiteY1" fmla="*/ 3465 h 4709"/>
                  <a:gd name="connsiteX2" fmla="*/ 4375 w 7508"/>
                  <a:gd name="connsiteY2" fmla="*/ 1265 h 4709"/>
                </a:gdLst>
                <a:ahLst/>
                <a:cxnLst>
                  <a:cxn ang="0">
                    <a:pos x="connsiteX0" y="connsiteY0"/>
                  </a:cxn>
                  <a:cxn ang="0">
                    <a:pos x="connsiteX1" y="connsiteY1"/>
                  </a:cxn>
                  <a:cxn ang="0">
                    <a:pos x="connsiteX2" y="connsiteY2"/>
                  </a:cxn>
                </a:cxnLst>
                <a:rect l="l" t="t" r="r" b="b"/>
                <a:pathLst>
                  <a:path w="7508" h="4709">
                    <a:moveTo>
                      <a:pt x="4375" y="1265"/>
                    </a:moveTo>
                    <a:cubicBezTo>
                      <a:pt x="-522" y="-1513"/>
                      <a:pt x="-1820" y="768"/>
                      <a:pt x="3135" y="3465"/>
                    </a:cubicBezTo>
                    <a:cubicBezTo>
                      <a:pt x="8027" y="6191"/>
                      <a:pt x="9330" y="3974"/>
                      <a:pt x="4375" y="126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89" name="Freeform: Shape 688">
                <a:extLst>
                  <a:ext uri="{FF2B5EF4-FFF2-40B4-BE49-F238E27FC236}">
                    <a16:creationId xmlns:a16="http://schemas.microsoft.com/office/drawing/2014/main" id="{91065BC8-4156-0667-985B-235AE140BBB8}"/>
                  </a:ext>
                </a:extLst>
              </p:cNvPr>
              <p:cNvSpPr/>
              <p:nvPr/>
            </p:nvSpPr>
            <p:spPr>
              <a:xfrm>
                <a:off x="3599959" y="6062702"/>
                <a:ext cx="7188" cy="6315"/>
              </a:xfrm>
              <a:custGeom>
                <a:avLst/>
                <a:gdLst>
                  <a:gd name="connsiteX0" fmla="*/ 4159 w 7188"/>
                  <a:gd name="connsiteY0" fmla="*/ 2289 h 6315"/>
                  <a:gd name="connsiteX1" fmla="*/ 3034 w 7188"/>
                  <a:gd name="connsiteY1" fmla="*/ 4049 h 6315"/>
                  <a:gd name="connsiteX2" fmla="*/ 4159 w 7188"/>
                  <a:gd name="connsiteY2" fmla="*/ 2289 h 6315"/>
                </a:gdLst>
                <a:ahLst/>
                <a:cxnLst>
                  <a:cxn ang="0">
                    <a:pos x="connsiteX0" y="connsiteY0"/>
                  </a:cxn>
                  <a:cxn ang="0">
                    <a:pos x="connsiteX1" y="connsiteY1"/>
                  </a:cxn>
                  <a:cxn ang="0">
                    <a:pos x="connsiteX2" y="connsiteY2"/>
                  </a:cxn>
                </a:cxnLst>
                <a:rect l="l" t="t" r="r" b="b"/>
                <a:pathLst>
                  <a:path w="7188" h="6315">
                    <a:moveTo>
                      <a:pt x="4159" y="2289"/>
                    </a:moveTo>
                    <a:cubicBezTo>
                      <a:pt x="-716" y="-1883"/>
                      <a:pt x="-1578" y="215"/>
                      <a:pt x="3034" y="4049"/>
                    </a:cubicBezTo>
                    <a:cubicBezTo>
                      <a:pt x="7903" y="8170"/>
                      <a:pt x="8766" y="6119"/>
                      <a:pt x="4159" y="22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0" name="Freeform: Shape 689">
                <a:extLst>
                  <a:ext uri="{FF2B5EF4-FFF2-40B4-BE49-F238E27FC236}">
                    <a16:creationId xmlns:a16="http://schemas.microsoft.com/office/drawing/2014/main" id="{098F776B-02D8-5C45-32B4-D099B6DB65EB}"/>
                  </a:ext>
                </a:extLst>
              </p:cNvPr>
              <p:cNvSpPr/>
              <p:nvPr/>
            </p:nvSpPr>
            <p:spPr>
              <a:xfrm>
                <a:off x="3564771" y="6121492"/>
                <a:ext cx="7347" cy="5611"/>
              </a:xfrm>
              <a:custGeom>
                <a:avLst/>
                <a:gdLst>
                  <a:gd name="connsiteX0" fmla="*/ 4269 w 7347"/>
                  <a:gd name="connsiteY0" fmla="*/ 1782 h 5611"/>
                  <a:gd name="connsiteX1" fmla="*/ 3081 w 7347"/>
                  <a:gd name="connsiteY1" fmla="*/ 3851 h 5611"/>
                  <a:gd name="connsiteX2" fmla="*/ 4269 w 7347"/>
                  <a:gd name="connsiteY2" fmla="*/ 1782 h 5611"/>
                </a:gdLst>
                <a:ahLst/>
                <a:cxnLst>
                  <a:cxn ang="0">
                    <a:pos x="connsiteX0" y="connsiteY0"/>
                  </a:cxn>
                  <a:cxn ang="0">
                    <a:pos x="connsiteX1" y="connsiteY1"/>
                  </a:cxn>
                  <a:cxn ang="0">
                    <a:pos x="connsiteX2" y="connsiteY2"/>
                  </a:cxn>
                </a:cxnLst>
                <a:rect l="l" t="t" r="r" b="b"/>
                <a:pathLst>
                  <a:path w="7347" h="5611">
                    <a:moveTo>
                      <a:pt x="4269" y="1782"/>
                    </a:moveTo>
                    <a:cubicBezTo>
                      <a:pt x="-686" y="-1778"/>
                      <a:pt x="-1646" y="564"/>
                      <a:pt x="3081" y="3851"/>
                    </a:cubicBezTo>
                    <a:cubicBezTo>
                      <a:pt x="8030" y="7360"/>
                      <a:pt x="8996" y="5074"/>
                      <a:pt x="4269" y="17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1" name="Freeform: Shape 690">
                <a:extLst>
                  <a:ext uri="{FF2B5EF4-FFF2-40B4-BE49-F238E27FC236}">
                    <a16:creationId xmlns:a16="http://schemas.microsoft.com/office/drawing/2014/main" id="{875F8570-0C12-0A68-1BF7-925F6084D816}"/>
                  </a:ext>
                </a:extLst>
              </p:cNvPr>
              <p:cNvSpPr/>
              <p:nvPr/>
            </p:nvSpPr>
            <p:spPr>
              <a:xfrm>
                <a:off x="3449785" y="6316608"/>
                <a:ext cx="8075" cy="2969"/>
              </a:xfrm>
              <a:custGeom>
                <a:avLst/>
                <a:gdLst>
                  <a:gd name="connsiteX0" fmla="*/ 4635 w 8075"/>
                  <a:gd name="connsiteY0" fmla="*/ 564 h 2969"/>
                  <a:gd name="connsiteX1" fmla="*/ 0 w 8075"/>
                  <a:gd name="connsiteY1" fmla="*/ 347 h 2969"/>
                  <a:gd name="connsiteX2" fmla="*/ 4635 w 8075"/>
                  <a:gd name="connsiteY2" fmla="*/ 564 h 2969"/>
                </a:gdLst>
                <a:ahLst/>
                <a:cxnLst>
                  <a:cxn ang="0">
                    <a:pos x="connsiteX0" y="connsiteY0"/>
                  </a:cxn>
                  <a:cxn ang="0">
                    <a:pos x="connsiteX1" y="connsiteY1"/>
                  </a:cxn>
                  <a:cxn ang="0">
                    <a:pos x="connsiteX2" y="connsiteY2"/>
                  </a:cxn>
                </a:cxnLst>
                <a:rect l="l" t="t" r="r" b="b"/>
                <a:pathLst>
                  <a:path w="8075" h="2969">
                    <a:moveTo>
                      <a:pt x="4635" y="564"/>
                    </a:moveTo>
                    <a:cubicBezTo>
                      <a:pt x="2440" y="-93"/>
                      <a:pt x="366" y="-190"/>
                      <a:pt x="0" y="347"/>
                    </a:cubicBezTo>
                    <a:cubicBezTo>
                      <a:pt x="-46" y="3308"/>
                      <a:pt x="14522" y="4256"/>
                      <a:pt x="4635" y="5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2" name="Freeform: Shape 691">
                <a:extLst>
                  <a:ext uri="{FF2B5EF4-FFF2-40B4-BE49-F238E27FC236}">
                    <a16:creationId xmlns:a16="http://schemas.microsoft.com/office/drawing/2014/main" id="{320E080C-7024-818C-057C-A0F1A3DABD72}"/>
                  </a:ext>
                </a:extLst>
              </p:cNvPr>
              <p:cNvSpPr/>
              <p:nvPr/>
            </p:nvSpPr>
            <p:spPr>
              <a:xfrm>
                <a:off x="3272786" y="6393487"/>
                <a:ext cx="8789" cy="1268"/>
              </a:xfrm>
              <a:custGeom>
                <a:avLst/>
                <a:gdLst>
                  <a:gd name="connsiteX0" fmla="*/ 5121 w 8789"/>
                  <a:gd name="connsiteY0" fmla="*/ 2 h 1268"/>
                  <a:gd name="connsiteX1" fmla="*/ 0 w 8789"/>
                  <a:gd name="connsiteY1" fmla="*/ 568 h 1268"/>
                  <a:gd name="connsiteX2" fmla="*/ 5121 w 8789"/>
                  <a:gd name="connsiteY2" fmla="*/ 2 h 1268"/>
                </a:gdLst>
                <a:ahLst/>
                <a:cxnLst>
                  <a:cxn ang="0">
                    <a:pos x="connsiteX0" y="connsiteY0"/>
                  </a:cxn>
                  <a:cxn ang="0">
                    <a:pos x="connsiteX1" y="connsiteY1"/>
                  </a:cxn>
                  <a:cxn ang="0">
                    <a:pos x="connsiteX2" y="connsiteY2"/>
                  </a:cxn>
                </a:cxnLst>
                <a:rect l="l" t="t" r="r" b="b"/>
                <a:pathLst>
                  <a:path w="8789" h="1268">
                    <a:moveTo>
                      <a:pt x="5121" y="2"/>
                    </a:moveTo>
                    <a:cubicBezTo>
                      <a:pt x="2726" y="-26"/>
                      <a:pt x="434" y="225"/>
                      <a:pt x="0" y="568"/>
                    </a:cubicBezTo>
                    <a:cubicBezTo>
                      <a:pt x="297" y="2231"/>
                      <a:pt x="15613" y="471"/>
                      <a:pt x="5121" y="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3" name="Freeform: Shape 692">
                <a:extLst>
                  <a:ext uri="{FF2B5EF4-FFF2-40B4-BE49-F238E27FC236}">
                    <a16:creationId xmlns:a16="http://schemas.microsoft.com/office/drawing/2014/main" id="{78F55792-EE52-7446-06C5-683B2E79326D}"/>
                  </a:ext>
                </a:extLst>
              </p:cNvPr>
              <p:cNvSpPr/>
              <p:nvPr/>
            </p:nvSpPr>
            <p:spPr>
              <a:xfrm>
                <a:off x="3114692" y="6363240"/>
                <a:ext cx="9545" cy="4483"/>
              </a:xfrm>
              <a:custGeom>
                <a:avLst/>
                <a:gdLst>
                  <a:gd name="connsiteX0" fmla="*/ 5624 w 9545"/>
                  <a:gd name="connsiteY0" fmla="*/ 978 h 4483"/>
                  <a:gd name="connsiteX1" fmla="*/ 0 w 9545"/>
                  <a:gd name="connsiteY1" fmla="*/ 4132 h 4483"/>
                  <a:gd name="connsiteX2" fmla="*/ 5624 w 9545"/>
                  <a:gd name="connsiteY2" fmla="*/ 978 h 4483"/>
                </a:gdLst>
                <a:ahLst/>
                <a:cxnLst>
                  <a:cxn ang="0">
                    <a:pos x="connsiteX0" y="connsiteY0"/>
                  </a:cxn>
                  <a:cxn ang="0">
                    <a:pos x="connsiteX1" y="connsiteY1"/>
                  </a:cxn>
                  <a:cxn ang="0">
                    <a:pos x="connsiteX2" y="connsiteY2"/>
                  </a:cxn>
                </a:cxnLst>
                <a:rect l="l" t="t" r="r" b="b"/>
                <a:pathLst>
                  <a:path w="9545" h="4483">
                    <a:moveTo>
                      <a:pt x="5624" y="978"/>
                    </a:moveTo>
                    <a:cubicBezTo>
                      <a:pt x="3029" y="2007"/>
                      <a:pt x="514" y="3424"/>
                      <a:pt x="0" y="4132"/>
                    </a:cubicBezTo>
                    <a:cubicBezTo>
                      <a:pt x="526" y="6367"/>
                      <a:pt x="16825" y="-2948"/>
                      <a:pt x="5624" y="97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4" name="Freeform: Shape 693">
                <a:extLst>
                  <a:ext uri="{FF2B5EF4-FFF2-40B4-BE49-F238E27FC236}">
                    <a16:creationId xmlns:a16="http://schemas.microsoft.com/office/drawing/2014/main" id="{E6BBD005-0248-66DF-6621-F6D63B2064B2}"/>
                  </a:ext>
                </a:extLst>
              </p:cNvPr>
              <p:cNvSpPr/>
              <p:nvPr/>
            </p:nvSpPr>
            <p:spPr>
              <a:xfrm>
                <a:off x="3223008" y="6403330"/>
                <a:ext cx="9057" cy="2308"/>
              </a:xfrm>
              <a:custGeom>
                <a:avLst/>
                <a:gdLst>
                  <a:gd name="connsiteX0" fmla="*/ 5303 w 9057"/>
                  <a:gd name="connsiteY0" fmla="*/ 2236 h 2308"/>
                  <a:gd name="connsiteX1" fmla="*/ 0 w 9057"/>
                  <a:gd name="connsiteY1" fmla="*/ 1579 h 2308"/>
                  <a:gd name="connsiteX2" fmla="*/ 5303 w 9057"/>
                  <a:gd name="connsiteY2" fmla="*/ 2236 h 2308"/>
                </a:gdLst>
                <a:ahLst/>
                <a:cxnLst>
                  <a:cxn ang="0">
                    <a:pos x="connsiteX0" y="connsiteY0"/>
                  </a:cxn>
                  <a:cxn ang="0">
                    <a:pos x="connsiteX1" y="connsiteY1"/>
                  </a:cxn>
                  <a:cxn ang="0">
                    <a:pos x="connsiteX2" y="connsiteY2"/>
                  </a:cxn>
                </a:cxnLst>
                <a:rect l="l" t="t" r="r" b="b"/>
                <a:pathLst>
                  <a:path w="9057" h="2308">
                    <a:moveTo>
                      <a:pt x="5303" y="2236"/>
                    </a:moveTo>
                    <a:cubicBezTo>
                      <a:pt x="2846" y="2453"/>
                      <a:pt x="474" y="2168"/>
                      <a:pt x="0" y="1579"/>
                    </a:cubicBezTo>
                    <a:cubicBezTo>
                      <a:pt x="29" y="-1479"/>
                      <a:pt x="16156" y="556"/>
                      <a:pt x="5303" y="22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5" name="Freeform: Shape 694">
                <a:extLst>
                  <a:ext uri="{FF2B5EF4-FFF2-40B4-BE49-F238E27FC236}">
                    <a16:creationId xmlns:a16="http://schemas.microsoft.com/office/drawing/2014/main" id="{B7AF2666-40CF-4055-7061-4B57DC432CA0}"/>
                  </a:ext>
                </a:extLst>
              </p:cNvPr>
              <p:cNvSpPr/>
              <p:nvPr/>
            </p:nvSpPr>
            <p:spPr>
              <a:xfrm>
                <a:off x="3408974" y="6368781"/>
                <a:ext cx="8252" cy="2321"/>
              </a:xfrm>
              <a:custGeom>
                <a:avLst/>
                <a:gdLst>
                  <a:gd name="connsiteX0" fmla="*/ 4749 w 8252"/>
                  <a:gd name="connsiteY0" fmla="*/ 592 h 2321"/>
                  <a:gd name="connsiteX1" fmla="*/ 0 w 8252"/>
                  <a:gd name="connsiteY1" fmla="*/ 158 h 2321"/>
                  <a:gd name="connsiteX2" fmla="*/ 4749 w 8252"/>
                  <a:gd name="connsiteY2" fmla="*/ 592 h 2321"/>
                </a:gdLst>
                <a:ahLst/>
                <a:cxnLst>
                  <a:cxn ang="0">
                    <a:pos x="connsiteX0" y="connsiteY0"/>
                  </a:cxn>
                  <a:cxn ang="0">
                    <a:pos x="connsiteX1" y="connsiteY1"/>
                  </a:cxn>
                  <a:cxn ang="0">
                    <a:pos x="connsiteX2" y="connsiteY2"/>
                  </a:cxn>
                </a:cxnLst>
                <a:rect l="l" t="t" r="r" b="b"/>
                <a:pathLst>
                  <a:path w="8252" h="2321">
                    <a:moveTo>
                      <a:pt x="4749" y="592"/>
                    </a:moveTo>
                    <a:cubicBezTo>
                      <a:pt x="2503" y="26"/>
                      <a:pt x="383" y="-168"/>
                      <a:pt x="0" y="158"/>
                    </a:cubicBezTo>
                    <a:cubicBezTo>
                      <a:pt x="160" y="2146"/>
                      <a:pt x="14756" y="3621"/>
                      <a:pt x="4749" y="5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6" name="Freeform: Shape 695">
                <a:extLst>
                  <a:ext uri="{FF2B5EF4-FFF2-40B4-BE49-F238E27FC236}">
                    <a16:creationId xmlns:a16="http://schemas.microsoft.com/office/drawing/2014/main" id="{E4AA4F42-9CFA-1C40-53B3-F0492728190B}"/>
                  </a:ext>
                </a:extLst>
              </p:cNvPr>
              <p:cNvSpPr/>
              <p:nvPr/>
            </p:nvSpPr>
            <p:spPr>
              <a:xfrm>
                <a:off x="3365854" y="6382997"/>
                <a:ext cx="8403" cy="1502"/>
              </a:xfrm>
              <a:custGeom>
                <a:avLst/>
                <a:gdLst>
                  <a:gd name="connsiteX0" fmla="*/ 4881 w 8403"/>
                  <a:gd name="connsiteY0" fmla="*/ 777 h 1502"/>
                  <a:gd name="connsiteX1" fmla="*/ 0 w 8403"/>
                  <a:gd name="connsiteY1" fmla="*/ 0 h 1502"/>
                  <a:gd name="connsiteX2" fmla="*/ 4881 w 8403"/>
                  <a:gd name="connsiteY2" fmla="*/ 777 h 1502"/>
                </a:gdLst>
                <a:ahLst/>
                <a:cxnLst>
                  <a:cxn ang="0">
                    <a:pos x="connsiteX0" y="connsiteY0"/>
                  </a:cxn>
                  <a:cxn ang="0">
                    <a:pos x="connsiteX1" y="connsiteY1"/>
                  </a:cxn>
                  <a:cxn ang="0">
                    <a:pos x="connsiteX2" y="connsiteY2"/>
                  </a:cxn>
                </a:cxnLst>
                <a:rect l="l" t="t" r="r" b="b"/>
                <a:pathLst>
                  <a:path w="8403" h="1502">
                    <a:moveTo>
                      <a:pt x="4881" y="777"/>
                    </a:moveTo>
                    <a:cubicBezTo>
                      <a:pt x="2589" y="360"/>
                      <a:pt x="406" y="11"/>
                      <a:pt x="0" y="0"/>
                    </a:cubicBezTo>
                    <a:cubicBezTo>
                      <a:pt x="440" y="354"/>
                      <a:pt x="14888" y="2646"/>
                      <a:pt x="4881" y="7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7" name="Freeform: Shape 696">
                <a:extLst>
                  <a:ext uri="{FF2B5EF4-FFF2-40B4-BE49-F238E27FC236}">
                    <a16:creationId xmlns:a16="http://schemas.microsoft.com/office/drawing/2014/main" id="{869E2B9D-2B74-6A52-BF86-BE83B56FC121}"/>
                  </a:ext>
                </a:extLst>
              </p:cNvPr>
              <p:cNvSpPr/>
              <p:nvPr/>
            </p:nvSpPr>
            <p:spPr>
              <a:xfrm>
                <a:off x="3320186" y="6378734"/>
                <a:ext cx="8581" cy="701"/>
              </a:xfrm>
              <a:custGeom>
                <a:avLst/>
                <a:gdLst>
                  <a:gd name="connsiteX0" fmla="*/ 5006 w 8581"/>
                  <a:gd name="connsiteY0" fmla="*/ 371 h 701"/>
                  <a:gd name="connsiteX1" fmla="*/ 0 w 8581"/>
                  <a:gd name="connsiteY1" fmla="*/ 0 h 701"/>
                  <a:gd name="connsiteX2" fmla="*/ 5006 w 8581"/>
                  <a:gd name="connsiteY2" fmla="*/ 371 h 701"/>
                </a:gdLst>
                <a:ahLst/>
                <a:cxnLst>
                  <a:cxn ang="0">
                    <a:pos x="connsiteX0" y="connsiteY0"/>
                  </a:cxn>
                  <a:cxn ang="0">
                    <a:pos x="connsiteX1" y="connsiteY1"/>
                  </a:cxn>
                  <a:cxn ang="0">
                    <a:pos x="connsiteX2" y="connsiteY2"/>
                  </a:cxn>
                </a:cxnLst>
                <a:rect l="l" t="t" r="r" b="b"/>
                <a:pathLst>
                  <a:path w="8581" h="701">
                    <a:moveTo>
                      <a:pt x="5006" y="371"/>
                    </a:moveTo>
                    <a:cubicBezTo>
                      <a:pt x="2663" y="177"/>
                      <a:pt x="429" y="6"/>
                      <a:pt x="0" y="0"/>
                    </a:cubicBezTo>
                    <a:cubicBezTo>
                      <a:pt x="457" y="165"/>
                      <a:pt x="15179" y="1229"/>
                      <a:pt x="5006" y="37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8" name="Freeform: Shape 697">
                <a:extLst>
                  <a:ext uri="{FF2B5EF4-FFF2-40B4-BE49-F238E27FC236}">
                    <a16:creationId xmlns:a16="http://schemas.microsoft.com/office/drawing/2014/main" id="{31C4EA07-C56B-AEC6-A81A-5EC46531D6F2}"/>
                  </a:ext>
                </a:extLst>
              </p:cNvPr>
              <p:cNvSpPr/>
              <p:nvPr/>
            </p:nvSpPr>
            <p:spPr>
              <a:xfrm>
                <a:off x="2241417" y="7526058"/>
                <a:ext cx="12896" cy="5222"/>
              </a:xfrm>
              <a:custGeom>
                <a:avLst/>
                <a:gdLst>
                  <a:gd name="connsiteX0" fmla="*/ 8241 w 12896"/>
                  <a:gd name="connsiteY0" fmla="*/ 88 h 5222"/>
                  <a:gd name="connsiteX1" fmla="*/ 4658 w 12896"/>
                  <a:gd name="connsiteY1" fmla="*/ 5134 h 5222"/>
                  <a:gd name="connsiteX2" fmla="*/ 8241 w 12896"/>
                  <a:gd name="connsiteY2" fmla="*/ 88 h 5222"/>
                </a:gdLst>
                <a:ahLst/>
                <a:cxnLst>
                  <a:cxn ang="0">
                    <a:pos x="connsiteX0" y="connsiteY0"/>
                  </a:cxn>
                  <a:cxn ang="0">
                    <a:pos x="connsiteX1" y="connsiteY1"/>
                  </a:cxn>
                  <a:cxn ang="0">
                    <a:pos x="connsiteX2" y="connsiteY2"/>
                  </a:cxn>
                </a:cxnLst>
                <a:rect l="l" t="t" r="r" b="b"/>
                <a:pathLst>
                  <a:path w="12896" h="5222">
                    <a:moveTo>
                      <a:pt x="8241" y="88"/>
                    </a:moveTo>
                    <a:cubicBezTo>
                      <a:pt x="2875" y="-769"/>
                      <a:pt x="-5223" y="4889"/>
                      <a:pt x="4658" y="5134"/>
                    </a:cubicBezTo>
                    <a:cubicBezTo>
                      <a:pt x="10024" y="5992"/>
                      <a:pt x="18117" y="334"/>
                      <a:pt x="8241"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699" name="Freeform: Shape 698">
                <a:extLst>
                  <a:ext uri="{FF2B5EF4-FFF2-40B4-BE49-F238E27FC236}">
                    <a16:creationId xmlns:a16="http://schemas.microsoft.com/office/drawing/2014/main" id="{E0C19A8A-82C6-C41C-0D75-96947AE8528E}"/>
                  </a:ext>
                </a:extLst>
              </p:cNvPr>
              <p:cNvSpPr/>
              <p:nvPr/>
            </p:nvSpPr>
            <p:spPr>
              <a:xfrm>
                <a:off x="3437911" y="5801390"/>
                <a:ext cx="6789" cy="8097"/>
              </a:xfrm>
              <a:custGeom>
                <a:avLst/>
                <a:gdLst>
                  <a:gd name="connsiteX0" fmla="*/ 3810 w 6789"/>
                  <a:gd name="connsiteY0" fmla="*/ 3152 h 8097"/>
                  <a:gd name="connsiteX1" fmla="*/ 5319 w 6789"/>
                  <a:gd name="connsiteY1" fmla="*/ 7444 h 8097"/>
                  <a:gd name="connsiteX2" fmla="*/ 3810 w 6789"/>
                  <a:gd name="connsiteY2" fmla="*/ 3152 h 8097"/>
                </a:gdLst>
                <a:ahLst/>
                <a:cxnLst>
                  <a:cxn ang="0">
                    <a:pos x="connsiteX0" y="connsiteY0"/>
                  </a:cxn>
                  <a:cxn ang="0">
                    <a:pos x="connsiteX1" y="connsiteY1"/>
                  </a:cxn>
                  <a:cxn ang="0">
                    <a:pos x="connsiteX2" y="connsiteY2"/>
                  </a:cxn>
                </a:cxnLst>
                <a:rect l="l" t="t" r="r" b="b"/>
                <a:pathLst>
                  <a:path w="6789" h="8097">
                    <a:moveTo>
                      <a:pt x="3810" y="3152"/>
                    </a:moveTo>
                    <a:cubicBezTo>
                      <a:pt x="-3682" y="-5032"/>
                      <a:pt x="1547" y="5026"/>
                      <a:pt x="5319" y="7444"/>
                    </a:cubicBezTo>
                    <a:cubicBezTo>
                      <a:pt x="8896" y="10004"/>
                      <a:pt x="4970" y="4295"/>
                      <a:pt x="3810" y="31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0" name="Freeform: Shape 699">
                <a:extLst>
                  <a:ext uri="{FF2B5EF4-FFF2-40B4-BE49-F238E27FC236}">
                    <a16:creationId xmlns:a16="http://schemas.microsoft.com/office/drawing/2014/main" id="{62532A74-2FCE-8CCA-EEB6-7D7D9ABCDA32}"/>
                  </a:ext>
                </a:extLst>
              </p:cNvPr>
              <p:cNvSpPr/>
              <p:nvPr/>
            </p:nvSpPr>
            <p:spPr>
              <a:xfrm>
                <a:off x="2493312" y="6775220"/>
                <a:ext cx="10955" cy="3183"/>
              </a:xfrm>
              <a:custGeom>
                <a:avLst/>
                <a:gdLst>
                  <a:gd name="connsiteX0" fmla="*/ 6840 w 10955"/>
                  <a:gd name="connsiteY0" fmla="*/ 14 h 3183"/>
                  <a:gd name="connsiteX1" fmla="*/ 4109 w 10955"/>
                  <a:gd name="connsiteY1" fmla="*/ 3169 h 3183"/>
                  <a:gd name="connsiteX2" fmla="*/ 6840 w 10955"/>
                  <a:gd name="connsiteY2" fmla="*/ 14 h 3183"/>
                </a:gdLst>
                <a:ahLst/>
                <a:cxnLst>
                  <a:cxn ang="0">
                    <a:pos x="connsiteX0" y="connsiteY0"/>
                  </a:cxn>
                  <a:cxn ang="0">
                    <a:pos x="connsiteX1" y="connsiteY1"/>
                  </a:cxn>
                  <a:cxn ang="0">
                    <a:pos x="connsiteX2" y="connsiteY2"/>
                  </a:cxn>
                </a:cxnLst>
                <a:rect l="l" t="t" r="r" b="b"/>
                <a:pathLst>
                  <a:path w="10955" h="3183">
                    <a:moveTo>
                      <a:pt x="6840" y="14"/>
                    </a:moveTo>
                    <a:cubicBezTo>
                      <a:pt x="1868" y="-237"/>
                      <a:pt x="-4207" y="2907"/>
                      <a:pt x="4109" y="3169"/>
                    </a:cubicBezTo>
                    <a:cubicBezTo>
                      <a:pt x="9098" y="3426"/>
                      <a:pt x="15161" y="261"/>
                      <a:pt x="6840" y="1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1" name="Freeform: Shape 700">
                <a:extLst>
                  <a:ext uri="{FF2B5EF4-FFF2-40B4-BE49-F238E27FC236}">
                    <a16:creationId xmlns:a16="http://schemas.microsoft.com/office/drawing/2014/main" id="{97B0C630-E89F-7538-01BF-83067BD306ED}"/>
                  </a:ext>
                </a:extLst>
              </p:cNvPr>
              <p:cNvSpPr/>
              <p:nvPr/>
            </p:nvSpPr>
            <p:spPr>
              <a:xfrm>
                <a:off x="2651182" y="6634739"/>
                <a:ext cx="10389" cy="2454"/>
              </a:xfrm>
              <a:custGeom>
                <a:avLst/>
                <a:gdLst>
                  <a:gd name="connsiteX0" fmla="*/ 6315 w 10389"/>
                  <a:gd name="connsiteY0" fmla="*/ 364 h 2454"/>
                  <a:gd name="connsiteX1" fmla="*/ 0 w 10389"/>
                  <a:gd name="connsiteY1" fmla="*/ 2095 h 2454"/>
                  <a:gd name="connsiteX2" fmla="*/ 6315 w 10389"/>
                  <a:gd name="connsiteY2" fmla="*/ 364 h 2454"/>
                </a:gdLst>
                <a:ahLst/>
                <a:cxnLst>
                  <a:cxn ang="0">
                    <a:pos x="connsiteX0" y="connsiteY0"/>
                  </a:cxn>
                  <a:cxn ang="0">
                    <a:pos x="connsiteX1" y="connsiteY1"/>
                  </a:cxn>
                  <a:cxn ang="0">
                    <a:pos x="connsiteX2" y="connsiteY2"/>
                  </a:cxn>
                </a:cxnLst>
                <a:rect l="l" t="t" r="r" b="b"/>
                <a:pathLst>
                  <a:path w="10389" h="2454">
                    <a:moveTo>
                      <a:pt x="6315" y="364"/>
                    </a:moveTo>
                    <a:cubicBezTo>
                      <a:pt x="3509" y="849"/>
                      <a:pt x="680" y="1627"/>
                      <a:pt x="0" y="2095"/>
                    </a:cubicBezTo>
                    <a:cubicBezTo>
                      <a:pt x="17" y="3833"/>
                      <a:pt x="18305" y="-1385"/>
                      <a:pt x="6315" y="3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2" name="Freeform: Shape 701">
                <a:extLst>
                  <a:ext uri="{FF2B5EF4-FFF2-40B4-BE49-F238E27FC236}">
                    <a16:creationId xmlns:a16="http://schemas.microsoft.com/office/drawing/2014/main" id="{A8FEFD5E-3173-7834-E736-70A4B94BC7C1}"/>
                  </a:ext>
                </a:extLst>
              </p:cNvPr>
              <p:cNvSpPr/>
              <p:nvPr/>
            </p:nvSpPr>
            <p:spPr>
              <a:xfrm>
                <a:off x="2724100" y="6586115"/>
                <a:ext cx="10123" cy="3221"/>
              </a:xfrm>
              <a:custGeom>
                <a:avLst/>
                <a:gdLst>
                  <a:gd name="connsiteX0" fmla="*/ 6115 w 10123"/>
                  <a:gd name="connsiteY0" fmla="*/ 908 h 3221"/>
                  <a:gd name="connsiteX1" fmla="*/ 0 w 10123"/>
                  <a:gd name="connsiteY1" fmla="*/ 3092 h 3221"/>
                  <a:gd name="connsiteX2" fmla="*/ 6115 w 10123"/>
                  <a:gd name="connsiteY2" fmla="*/ 908 h 3221"/>
                </a:gdLst>
                <a:ahLst/>
                <a:cxnLst>
                  <a:cxn ang="0">
                    <a:pos x="connsiteX0" y="connsiteY0"/>
                  </a:cxn>
                  <a:cxn ang="0">
                    <a:pos x="connsiteX1" y="connsiteY1"/>
                  </a:cxn>
                  <a:cxn ang="0">
                    <a:pos x="connsiteX2" y="connsiteY2"/>
                  </a:cxn>
                </a:cxnLst>
                <a:rect l="l" t="t" r="r" b="b"/>
                <a:pathLst>
                  <a:path w="10123" h="3221">
                    <a:moveTo>
                      <a:pt x="6115" y="908"/>
                    </a:moveTo>
                    <a:cubicBezTo>
                      <a:pt x="3383" y="1703"/>
                      <a:pt x="646" y="2680"/>
                      <a:pt x="0" y="3092"/>
                    </a:cubicBezTo>
                    <a:cubicBezTo>
                      <a:pt x="120" y="4206"/>
                      <a:pt x="17842" y="-2326"/>
                      <a:pt x="6115" y="9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3" name="Freeform: Shape 702">
                <a:extLst>
                  <a:ext uri="{FF2B5EF4-FFF2-40B4-BE49-F238E27FC236}">
                    <a16:creationId xmlns:a16="http://schemas.microsoft.com/office/drawing/2014/main" id="{E3E29874-341A-B9E4-F5E5-ACF04DE1512E}"/>
                  </a:ext>
                </a:extLst>
              </p:cNvPr>
              <p:cNvSpPr/>
              <p:nvPr/>
            </p:nvSpPr>
            <p:spPr>
              <a:xfrm>
                <a:off x="2793034" y="6538459"/>
                <a:ext cx="9767" cy="4091"/>
              </a:xfrm>
              <a:custGeom>
                <a:avLst/>
                <a:gdLst>
                  <a:gd name="connsiteX0" fmla="*/ 5921 w 9767"/>
                  <a:gd name="connsiteY0" fmla="*/ 1267 h 4091"/>
                  <a:gd name="connsiteX1" fmla="*/ 0 w 9767"/>
                  <a:gd name="connsiteY1" fmla="*/ 4038 h 4091"/>
                  <a:gd name="connsiteX2" fmla="*/ 5921 w 9767"/>
                  <a:gd name="connsiteY2" fmla="*/ 1267 h 4091"/>
                </a:gdLst>
                <a:ahLst/>
                <a:cxnLst>
                  <a:cxn ang="0">
                    <a:pos x="connsiteX0" y="connsiteY0"/>
                  </a:cxn>
                  <a:cxn ang="0">
                    <a:pos x="connsiteX1" y="connsiteY1"/>
                  </a:cxn>
                  <a:cxn ang="0">
                    <a:pos x="connsiteX2" y="connsiteY2"/>
                  </a:cxn>
                </a:cxnLst>
                <a:rect l="l" t="t" r="r" b="b"/>
                <a:pathLst>
                  <a:path w="9767" h="4091">
                    <a:moveTo>
                      <a:pt x="5921" y="1267"/>
                    </a:moveTo>
                    <a:cubicBezTo>
                      <a:pt x="3263" y="2347"/>
                      <a:pt x="611" y="3587"/>
                      <a:pt x="0" y="4038"/>
                    </a:cubicBezTo>
                    <a:cubicBezTo>
                      <a:pt x="434" y="4799"/>
                      <a:pt x="17088" y="-2957"/>
                      <a:pt x="5921" y="12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4" name="Freeform: Shape 703">
                <a:extLst>
                  <a:ext uri="{FF2B5EF4-FFF2-40B4-BE49-F238E27FC236}">
                    <a16:creationId xmlns:a16="http://schemas.microsoft.com/office/drawing/2014/main" id="{15D57EB0-EA0C-D08D-E1A1-D2BEE65985BB}"/>
                  </a:ext>
                </a:extLst>
              </p:cNvPr>
              <p:cNvSpPr/>
              <p:nvPr/>
            </p:nvSpPr>
            <p:spPr>
              <a:xfrm>
                <a:off x="2574214" y="6694334"/>
                <a:ext cx="10601" cy="2333"/>
              </a:xfrm>
              <a:custGeom>
                <a:avLst/>
                <a:gdLst>
                  <a:gd name="connsiteX0" fmla="*/ 6599 w 10601"/>
                  <a:gd name="connsiteY0" fmla="*/ 34 h 2333"/>
                  <a:gd name="connsiteX1" fmla="*/ 3999 w 10601"/>
                  <a:gd name="connsiteY1" fmla="*/ 2303 h 2333"/>
                  <a:gd name="connsiteX2" fmla="*/ 6599 w 10601"/>
                  <a:gd name="connsiteY2" fmla="*/ 34 h 2333"/>
                </a:gdLst>
                <a:ahLst/>
                <a:cxnLst>
                  <a:cxn ang="0">
                    <a:pos x="connsiteX0" y="connsiteY0"/>
                  </a:cxn>
                  <a:cxn ang="0">
                    <a:pos x="connsiteX1" y="connsiteY1"/>
                  </a:cxn>
                  <a:cxn ang="0">
                    <a:pos x="connsiteX2" y="connsiteY2"/>
                  </a:cxn>
                </a:cxnLst>
                <a:rect l="l" t="t" r="r" b="b"/>
                <a:pathLst>
                  <a:path w="10601" h="2333">
                    <a:moveTo>
                      <a:pt x="6599" y="34"/>
                    </a:moveTo>
                    <a:cubicBezTo>
                      <a:pt x="1982" y="160"/>
                      <a:pt x="-4179" y="2634"/>
                      <a:pt x="3999" y="2303"/>
                    </a:cubicBezTo>
                    <a:cubicBezTo>
                      <a:pt x="8628" y="2194"/>
                      <a:pt x="14778" y="-320"/>
                      <a:pt x="6599"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5" name="Freeform: Shape 704">
                <a:extLst>
                  <a:ext uri="{FF2B5EF4-FFF2-40B4-BE49-F238E27FC236}">
                    <a16:creationId xmlns:a16="http://schemas.microsoft.com/office/drawing/2014/main" id="{A7AF264D-DC02-C9D0-0C0E-845FD28EFBE9}"/>
                  </a:ext>
                </a:extLst>
              </p:cNvPr>
              <p:cNvSpPr/>
              <p:nvPr/>
            </p:nvSpPr>
            <p:spPr>
              <a:xfrm>
                <a:off x="2001193" y="7378739"/>
                <a:ext cx="13104" cy="4792"/>
              </a:xfrm>
              <a:custGeom>
                <a:avLst/>
                <a:gdLst>
                  <a:gd name="connsiteX0" fmla="*/ 8269 w 13104"/>
                  <a:gd name="connsiteY0" fmla="*/ 0 h 4792"/>
                  <a:gd name="connsiteX1" fmla="*/ 45 w 13104"/>
                  <a:gd name="connsiteY1" fmla="*/ 2349 h 4792"/>
                  <a:gd name="connsiteX2" fmla="*/ 8269 w 13104"/>
                  <a:gd name="connsiteY2" fmla="*/ 0 h 4792"/>
                </a:gdLst>
                <a:ahLst/>
                <a:cxnLst>
                  <a:cxn ang="0">
                    <a:pos x="connsiteX0" y="connsiteY0"/>
                  </a:cxn>
                  <a:cxn ang="0">
                    <a:pos x="connsiteX1" y="connsiteY1"/>
                  </a:cxn>
                  <a:cxn ang="0">
                    <a:pos x="connsiteX2" y="connsiteY2"/>
                  </a:cxn>
                </a:cxnLst>
                <a:rect l="l" t="t" r="r" b="b"/>
                <a:pathLst>
                  <a:path w="13104" h="4792">
                    <a:moveTo>
                      <a:pt x="8269" y="0"/>
                    </a:moveTo>
                    <a:cubicBezTo>
                      <a:pt x="4777" y="0"/>
                      <a:pt x="1096" y="1051"/>
                      <a:pt x="45" y="2349"/>
                    </a:cubicBezTo>
                    <a:cubicBezTo>
                      <a:pt x="-1178" y="8475"/>
                      <a:pt x="23151" y="1309"/>
                      <a:pt x="82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6" name="Freeform: Shape 705">
                <a:extLst>
                  <a:ext uri="{FF2B5EF4-FFF2-40B4-BE49-F238E27FC236}">
                    <a16:creationId xmlns:a16="http://schemas.microsoft.com/office/drawing/2014/main" id="{B13DFF28-C4D3-DAC8-2982-10962118317D}"/>
                  </a:ext>
                </a:extLst>
              </p:cNvPr>
              <p:cNvSpPr/>
              <p:nvPr/>
            </p:nvSpPr>
            <p:spPr>
              <a:xfrm>
                <a:off x="2112902" y="7241235"/>
                <a:ext cx="12586" cy="4447"/>
              </a:xfrm>
              <a:custGeom>
                <a:avLst/>
                <a:gdLst>
                  <a:gd name="connsiteX0" fmla="*/ 8077 w 12586"/>
                  <a:gd name="connsiteY0" fmla="*/ 29 h 4447"/>
                  <a:gd name="connsiteX1" fmla="*/ 4505 w 12586"/>
                  <a:gd name="connsiteY1" fmla="*/ 4419 h 4447"/>
                  <a:gd name="connsiteX2" fmla="*/ 8077 w 12586"/>
                  <a:gd name="connsiteY2" fmla="*/ 29 h 4447"/>
                </a:gdLst>
                <a:ahLst/>
                <a:cxnLst>
                  <a:cxn ang="0">
                    <a:pos x="connsiteX0" y="connsiteY0"/>
                  </a:cxn>
                  <a:cxn ang="0">
                    <a:pos x="connsiteX1" y="connsiteY1"/>
                  </a:cxn>
                  <a:cxn ang="0">
                    <a:pos x="connsiteX2" y="connsiteY2"/>
                  </a:cxn>
                </a:cxnLst>
                <a:rect l="l" t="t" r="r" b="b"/>
                <a:pathLst>
                  <a:path w="12586" h="4447">
                    <a:moveTo>
                      <a:pt x="8077" y="29"/>
                    </a:moveTo>
                    <a:cubicBezTo>
                      <a:pt x="2585" y="-394"/>
                      <a:pt x="-4959" y="3927"/>
                      <a:pt x="4505" y="4419"/>
                    </a:cubicBezTo>
                    <a:cubicBezTo>
                      <a:pt x="10008" y="4841"/>
                      <a:pt x="17546" y="521"/>
                      <a:pt x="8077"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7" name="Freeform: Shape 706">
                <a:extLst>
                  <a:ext uri="{FF2B5EF4-FFF2-40B4-BE49-F238E27FC236}">
                    <a16:creationId xmlns:a16="http://schemas.microsoft.com/office/drawing/2014/main" id="{C7FB62CD-5ADD-0806-E98B-8C3A44095E27}"/>
                  </a:ext>
                </a:extLst>
              </p:cNvPr>
              <p:cNvSpPr/>
              <p:nvPr/>
            </p:nvSpPr>
            <p:spPr>
              <a:xfrm>
                <a:off x="2316107" y="6992770"/>
                <a:ext cx="11733" cy="3889"/>
              </a:xfrm>
              <a:custGeom>
                <a:avLst/>
                <a:gdLst>
                  <a:gd name="connsiteX0" fmla="*/ 7428 w 11733"/>
                  <a:gd name="connsiteY0" fmla="*/ 24 h 3889"/>
                  <a:gd name="connsiteX1" fmla="*/ 4302 w 11733"/>
                  <a:gd name="connsiteY1" fmla="*/ 3865 h 3889"/>
                  <a:gd name="connsiteX2" fmla="*/ 7428 w 11733"/>
                  <a:gd name="connsiteY2" fmla="*/ 24 h 3889"/>
                </a:gdLst>
                <a:ahLst/>
                <a:cxnLst>
                  <a:cxn ang="0">
                    <a:pos x="connsiteX0" y="connsiteY0"/>
                  </a:cxn>
                  <a:cxn ang="0">
                    <a:pos x="connsiteX1" y="connsiteY1"/>
                  </a:cxn>
                  <a:cxn ang="0">
                    <a:pos x="connsiteX2" y="connsiteY2"/>
                  </a:cxn>
                </a:cxnLst>
                <a:rect l="l" t="t" r="r" b="b"/>
                <a:pathLst>
                  <a:path w="11733" h="3889">
                    <a:moveTo>
                      <a:pt x="7428" y="24"/>
                    </a:moveTo>
                    <a:cubicBezTo>
                      <a:pt x="2182" y="-337"/>
                      <a:pt x="-4556" y="3453"/>
                      <a:pt x="4302" y="3865"/>
                    </a:cubicBezTo>
                    <a:cubicBezTo>
                      <a:pt x="9560" y="4230"/>
                      <a:pt x="16287" y="435"/>
                      <a:pt x="7428" y="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8" name="Freeform: Shape 707">
                <a:extLst>
                  <a:ext uri="{FF2B5EF4-FFF2-40B4-BE49-F238E27FC236}">
                    <a16:creationId xmlns:a16="http://schemas.microsoft.com/office/drawing/2014/main" id="{7AB9F611-E625-A736-D9C1-AC67A4A9787C}"/>
                  </a:ext>
                </a:extLst>
              </p:cNvPr>
              <p:cNvSpPr/>
              <p:nvPr/>
            </p:nvSpPr>
            <p:spPr>
              <a:xfrm>
                <a:off x="2217860" y="7112868"/>
                <a:ext cx="12149" cy="4156"/>
              </a:xfrm>
              <a:custGeom>
                <a:avLst/>
                <a:gdLst>
                  <a:gd name="connsiteX0" fmla="*/ 7744 w 12149"/>
                  <a:gd name="connsiteY0" fmla="*/ 26 h 4156"/>
                  <a:gd name="connsiteX1" fmla="*/ 4400 w 12149"/>
                  <a:gd name="connsiteY1" fmla="*/ 4130 h 4156"/>
                  <a:gd name="connsiteX2" fmla="*/ 7744 w 12149"/>
                  <a:gd name="connsiteY2" fmla="*/ 26 h 4156"/>
                </a:gdLst>
                <a:ahLst/>
                <a:cxnLst>
                  <a:cxn ang="0">
                    <a:pos x="connsiteX0" y="connsiteY0"/>
                  </a:cxn>
                  <a:cxn ang="0">
                    <a:pos x="connsiteX1" y="connsiteY1"/>
                  </a:cxn>
                  <a:cxn ang="0">
                    <a:pos x="connsiteX2" y="connsiteY2"/>
                  </a:cxn>
                </a:cxnLst>
                <a:rect l="l" t="t" r="r" b="b"/>
                <a:pathLst>
                  <a:path w="12149" h="4156">
                    <a:moveTo>
                      <a:pt x="7744" y="26"/>
                    </a:moveTo>
                    <a:cubicBezTo>
                      <a:pt x="2383" y="-362"/>
                      <a:pt x="-4755" y="3678"/>
                      <a:pt x="4400" y="4130"/>
                    </a:cubicBezTo>
                    <a:cubicBezTo>
                      <a:pt x="9772" y="4518"/>
                      <a:pt x="16905" y="478"/>
                      <a:pt x="7744"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09" name="Freeform: Shape 708">
                <a:extLst>
                  <a:ext uri="{FF2B5EF4-FFF2-40B4-BE49-F238E27FC236}">
                    <a16:creationId xmlns:a16="http://schemas.microsoft.com/office/drawing/2014/main" id="{2C879DC8-11C8-BE15-6AF8-26C52D66C8F9}"/>
                  </a:ext>
                </a:extLst>
              </p:cNvPr>
              <p:cNvSpPr/>
              <p:nvPr/>
            </p:nvSpPr>
            <p:spPr>
              <a:xfrm>
                <a:off x="2857985" y="6481267"/>
                <a:ext cx="9574" cy="5063"/>
              </a:xfrm>
              <a:custGeom>
                <a:avLst/>
                <a:gdLst>
                  <a:gd name="connsiteX0" fmla="*/ 5732 w 9574"/>
                  <a:gd name="connsiteY0" fmla="*/ 1543 h 5063"/>
                  <a:gd name="connsiteX1" fmla="*/ 0 w 9574"/>
                  <a:gd name="connsiteY1" fmla="*/ 4938 h 5063"/>
                  <a:gd name="connsiteX2" fmla="*/ 5732 w 9574"/>
                  <a:gd name="connsiteY2" fmla="*/ 1543 h 5063"/>
                </a:gdLst>
                <a:ahLst/>
                <a:cxnLst>
                  <a:cxn ang="0">
                    <a:pos x="connsiteX0" y="connsiteY0"/>
                  </a:cxn>
                  <a:cxn ang="0">
                    <a:pos x="connsiteX1" y="connsiteY1"/>
                  </a:cxn>
                  <a:cxn ang="0">
                    <a:pos x="connsiteX2" y="connsiteY2"/>
                  </a:cxn>
                </a:cxnLst>
                <a:rect l="l" t="t" r="r" b="b"/>
                <a:pathLst>
                  <a:path w="9574" h="5063">
                    <a:moveTo>
                      <a:pt x="5732" y="1543"/>
                    </a:moveTo>
                    <a:cubicBezTo>
                      <a:pt x="3143" y="2829"/>
                      <a:pt x="577" y="4349"/>
                      <a:pt x="0" y="4938"/>
                    </a:cubicBezTo>
                    <a:cubicBezTo>
                      <a:pt x="326" y="6281"/>
                      <a:pt x="16854" y="-3721"/>
                      <a:pt x="5732" y="15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0" name="Freeform: Shape 709">
                <a:extLst>
                  <a:ext uri="{FF2B5EF4-FFF2-40B4-BE49-F238E27FC236}">
                    <a16:creationId xmlns:a16="http://schemas.microsoft.com/office/drawing/2014/main" id="{9AE8353A-5211-538C-BA39-8D088D4952BB}"/>
                  </a:ext>
                </a:extLst>
              </p:cNvPr>
              <p:cNvSpPr/>
              <p:nvPr/>
            </p:nvSpPr>
            <p:spPr>
              <a:xfrm>
                <a:off x="2407922" y="6880134"/>
                <a:ext cx="11431" cy="3683"/>
              </a:xfrm>
              <a:custGeom>
                <a:avLst/>
                <a:gdLst>
                  <a:gd name="connsiteX0" fmla="*/ 7031 w 11431"/>
                  <a:gd name="connsiteY0" fmla="*/ 0 h 3683"/>
                  <a:gd name="connsiteX1" fmla="*/ 13 w 11431"/>
                  <a:gd name="connsiteY1" fmla="*/ 1805 h 3683"/>
                  <a:gd name="connsiteX2" fmla="*/ 7031 w 11431"/>
                  <a:gd name="connsiteY2" fmla="*/ 0 h 3683"/>
                </a:gdLst>
                <a:ahLst/>
                <a:cxnLst>
                  <a:cxn ang="0">
                    <a:pos x="connsiteX0" y="connsiteY0"/>
                  </a:cxn>
                  <a:cxn ang="0">
                    <a:pos x="connsiteX1" y="connsiteY1"/>
                  </a:cxn>
                  <a:cxn ang="0">
                    <a:pos x="connsiteX2" y="connsiteY2"/>
                  </a:cxn>
                </a:cxnLst>
                <a:rect l="l" t="t" r="r" b="b"/>
                <a:pathLst>
                  <a:path w="11431" h="3683">
                    <a:moveTo>
                      <a:pt x="7031" y="0"/>
                    </a:moveTo>
                    <a:cubicBezTo>
                      <a:pt x="3962" y="0"/>
                      <a:pt x="818" y="806"/>
                      <a:pt x="13" y="1805"/>
                    </a:cubicBezTo>
                    <a:cubicBezTo>
                      <a:pt x="-582" y="6509"/>
                      <a:pt x="20249" y="1017"/>
                      <a:pt x="70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1" name="Freeform: Shape 710">
                <a:extLst>
                  <a:ext uri="{FF2B5EF4-FFF2-40B4-BE49-F238E27FC236}">
                    <a16:creationId xmlns:a16="http://schemas.microsoft.com/office/drawing/2014/main" id="{648AD868-909B-E4F7-3044-CD860785D97E}"/>
                  </a:ext>
                </a:extLst>
              </p:cNvPr>
              <p:cNvSpPr/>
              <p:nvPr/>
            </p:nvSpPr>
            <p:spPr>
              <a:xfrm>
                <a:off x="3232769" y="6238628"/>
                <a:ext cx="8097" cy="3874"/>
              </a:xfrm>
              <a:custGeom>
                <a:avLst/>
                <a:gdLst>
                  <a:gd name="connsiteX0" fmla="*/ 4715 w 8097"/>
                  <a:gd name="connsiteY0" fmla="*/ 718 h 3874"/>
                  <a:gd name="connsiteX1" fmla="*/ 6 w 8097"/>
                  <a:gd name="connsiteY1" fmla="*/ 472 h 3874"/>
                  <a:gd name="connsiteX2" fmla="*/ 4715 w 8097"/>
                  <a:gd name="connsiteY2" fmla="*/ 718 h 3874"/>
                </a:gdLst>
                <a:ahLst/>
                <a:cxnLst>
                  <a:cxn ang="0">
                    <a:pos x="connsiteX0" y="connsiteY0"/>
                  </a:cxn>
                  <a:cxn ang="0">
                    <a:pos x="connsiteX1" y="connsiteY1"/>
                  </a:cxn>
                  <a:cxn ang="0">
                    <a:pos x="connsiteX2" y="connsiteY2"/>
                  </a:cxn>
                </a:cxnLst>
                <a:rect l="l" t="t" r="r" b="b"/>
                <a:pathLst>
                  <a:path w="8097" h="3874">
                    <a:moveTo>
                      <a:pt x="4715" y="718"/>
                    </a:moveTo>
                    <a:cubicBezTo>
                      <a:pt x="2526" y="-134"/>
                      <a:pt x="417" y="-242"/>
                      <a:pt x="6" y="472"/>
                    </a:cubicBezTo>
                    <a:cubicBezTo>
                      <a:pt x="-337" y="4341"/>
                      <a:pt x="14591" y="5535"/>
                      <a:pt x="4715" y="7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2" name="Freeform: Shape 711">
                <a:extLst>
                  <a:ext uri="{FF2B5EF4-FFF2-40B4-BE49-F238E27FC236}">
                    <a16:creationId xmlns:a16="http://schemas.microsoft.com/office/drawing/2014/main" id="{067A9DAB-5015-0CC6-BADF-0C9E01C4C94B}"/>
                  </a:ext>
                </a:extLst>
              </p:cNvPr>
              <p:cNvSpPr/>
              <p:nvPr/>
            </p:nvSpPr>
            <p:spPr>
              <a:xfrm>
                <a:off x="3319936" y="6050620"/>
                <a:ext cx="7535" cy="6277"/>
              </a:xfrm>
              <a:custGeom>
                <a:avLst/>
                <a:gdLst>
                  <a:gd name="connsiteX0" fmla="*/ 4456 w 7535"/>
                  <a:gd name="connsiteY0" fmla="*/ 1473 h 6277"/>
                  <a:gd name="connsiteX1" fmla="*/ 3073 w 7535"/>
                  <a:gd name="connsiteY1" fmla="*/ 4811 h 6277"/>
                  <a:gd name="connsiteX2" fmla="*/ 4456 w 7535"/>
                  <a:gd name="connsiteY2" fmla="*/ 1473 h 6277"/>
                </a:gdLst>
                <a:ahLst/>
                <a:cxnLst>
                  <a:cxn ang="0">
                    <a:pos x="connsiteX0" y="connsiteY0"/>
                  </a:cxn>
                  <a:cxn ang="0">
                    <a:pos x="connsiteX1" y="connsiteY1"/>
                  </a:cxn>
                  <a:cxn ang="0">
                    <a:pos x="connsiteX2" y="connsiteY2"/>
                  </a:cxn>
                </a:cxnLst>
                <a:rect l="l" t="t" r="r" b="b"/>
                <a:pathLst>
                  <a:path w="7535" h="6277">
                    <a:moveTo>
                      <a:pt x="4456" y="1473"/>
                    </a:moveTo>
                    <a:cubicBezTo>
                      <a:pt x="-893" y="-2202"/>
                      <a:pt x="-1516" y="1794"/>
                      <a:pt x="3073" y="4811"/>
                    </a:cubicBezTo>
                    <a:cubicBezTo>
                      <a:pt x="8440" y="8457"/>
                      <a:pt x="9045" y="4525"/>
                      <a:pt x="4456" y="147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3" name="Freeform: Shape 712">
                <a:extLst>
                  <a:ext uri="{FF2B5EF4-FFF2-40B4-BE49-F238E27FC236}">
                    <a16:creationId xmlns:a16="http://schemas.microsoft.com/office/drawing/2014/main" id="{7EC565AA-6F54-B605-17B5-598444DE49FB}"/>
                  </a:ext>
                </a:extLst>
              </p:cNvPr>
              <p:cNvSpPr/>
              <p:nvPr/>
            </p:nvSpPr>
            <p:spPr>
              <a:xfrm>
                <a:off x="3277183" y="6150401"/>
                <a:ext cx="7705" cy="5159"/>
              </a:xfrm>
              <a:custGeom>
                <a:avLst/>
                <a:gdLst>
                  <a:gd name="connsiteX0" fmla="*/ 4569 w 7705"/>
                  <a:gd name="connsiteY0" fmla="*/ 1008 h 5159"/>
                  <a:gd name="connsiteX1" fmla="*/ 3135 w 7705"/>
                  <a:gd name="connsiteY1" fmla="*/ 4156 h 5159"/>
                  <a:gd name="connsiteX2" fmla="*/ 4569 w 7705"/>
                  <a:gd name="connsiteY2" fmla="*/ 1008 h 5159"/>
                </a:gdLst>
                <a:ahLst/>
                <a:cxnLst>
                  <a:cxn ang="0">
                    <a:pos x="connsiteX0" y="connsiteY0"/>
                  </a:cxn>
                  <a:cxn ang="0">
                    <a:pos x="connsiteX1" y="connsiteY1"/>
                  </a:cxn>
                  <a:cxn ang="0">
                    <a:pos x="connsiteX2" y="connsiteY2"/>
                  </a:cxn>
                </a:cxnLst>
                <a:rect l="l" t="t" r="r" b="b"/>
                <a:pathLst>
                  <a:path w="7705" h="5159">
                    <a:moveTo>
                      <a:pt x="4569" y="1008"/>
                    </a:moveTo>
                    <a:cubicBezTo>
                      <a:pt x="-557" y="-1708"/>
                      <a:pt x="-1831" y="1653"/>
                      <a:pt x="3135" y="4156"/>
                    </a:cubicBezTo>
                    <a:cubicBezTo>
                      <a:pt x="8273" y="6848"/>
                      <a:pt x="9530" y="3545"/>
                      <a:pt x="4569" y="100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4" name="Freeform: Shape 713">
                <a:extLst>
                  <a:ext uri="{FF2B5EF4-FFF2-40B4-BE49-F238E27FC236}">
                    <a16:creationId xmlns:a16="http://schemas.microsoft.com/office/drawing/2014/main" id="{3888841C-7245-01B3-59A8-C6EFEE3B6E41}"/>
                  </a:ext>
                </a:extLst>
              </p:cNvPr>
              <p:cNvSpPr/>
              <p:nvPr/>
            </p:nvSpPr>
            <p:spPr>
              <a:xfrm>
                <a:off x="3400137" y="5863900"/>
                <a:ext cx="7400" cy="8151"/>
              </a:xfrm>
              <a:custGeom>
                <a:avLst/>
                <a:gdLst>
                  <a:gd name="connsiteX0" fmla="*/ 4322 w 7400"/>
                  <a:gd name="connsiteY0" fmla="*/ 2896 h 8151"/>
                  <a:gd name="connsiteX1" fmla="*/ 7345 w 7400"/>
                  <a:gd name="connsiteY1" fmla="*/ 8040 h 8151"/>
                  <a:gd name="connsiteX2" fmla="*/ 4322 w 7400"/>
                  <a:gd name="connsiteY2" fmla="*/ 2896 h 8151"/>
                </a:gdLst>
                <a:ahLst/>
                <a:cxnLst>
                  <a:cxn ang="0">
                    <a:pos x="connsiteX0" y="connsiteY0"/>
                  </a:cxn>
                  <a:cxn ang="0">
                    <a:pos x="connsiteX1" y="connsiteY1"/>
                  </a:cxn>
                  <a:cxn ang="0">
                    <a:pos x="connsiteX2" y="connsiteY2"/>
                  </a:cxn>
                </a:cxnLst>
                <a:rect l="l" t="t" r="r" b="b"/>
                <a:pathLst>
                  <a:path w="7400" h="8151">
                    <a:moveTo>
                      <a:pt x="4322" y="2896"/>
                    </a:moveTo>
                    <a:cubicBezTo>
                      <a:pt x="-5571" y="-6346"/>
                      <a:pt x="4179" y="9628"/>
                      <a:pt x="7345" y="8040"/>
                    </a:cubicBezTo>
                    <a:cubicBezTo>
                      <a:pt x="7694" y="7342"/>
                      <a:pt x="6340" y="5039"/>
                      <a:pt x="4322" y="28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5" name="Freeform: Shape 714">
                <a:extLst>
                  <a:ext uri="{FF2B5EF4-FFF2-40B4-BE49-F238E27FC236}">
                    <a16:creationId xmlns:a16="http://schemas.microsoft.com/office/drawing/2014/main" id="{DF752D69-7BD3-C641-8BB5-DFBF92C1B9D8}"/>
                  </a:ext>
                </a:extLst>
              </p:cNvPr>
              <p:cNvSpPr/>
              <p:nvPr/>
            </p:nvSpPr>
            <p:spPr>
              <a:xfrm>
                <a:off x="3360977" y="5951185"/>
                <a:ext cx="7372" cy="7282"/>
              </a:xfrm>
              <a:custGeom>
                <a:avLst/>
                <a:gdLst>
                  <a:gd name="connsiteX0" fmla="*/ 4345 w 7372"/>
                  <a:gd name="connsiteY0" fmla="*/ 2079 h 7282"/>
                  <a:gd name="connsiteX1" fmla="*/ 3025 w 7372"/>
                  <a:gd name="connsiteY1" fmla="*/ 5211 h 7282"/>
                  <a:gd name="connsiteX2" fmla="*/ 4345 w 7372"/>
                  <a:gd name="connsiteY2" fmla="*/ 2079 h 7282"/>
                </a:gdLst>
                <a:ahLst/>
                <a:cxnLst>
                  <a:cxn ang="0">
                    <a:pos x="connsiteX0" y="connsiteY0"/>
                  </a:cxn>
                  <a:cxn ang="0">
                    <a:pos x="connsiteX1" y="connsiteY1"/>
                  </a:cxn>
                  <a:cxn ang="0">
                    <a:pos x="connsiteX2" y="connsiteY2"/>
                  </a:cxn>
                </a:cxnLst>
                <a:rect l="l" t="t" r="r" b="b"/>
                <a:pathLst>
                  <a:path w="7372" h="7282">
                    <a:moveTo>
                      <a:pt x="4345" y="2079"/>
                    </a:moveTo>
                    <a:cubicBezTo>
                      <a:pt x="-1049" y="-2596"/>
                      <a:pt x="-1341" y="1570"/>
                      <a:pt x="3025" y="5211"/>
                    </a:cubicBezTo>
                    <a:cubicBezTo>
                      <a:pt x="8432" y="9857"/>
                      <a:pt x="8706" y="5748"/>
                      <a:pt x="4345" y="20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6" name="Freeform: Shape 715">
                <a:extLst>
                  <a:ext uri="{FF2B5EF4-FFF2-40B4-BE49-F238E27FC236}">
                    <a16:creationId xmlns:a16="http://schemas.microsoft.com/office/drawing/2014/main" id="{FEF252FA-BCC7-9063-CC9D-C168A912E1A4}"/>
                  </a:ext>
                </a:extLst>
              </p:cNvPr>
              <p:cNvSpPr/>
              <p:nvPr/>
            </p:nvSpPr>
            <p:spPr>
              <a:xfrm>
                <a:off x="3139043" y="6335206"/>
                <a:ext cx="8437" cy="1970"/>
              </a:xfrm>
              <a:custGeom>
                <a:avLst/>
                <a:gdLst>
                  <a:gd name="connsiteX0" fmla="*/ 4961 w 8437"/>
                  <a:gd name="connsiteY0" fmla="*/ 643 h 1970"/>
                  <a:gd name="connsiteX1" fmla="*/ 0 w 8437"/>
                  <a:gd name="connsiteY1" fmla="*/ 66 h 1970"/>
                  <a:gd name="connsiteX2" fmla="*/ 4961 w 8437"/>
                  <a:gd name="connsiteY2" fmla="*/ 643 h 1970"/>
                </a:gdLst>
                <a:ahLst/>
                <a:cxnLst>
                  <a:cxn ang="0">
                    <a:pos x="connsiteX0" y="connsiteY0"/>
                  </a:cxn>
                  <a:cxn ang="0">
                    <a:pos x="connsiteX1" y="connsiteY1"/>
                  </a:cxn>
                  <a:cxn ang="0">
                    <a:pos x="connsiteX2" y="connsiteY2"/>
                  </a:cxn>
                </a:cxnLst>
                <a:rect l="l" t="t" r="r" b="b"/>
                <a:pathLst>
                  <a:path w="8437" h="1970">
                    <a:moveTo>
                      <a:pt x="4961" y="643"/>
                    </a:moveTo>
                    <a:cubicBezTo>
                      <a:pt x="2669" y="122"/>
                      <a:pt x="451" y="-129"/>
                      <a:pt x="0" y="66"/>
                    </a:cubicBezTo>
                    <a:cubicBezTo>
                      <a:pt x="114" y="1488"/>
                      <a:pt x="15002" y="3226"/>
                      <a:pt x="4961" y="6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7" name="Freeform: Shape 716">
                <a:extLst>
                  <a:ext uri="{FF2B5EF4-FFF2-40B4-BE49-F238E27FC236}">
                    <a16:creationId xmlns:a16="http://schemas.microsoft.com/office/drawing/2014/main" id="{C1C5CC7E-F93F-A3FC-5B9B-2709FCBF481C}"/>
                  </a:ext>
                </a:extLst>
              </p:cNvPr>
              <p:cNvSpPr/>
              <p:nvPr/>
            </p:nvSpPr>
            <p:spPr>
              <a:xfrm>
                <a:off x="3035796" y="6389668"/>
                <a:ext cx="8836" cy="1700"/>
              </a:xfrm>
              <a:custGeom>
                <a:avLst/>
                <a:gdLst>
                  <a:gd name="connsiteX0" fmla="*/ 5224 w 8836"/>
                  <a:gd name="connsiteY0" fmla="*/ 4 h 1700"/>
                  <a:gd name="connsiteX1" fmla="*/ 0 w 8836"/>
                  <a:gd name="connsiteY1" fmla="*/ 753 h 1700"/>
                  <a:gd name="connsiteX2" fmla="*/ 5224 w 8836"/>
                  <a:gd name="connsiteY2" fmla="*/ 4 h 1700"/>
                </a:gdLst>
                <a:ahLst/>
                <a:cxnLst>
                  <a:cxn ang="0">
                    <a:pos x="connsiteX0" y="connsiteY0"/>
                  </a:cxn>
                  <a:cxn ang="0">
                    <a:pos x="connsiteX1" y="connsiteY1"/>
                  </a:cxn>
                  <a:cxn ang="0">
                    <a:pos x="connsiteX2" y="connsiteY2"/>
                  </a:cxn>
                </a:cxnLst>
                <a:rect l="l" t="t" r="r" b="b"/>
                <a:pathLst>
                  <a:path w="8836" h="1700">
                    <a:moveTo>
                      <a:pt x="5224" y="4"/>
                    </a:moveTo>
                    <a:cubicBezTo>
                      <a:pt x="2829" y="-41"/>
                      <a:pt x="491" y="290"/>
                      <a:pt x="0" y="753"/>
                    </a:cubicBezTo>
                    <a:cubicBezTo>
                      <a:pt x="103" y="2982"/>
                      <a:pt x="15688" y="667"/>
                      <a:pt x="52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8" name="Freeform: Shape 717">
                <a:extLst>
                  <a:ext uri="{FF2B5EF4-FFF2-40B4-BE49-F238E27FC236}">
                    <a16:creationId xmlns:a16="http://schemas.microsoft.com/office/drawing/2014/main" id="{C6DC88AC-6FB7-B325-4D71-B0CC959FFF96}"/>
                  </a:ext>
                </a:extLst>
              </p:cNvPr>
              <p:cNvSpPr/>
              <p:nvPr/>
            </p:nvSpPr>
            <p:spPr>
              <a:xfrm>
                <a:off x="2979818" y="6431764"/>
                <a:ext cx="9038" cy="1119"/>
              </a:xfrm>
              <a:custGeom>
                <a:avLst/>
                <a:gdLst>
                  <a:gd name="connsiteX0" fmla="*/ 5412 w 9038"/>
                  <a:gd name="connsiteY0" fmla="*/ 520 h 1119"/>
                  <a:gd name="connsiteX1" fmla="*/ 0 w 9038"/>
                  <a:gd name="connsiteY1" fmla="*/ 1120 h 1119"/>
                  <a:gd name="connsiteX2" fmla="*/ 5412 w 9038"/>
                  <a:gd name="connsiteY2" fmla="*/ 520 h 1119"/>
                </a:gdLst>
                <a:ahLst/>
                <a:cxnLst>
                  <a:cxn ang="0">
                    <a:pos x="connsiteX0" y="connsiteY0"/>
                  </a:cxn>
                  <a:cxn ang="0">
                    <a:pos x="connsiteX1" y="connsiteY1"/>
                  </a:cxn>
                  <a:cxn ang="0">
                    <a:pos x="connsiteX2" y="connsiteY2"/>
                  </a:cxn>
                </a:cxnLst>
                <a:rect l="l" t="t" r="r" b="b"/>
                <a:pathLst>
                  <a:path w="9038" h="1119">
                    <a:moveTo>
                      <a:pt x="5412" y="520"/>
                    </a:moveTo>
                    <a:cubicBezTo>
                      <a:pt x="2955" y="817"/>
                      <a:pt x="531" y="1091"/>
                      <a:pt x="0" y="1120"/>
                    </a:cubicBezTo>
                    <a:cubicBezTo>
                      <a:pt x="274" y="857"/>
                      <a:pt x="15922" y="-835"/>
                      <a:pt x="5412" y="5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19" name="Freeform: Shape 718">
                <a:extLst>
                  <a:ext uri="{FF2B5EF4-FFF2-40B4-BE49-F238E27FC236}">
                    <a16:creationId xmlns:a16="http://schemas.microsoft.com/office/drawing/2014/main" id="{FF2015BF-3FD2-274F-9496-75EBAB2EA082}"/>
                  </a:ext>
                </a:extLst>
              </p:cNvPr>
              <p:cNvSpPr/>
              <p:nvPr/>
            </p:nvSpPr>
            <p:spPr>
              <a:xfrm>
                <a:off x="3186969" y="6302992"/>
                <a:ext cx="8267" cy="2928"/>
              </a:xfrm>
              <a:custGeom>
                <a:avLst/>
                <a:gdLst>
                  <a:gd name="connsiteX0" fmla="*/ 4824 w 8267"/>
                  <a:gd name="connsiteY0" fmla="*/ 726 h 2928"/>
                  <a:gd name="connsiteX1" fmla="*/ 0 w 8267"/>
                  <a:gd name="connsiteY1" fmla="*/ 212 h 2928"/>
                  <a:gd name="connsiteX2" fmla="*/ 4824 w 8267"/>
                  <a:gd name="connsiteY2" fmla="*/ 726 h 2928"/>
                </a:gdLst>
                <a:ahLst/>
                <a:cxnLst>
                  <a:cxn ang="0">
                    <a:pos x="connsiteX0" y="connsiteY0"/>
                  </a:cxn>
                  <a:cxn ang="0">
                    <a:pos x="connsiteX1" y="connsiteY1"/>
                  </a:cxn>
                  <a:cxn ang="0">
                    <a:pos x="connsiteX2" y="connsiteY2"/>
                  </a:cxn>
                </a:cxnLst>
                <a:rect l="l" t="t" r="r" b="b"/>
                <a:pathLst>
                  <a:path w="8267" h="2928">
                    <a:moveTo>
                      <a:pt x="4824" y="726"/>
                    </a:moveTo>
                    <a:cubicBezTo>
                      <a:pt x="2584" y="18"/>
                      <a:pt x="423" y="-211"/>
                      <a:pt x="0" y="212"/>
                    </a:cubicBezTo>
                    <a:cubicBezTo>
                      <a:pt x="-91" y="2761"/>
                      <a:pt x="14802" y="4539"/>
                      <a:pt x="4824" y="7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0" name="Freeform: Shape 719">
                <a:extLst>
                  <a:ext uri="{FF2B5EF4-FFF2-40B4-BE49-F238E27FC236}">
                    <a16:creationId xmlns:a16="http://schemas.microsoft.com/office/drawing/2014/main" id="{A627E4A0-B0F3-995F-9AEB-E3E3D7B8F116}"/>
                  </a:ext>
                </a:extLst>
              </p:cNvPr>
              <p:cNvSpPr/>
              <p:nvPr/>
            </p:nvSpPr>
            <p:spPr>
              <a:xfrm>
                <a:off x="3088488" y="6355518"/>
                <a:ext cx="8621" cy="1158"/>
              </a:xfrm>
              <a:custGeom>
                <a:avLst/>
                <a:gdLst>
                  <a:gd name="connsiteX0" fmla="*/ 5092 w 8621"/>
                  <a:gd name="connsiteY0" fmla="*/ 219 h 1158"/>
                  <a:gd name="connsiteX1" fmla="*/ 0 w 8621"/>
                  <a:gd name="connsiteY1" fmla="*/ 138 h 1158"/>
                  <a:gd name="connsiteX2" fmla="*/ 5092 w 8621"/>
                  <a:gd name="connsiteY2" fmla="*/ 219 h 1158"/>
                </a:gdLst>
                <a:ahLst/>
                <a:cxnLst>
                  <a:cxn ang="0">
                    <a:pos x="connsiteX0" y="connsiteY0"/>
                  </a:cxn>
                  <a:cxn ang="0">
                    <a:pos x="connsiteX1" y="connsiteY1"/>
                  </a:cxn>
                  <a:cxn ang="0">
                    <a:pos x="connsiteX2" y="connsiteY2"/>
                  </a:cxn>
                </a:cxnLst>
                <a:rect l="l" t="t" r="r" b="b"/>
                <a:pathLst>
                  <a:path w="8621" h="1158">
                    <a:moveTo>
                      <a:pt x="5092" y="219"/>
                    </a:moveTo>
                    <a:cubicBezTo>
                      <a:pt x="2755" y="-39"/>
                      <a:pt x="469" y="-73"/>
                      <a:pt x="0" y="138"/>
                    </a:cubicBezTo>
                    <a:cubicBezTo>
                      <a:pt x="171" y="1384"/>
                      <a:pt x="15288" y="1579"/>
                      <a:pt x="5092" y="2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1" name="Freeform: Shape 720">
                <a:extLst>
                  <a:ext uri="{FF2B5EF4-FFF2-40B4-BE49-F238E27FC236}">
                    <a16:creationId xmlns:a16="http://schemas.microsoft.com/office/drawing/2014/main" id="{73755B85-F073-7A34-D899-55E42B82271D}"/>
                  </a:ext>
                </a:extLst>
              </p:cNvPr>
              <p:cNvSpPr/>
              <p:nvPr/>
            </p:nvSpPr>
            <p:spPr>
              <a:xfrm>
                <a:off x="2919839" y="6425823"/>
                <a:ext cx="9308" cy="4049"/>
              </a:xfrm>
              <a:custGeom>
                <a:avLst/>
                <a:gdLst>
                  <a:gd name="connsiteX0" fmla="*/ 5578 w 9308"/>
                  <a:gd name="connsiteY0" fmla="*/ 1826 h 4049"/>
                  <a:gd name="connsiteX1" fmla="*/ 0 w 9308"/>
                  <a:gd name="connsiteY1" fmla="*/ 4049 h 4049"/>
                  <a:gd name="connsiteX2" fmla="*/ 5578 w 9308"/>
                  <a:gd name="connsiteY2" fmla="*/ 1826 h 4049"/>
                </a:gdLst>
                <a:ahLst/>
                <a:cxnLst>
                  <a:cxn ang="0">
                    <a:pos x="connsiteX0" y="connsiteY0"/>
                  </a:cxn>
                  <a:cxn ang="0">
                    <a:pos x="connsiteX1" y="connsiteY1"/>
                  </a:cxn>
                  <a:cxn ang="0">
                    <a:pos x="connsiteX2" y="connsiteY2"/>
                  </a:cxn>
                </a:cxnLst>
                <a:rect l="l" t="t" r="r" b="b"/>
                <a:pathLst>
                  <a:path w="9308" h="4049">
                    <a:moveTo>
                      <a:pt x="5578" y="1826"/>
                    </a:moveTo>
                    <a:cubicBezTo>
                      <a:pt x="3058" y="2923"/>
                      <a:pt x="560" y="3906"/>
                      <a:pt x="0" y="4049"/>
                    </a:cubicBezTo>
                    <a:cubicBezTo>
                      <a:pt x="132" y="3466"/>
                      <a:pt x="16442" y="-3112"/>
                      <a:pt x="5578" y="18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2" name="Freeform: Shape 721">
                <a:extLst>
                  <a:ext uri="{FF2B5EF4-FFF2-40B4-BE49-F238E27FC236}">
                    <a16:creationId xmlns:a16="http://schemas.microsoft.com/office/drawing/2014/main" id="{36F3E8E4-3301-9830-8AE5-4F5605F56D1B}"/>
                  </a:ext>
                </a:extLst>
              </p:cNvPr>
              <p:cNvSpPr/>
              <p:nvPr/>
            </p:nvSpPr>
            <p:spPr>
              <a:xfrm>
                <a:off x="1882297" y="7526055"/>
                <a:ext cx="13081" cy="5228"/>
              </a:xfrm>
              <a:custGeom>
                <a:avLst/>
                <a:gdLst>
                  <a:gd name="connsiteX0" fmla="*/ 8556 w 13081"/>
                  <a:gd name="connsiteY0" fmla="*/ 91 h 5228"/>
                  <a:gd name="connsiteX1" fmla="*/ 4521 w 13081"/>
                  <a:gd name="connsiteY1" fmla="*/ 5137 h 5228"/>
                  <a:gd name="connsiteX2" fmla="*/ 8556 w 13081"/>
                  <a:gd name="connsiteY2" fmla="*/ 91 h 5228"/>
                </a:gdLst>
                <a:ahLst/>
                <a:cxnLst>
                  <a:cxn ang="0">
                    <a:pos x="connsiteX0" y="connsiteY0"/>
                  </a:cxn>
                  <a:cxn ang="0">
                    <a:pos x="connsiteX1" y="connsiteY1"/>
                  </a:cxn>
                  <a:cxn ang="0">
                    <a:pos x="connsiteX2" y="connsiteY2"/>
                  </a:cxn>
                </a:cxnLst>
                <a:rect l="l" t="t" r="r" b="b"/>
                <a:pathLst>
                  <a:path w="13081" h="5228">
                    <a:moveTo>
                      <a:pt x="8556" y="91"/>
                    </a:moveTo>
                    <a:cubicBezTo>
                      <a:pt x="3464" y="-772"/>
                      <a:pt x="-5457" y="4800"/>
                      <a:pt x="4521" y="5137"/>
                    </a:cubicBezTo>
                    <a:cubicBezTo>
                      <a:pt x="9613" y="6006"/>
                      <a:pt x="18546" y="428"/>
                      <a:pt x="8556" y="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3" name="Freeform: Shape 722">
                <a:extLst>
                  <a:ext uri="{FF2B5EF4-FFF2-40B4-BE49-F238E27FC236}">
                    <a16:creationId xmlns:a16="http://schemas.microsoft.com/office/drawing/2014/main" id="{77E63C1C-1106-412E-1F3D-D545620062AB}"/>
                  </a:ext>
                </a:extLst>
              </p:cNvPr>
              <p:cNvSpPr/>
              <p:nvPr/>
            </p:nvSpPr>
            <p:spPr>
              <a:xfrm>
                <a:off x="3242222" y="5587464"/>
                <a:ext cx="6827" cy="6631"/>
              </a:xfrm>
              <a:custGeom>
                <a:avLst/>
                <a:gdLst>
                  <a:gd name="connsiteX0" fmla="*/ 3897 w 6827"/>
                  <a:gd name="connsiteY0" fmla="*/ 2326 h 6631"/>
                  <a:gd name="connsiteX1" fmla="*/ 5292 w 6827"/>
                  <a:gd name="connsiteY1" fmla="*/ 6241 h 6631"/>
                  <a:gd name="connsiteX2" fmla="*/ 3897 w 6827"/>
                  <a:gd name="connsiteY2" fmla="*/ 2326 h 6631"/>
                </a:gdLst>
                <a:ahLst/>
                <a:cxnLst>
                  <a:cxn ang="0">
                    <a:pos x="connsiteX0" y="connsiteY0"/>
                  </a:cxn>
                  <a:cxn ang="0">
                    <a:pos x="connsiteX1" y="connsiteY1"/>
                  </a:cxn>
                  <a:cxn ang="0">
                    <a:pos x="connsiteX2" y="connsiteY2"/>
                  </a:cxn>
                </a:cxnLst>
                <a:rect l="l" t="t" r="r" b="b"/>
                <a:pathLst>
                  <a:path w="6827" h="6631">
                    <a:moveTo>
                      <a:pt x="3897" y="2326"/>
                    </a:moveTo>
                    <a:cubicBezTo>
                      <a:pt x="-3567" y="-4069"/>
                      <a:pt x="1280" y="4572"/>
                      <a:pt x="5292" y="6241"/>
                    </a:cubicBezTo>
                    <a:cubicBezTo>
                      <a:pt x="8904" y="8001"/>
                      <a:pt x="5183" y="3303"/>
                      <a:pt x="3897" y="23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4" name="Freeform: Shape 723">
                <a:extLst>
                  <a:ext uri="{FF2B5EF4-FFF2-40B4-BE49-F238E27FC236}">
                    <a16:creationId xmlns:a16="http://schemas.microsoft.com/office/drawing/2014/main" id="{764DB212-8743-4B52-BEDD-27F67EA2C55D}"/>
                  </a:ext>
                </a:extLst>
              </p:cNvPr>
              <p:cNvSpPr/>
              <p:nvPr/>
            </p:nvSpPr>
            <p:spPr>
              <a:xfrm>
                <a:off x="2198669" y="6777624"/>
                <a:ext cx="11094" cy="2888"/>
              </a:xfrm>
              <a:custGeom>
                <a:avLst/>
                <a:gdLst>
                  <a:gd name="connsiteX0" fmla="*/ 6926 w 11094"/>
                  <a:gd name="connsiteY0" fmla="*/ 0 h 2888"/>
                  <a:gd name="connsiteX1" fmla="*/ 17 w 11094"/>
                  <a:gd name="connsiteY1" fmla="*/ 1429 h 2888"/>
                  <a:gd name="connsiteX2" fmla="*/ 6926 w 11094"/>
                  <a:gd name="connsiteY2" fmla="*/ 0 h 2888"/>
                </a:gdLst>
                <a:ahLst/>
                <a:cxnLst>
                  <a:cxn ang="0">
                    <a:pos x="connsiteX0" y="connsiteY0"/>
                  </a:cxn>
                  <a:cxn ang="0">
                    <a:pos x="connsiteX1" y="connsiteY1"/>
                  </a:cxn>
                  <a:cxn ang="0">
                    <a:pos x="connsiteX2" y="connsiteY2"/>
                  </a:cxn>
                </a:cxnLst>
                <a:rect l="l" t="t" r="r" b="b"/>
                <a:pathLst>
                  <a:path w="11094" h="2888">
                    <a:moveTo>
                      <a:pt x="6926" y="0"/>
                    </a:moveTo>
                    <a:cubicBezTo>
                      <a:pt x="3948" y="17"/>
                      <a:pt x="857" y="652"/>
                      <a:pt x="17" y="1429"/>
                    </a:cubicBezTo>
                    <a:cubicBezTo>
                      <a:pt x="-658" y="5137"/>
                      <a:pt x="19573" y="691"/>
                      <a:pt x="692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5" name="Freeform: Shape 724">
                <a:extLst>
                  <a:ext uri="{FF2B5EF4-FFF2-40B4-BE49-F238E27FC236}">
                    <a16:creationId xmlns:a16="http://schemas.microsoft.com/office/drawing/2014/main" id="{91148FD9-FD24-37DC-B0A6-FB8A90E37FC2}"/>
                  </a:ext>
                </a:extLst>
              </p:cNvPr>
              <p:cNvSpPr/>
              <p:nvPr/>
            </p:nvSpPr>
            <p:spPr>
              <a:xfrm>
                <a:off x="2288291" y="6713439"/>
                <a:ext cx="10742" cy="1661"/>
              </a:xfrm>
              <a:custGeom>
                <a:avLst/>
                <a:gdLst>
                  <a:gd name="connsiteX0" fmla="*/ 6675 w 10742"/>
                  <a:gd name="connsiteY0" fmla="*/ 22 h 1661"/>
                  <a:gd name="connsiteX1" fmla="*/ 6 w 10742"/>
                  <a:gd name="connsiteY1" fmla="*/ 1057 h 1661"/>
                  <a:gd name="connsiteX2" fmla="*/ 6675 w 10742"/>
                  <a:gd name="connsiteY2" fmla="*/ 22 h 1661"/>
                </a:gdLst>
                <a:ahLst/>
                <a:cxnLst>
                  <a:cxn ang="0">
                    <a:pos x="connsiteX0" y="connsiteY0"/>
                  </a:cxn>
                  <a:cxn ang="0">
                    <a:pos x="connsiteX1" y="connsiteY1"/>
                  </a:cxn>
                  <a:cxn ang="0">
                    <a:pos x="connsiteX2" y="connsiteY2"/>
                  </a:cxn>
                </a:cxnLst>
                <a:rect l="l" t="t" r="r" b="b"/>
                <a:pathLst>
                  <a:path w="10742" h="1661">
                    <a:moveTo>
                      <a:pt x="6675" y="22"/>
                    </a:moveTo>
                    <a:cubicBezTo>
                      <a:pt x="3783" y="176"/>
                      <a:pt x="800" y="634"/>
                      <a:pt x="6" y="1057"/>
                    </a:cubicBezTo>
                    <a:cubicBezTo>
                      <a:pt x="-377" y="2971"/>
                      <a:pt x="18905" y="-298"/>
                      <a:pt x="6675"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6" name="Freeform: Shape 725">
                <a:extLst>
                  <a:ext uri="{FF2B5EF4-FFF2-40B4-BE49-F238E27FC236}">
                    <a16:creationId xmlns:a16="http://schemas.microsoft.com/office/drawing/2014/main" id="{3F0D0369-807C-E900-A4FC-2423E3A95604}"/>
                  </a:ext>
                </a:extLst>
              </p:cNvPr>
              <p:cNvSpPr/>
              <p:nvPr/>
            </p:nvSpPr>
            <p:spPr>
              <a:xfrm>
                <a:off x="2373169" y="6679290"/>
                <a:ext cx="10487" cy="1573"/>
              </a:xfrm>
              <a:custGeom>
                <a:avLst/>
                <a:gdLst>
                  <a:gd name="connsiteX0" fmla="*/ 6448 w 10487"/>
                  <a:gd name="connsiteY0" fmla="*/ 424 h 1573"/>
                  <a:gd name="connsiteX1" fmla="*/ 1 w 10487"/>
                  <a:gd name="connsiteY1" fmla="*/ 1493 h 1573"/>
                  <a:gd name="connsiteX2" fmla="*/ 6448 w 10487"/>
                  <a:gd name="connsiteY2" fmla="*/ 424 h 1573"/>
                </a:gdLst>
                <a:ahLst/>
                <a:cxnLst>
                  <a:cxn ang="0">
                    <a:pos x="connsiteX0" y="connsiteY0"/>
                  </a:cxn>
                  <a:cxn ang="0">
                    <a:pos x="connsiteX1" y="connsiteY1"/>
                  </a:cxn>
                  <a:cxn ang="0">
                    <a:pos x="connsiteX2" y="connsiteY2"/>
                  </a:cxn>
                </a:cxnLst>
                <a:rect l="l" t="t" r="r" b="b"/>
                <a:pathLst>
                  <a:path w="10487" h="1573">
                    <a:moveTo>
                      <a:pt x="6448" y="424"/>
                    </a:moveTo>
                    <a:cubicBezTo>
                      <a:pt x="3636" y="801"/>
                      <a:pt x="756" y="1276"/>
                      <a:pt x="1" y="1493"/>
                    </a:cubicBezTo>
                    <a:cubicBezTo>
                      <a:pt x="-176" y="2116"/>
                      <a:pt x="18466" y="-1125"/>
                      <a:pt x="6448" y="42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7" name="Freeform: Shape 726">
                <a:extLst>
                  <a:ext uri="{FF2B5EF4-FFF2-40B4-BE49-F238E27FC236}">
                    <a16:creationId xmlns:a16="http://schemas.microsoft.com/office/drawing/2014/main" id="{64E8FFE5-9B45-8AAD-DA3D-148FD90F5C74}"/>
                  </a:ext>
                </a:extLst>
              </p:cNvPr>
              <p:cNvSpPr/>
              <p:nvPr/>
            </p:nvSpPr>
            <p:spPr>
              <a:xfrm>
                <a:off x="2529470" y="6638549"/>
                <a:ext cx="9809" cy="3217"/>
              </a:xfrm>
              <a:custGeom>
                <a:avLst/>
                <a:gdLst>
                  <a:gd name="connsiteX0" fmla="*/ 6041 w 9809"/>
                  <a:gd name="connsiteY0" fmla="*/ 1212 h 3217"/>
                  <a:gd name="connsiteX1" fmla="*/ 0 w 9809"/>
                  <a:gd name="connsiteY1" fmla="*/ 3217 h 3217"/>
                  <a:gd name="connsiteX2" fmla="*/ 6041 w 9809"/>
                  <a:gd name="connsiteY2" fmla="*/ 1212 h 3217"/>
                </a:gdLst>
                <a:ahLst/>
                <a:cxnLst>
                  <a:cxn ang="0">
                    <a:pos x="connsiteX0" y="connsiteY0"/>
                  </a:cxn>
                  <a:cxn ang="0">
                    <a:pos x="connsiteX1" y="connsiteY1"/>
                  </a:cxn>
                  <a:cxn ang="0">
                    <a:pos x="connsiteX2" y="connsiteY2"/>
                  </a:cxn>
                </a:cxnLst>
                <a:rect l="l" t="t" r="r" b="b"/>
                <a:pathLst>
                  <a:path w="9809" h="3217">
                    <a:moveTo>
                      <a:pt x="6041" y="1212"/>
                    </a:moveTo>
                    <a:cubicBezTo>
                      <a:pt x="3378" y="2086"/>
                      <a:pt x="674" y="2984"/>
                      <a:pt x="0" y="3217"/>
                    </a:cubicBezTo>
                    <a:cubicBezTo>
                      <a:pt x="417" y="3195"/>
                      <a:pt x="17071" y="-2394"/>
                      <a:pt x="6041" y="121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8" name="Freeform: Shape 727">
                <a:extLst>
                  <a:ext uri="{FF2B5EF4-FFF2-40B4-BE49-F238E27FC236}">
                    <a16:creationId xmlns:a16="http://schemas.microsoft.com/office/drawing/2014/main" id="{68F96BFB-5D9F-A183-F173-C63F910B4768}"/>
                  </a:ext>
                </a:extLst>
              </p:cNvPr>
              <p:cNvSpPr/>
              <p:nvPr/>
            </p:nvSpPr>
            <p:spPr>
              <a:xfrm>
                <a:off x="2453485" y="6659514"/>
                <a:ext cx="10258" cy="2370"/>
              </a:xfrm>
              <a:custGeom>
                <a:avLst/>
                <a:gdLst>
                  <a:gd name="connsiteX0" fmla="*/ 6251 w 10258"/>
                  <a:gd name="connsiteY0" fmla="*/ 941 h 2370"/>
                  <a:gd name="connsiteX1" fmla="*/ 10 w 10258"/>
                  <a:gd name="connsiteY1" fmla="*/ 2369 h 2370"/>
                  <a:gd name="connsiteX2" fmla="*/ 6251 w 10258"/>
                  <a:gd name="connsiteY2" fmla="*/ 941 h 2370"/>
                </a:gdLst>
                <a:ahLst/>
                <a:cxnLst>
                  <a:cxn ang="0">
                    <a:pos x="connsiteX0" y="connsiteY0"/>
                  </a:cxn>
                  <a:cxn ang="0">
                    <a:pos x="connsiteX1" y="connsiteY1"/>
                  </a:cxn>
                  <a:cxn ang="0">
                    <a:pos x="connsiteX2" y="connsiteY2"/>
                  </a:cxn>
                </a:cxnLst>
                <a:rect l="l" t="t" r="r" b="b"/>
                <a:pathLst>
                  <a:path w="10258" h="2370">
                    <a:moveTo>
                      <a:pt x="6251" y="941"/>
                    </a:moveTo>
                    <a:cubicBezTo>
                      <a:pt x="3513" y="1581"/>
                      <a:pt x="724" y="2215"/>
                      <a:pt x="10" y="2369"/>
                    </a:cubicBezTo>
                    <a:cubicBezTo>
                      <a:pt x="-493" y="2461"/>
                      <a:pt x="18224" y="-1848"/>
                      <a:pt x="6251" y="9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29" name="Freeform: Shape 728">
                <a:extLst>
                  <a:ext uri="{FF2B5EF4-FFF2-40B4-BE49-F238E27FC236}">
                    <a16:creationId xmlns:a16="http://schemas.microsoft.com/office/drawing/2014/main" id="{539BF976-CE73-74FF-4A1F-7F9E5DE9B9BA}"/>
                  </a:ext>
                </a:extLst>
              </p:cNvPr>
              <p:cNvSpPr/>
              <p:nvPr/>
            </p:nvSpPr>
            <p:spPr>
              <a:xfrm>
                <a:off x="1654924" y="7378705"/>
                <a:ext cx="13201" cy="4772"/>
              </a:xfrm>
              <a:custGeom>
                <a:avLst/>
                <a:gdLst>
                  <a:gd name="connsiteX0" fmla="*/ 8707 w 13201"/>
                  <a:gd name="connsiteY0" fmla="*/ 34 h 4772"/>
                  <a:gd name="connsiteX1" fmla="*/ 4500 w 13201"/>
                  <a:gd name="connsiteY1" fmla="*/ 4738 h 4772"/>
                  <a:gd name="connsiteX2" fmla="*/ 8707 w 13201"/>
                  <a:gd name="connsiteY2" fmla="*/ 34 h 4772"/>
                </a:gdLst>
                <a:ahLst/>
                <a:cxnLst>
                  <a:cxn ang="0">
                    <a:pos x="connsiteX0" y="connsiteY0"/>
                  </a:cxn>
                  <a:cxn ang="0">
                    <a:pos x="connsiteX1" y="connsiteY1"/>
                  </a:cxn>
                  <a:cxn ang="0">
                    <a:pos x="connsiteX2" y="connsiteY2"/>
                  </a:cxn>
                </a:cxnLst>
                <a:rect l="l" t="t" r="r" b="b"/>
                <a:pathLst>
                  <a:path w="13201" h="4772">
                    <a:moveTo>
                      <a:pt x="8707" y="34"/>
                    </a:moveTo>
                    <a:cubicBezTo>
                      <a:pt x="3300" y="-440"/>
                      <a:pt x="-5375" y="4149"/>
                      <a:pt x="4500" y="4738"/>
                    </a:cubicBezTo>
                    <a:cubicBezTo>
                      <a:pt x="9907" y="5212"/>
                      <a:pt x="18571" y="617"/>
                      <a:pt x="8707" y="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0" name="Freeform: Shape 729">
                <a:extLst>
                  <a:ext uri="{FF2B5EF4-FFF2-40B4-BE49-F238E27FC236}">
                    <a16:creationId xmlns:a16="http://schemas.microsoft.com/office/drawing/2014/main" id="{844D5025-5F55-EA47-139F-58499DE61168}"/>
                  </a:ext>
                </a:extLst>
              </p:cNvPr>
              <p:cNvSpPr/>
              <p:nvPr/>
            </p:nvSpPr>
            <p:spPr>
              <a:xfrm>
                <a:off x="1778503" y="7241233"/>
                <a:ext cx="12707" cy="4452"/>
              </a:xfrm>
              <a:custGeom>
                <a:avLst/>
                <a:gdLst>
                  <a:gd name="connsiteX0" fmla="*/ 8326 w 12707"/>
                  <a:gd name="connsiteY0" fmla="*/ 32 h 4452"/>
                  <a:gd name="connsiteX1" fmla="*/ 4388 w 12707"/>
                  <a:gd name="connsiteY1" fmla="*/ 4421 h 4452"/>
                  <a:gd name="connsiteX2" fmla="*/ 8326 w 12707"/>
                  <a:gd name="connsiteY2" fmla="*/ 32 h 4452"/>
                </a:gdLst>
                <a:ahLst/>
                <a:cxnLst>
                  <a:cxn ang="0">
                    <a:pos x="connsiteX0" y="connsiteY0"/>
                  </a:cxn>
                  <a:cxn ang="0">
                    <a:pos x="connsiteX1" y="connsiteY1"/>
                  </a:cxn>
                  <a:cxn ang="0">
                    <a:pos x="connsiteX2" y="connsiteY2"/>
                  </a:cxn>
                </a:cxnLst>
                <a:rect l="l" t="t" r="r" b="b"/>
                <a:pathLst>
                  <a:path w="12707" h="4452">
                    <a:moveTo>
                      <a:pt x="8326" y="32"/>
                    </a:moveTo>
                    <a:cubicBezTo>
                      <a:pt x="3051" y="-409"/>
                      <a:pt x="-5145" y="3884"/>
                      <a:pt x="4388" y="4421"/>
                    </a:cubicBezTo>
                    <a:cubicBezTo>
                      <a:pt x="9657" y="4861"/>
                      <a:pt x="17847" y="569"/>
                      <a:pt x="8326"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1" name="Freeform: Shape 730">
                <a:extLst>
                  <a:ext uri="{FF2B5EF4-FFF2-40B4-BE49-F238E27FC236}">
                    <a16:creationId xmlns:a16="http://schemas.microsoft.com/office/drawing/2014/main" id="{BE2956D5-8D9C-12A1-CF4E-21BEFF1DF286}"/>
                  </a:ext>
                </a:extLst>
              </p:cNvPr>
              <p:cNvSpPr/>
              <p:nvPr/>
            </p:nvSpPr>
            <p:spPr>
              <a:xfrm>
                <a:off x="1894161" y="7112864"/>
                <a:ext cx="12258" cy="4162"/>
              </a:xfrm>
              <a:custGeom>
                <a:avLst/>
                <a:gdLst>
                  <a:gd name="connsiteX0" fmla="*/ 7974 w 12258"/>
                  <a:gd name="connsiteY0" fmla="*/ 29 h 4162"/>
                  <a:gd name="connsiteX1" fmla="*/ 4287 w 12258"/>
                  <a:gd name="connsiteY1" fmla="*/ 4133 h 4162"/>
                  <a:gd name="connsiteX2" fmla="*/ 7974 w 12258"/>
                  <a:gd name="connsiteY2" fmla="*/ 29 h 4162"/>
                </a:gdLst>
                <a:ahLst/>
                <a:cxnLst>
                  <a:cxn ang="0">
                    <a:pos x="connsiteX0" y="connsiteY0"/>
                  </a:cxn>
                  <a:cxn ang="0">
                    <a:pos x="connsiteX1" y="connsiteY1"/>
                  </a:cxn>
                  <a:cxn ang="0">
                    <a:pos x="connsiteX2" y="connsiteY2"/>
                  </a:cxn>
                </a:cxnLst>
                <a:rect l="l" t="t" r="r" b="b"/>
                <a:pathLst>
                  <a:path w="12258" h="4162">
                    <a:moveTo>
                      <a:pt x="7974" y="29"/>
                    </a:moveTo>
                    <a:cubicBezTo>
                      <a:pt x="2819" y="-381"/>
                      <a:pt x="-4931" y="3636"/>
                      <a:pt x="4287" y="4133"/>
                    </a:cubicBezTo>
                    <a:cubicBezTo>
                      <a:pt x="9442" y="4545"/>
                      <a:pt x="17186" y="521"/>
                      <a:pt x="797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2" name="Freeform: Shape 731">
                <a:extLst>
                  <a:ext uri="{FF2B5EF4-FFF2-40B4-BE49-F238E27FC236}">
                    <a16:creationId xmlns:a16="http://schemas.microsoft.com/office/drawing/2014/main" id="{8DEBE717-2124-44DC-1E69-6E073B153777}"/>
                  </a:ext>
                </a:extLst>
              </p:cNvPr>
              <p:cNvSpPr/>
              <p:nvPr/>
            </p:nvSpPr>
            <p:spPr>
              <a:xfrm>
                <a:off x="2002538" y="6992794"/>
                <a:ext cx="11869" cy="3920"/>
              </a:xfrm>
              <a:custGeom>
                <a:avLst/>
                <a:gdLst>
                  <a:gd name="connsiteX0" fmla="*/ 7501 w 11869"/>
                  <a:gd name="connsiteY0" fmla="*/ 0 h 3920"/>
                  <a:gd name="connsiteX1" fmla="*/ 37 w 11869"/>
                  <a:gd name="connsiteY1" fmla="*/ 1920 h 3920"/>
                  <a:gd name="connsiteX2" fmla="*/ 7501 w 11869"/>
                  <a:gd name="connsiteY2" fmla="*/ 0 h 3920"/>
                </a:gdLst>
                <a:ahLst/>
                <a:cxnLst>
                  <a:cxn ang="0">
                    <a:pos x="connsiteX0" y="connsiteY0"/>
                  </a:cxn>
                  <a:cxn ang="0">
                    <a:pos x="connsiteX1" y="connsiteY1"/>
                  </a:cxn>
                  <a:cxn ang="0">
                    <a:pos x="connsiteX2" y="connsiteY2"/>
                  </a:cxn>
                </a:cxnLst>
                <a:rect l="l" t="t" r="r" b="b"/>
                <a:pathLst>
                  <a:path w="11869" h="3920">
                    <a:moveTo>
                      <a:pt x="7501" y="0"/>
                    </a:moveTo>
                    <a:cubicBezTo>
                      <a:pt x="4329" y="0"/>
                      <a:pt x="992" y="857"/>
                      <a:pt x="37" y="1920"/>
                    </a:cubicBezTo>
                    <a:cubicBezTo>
                      <a:pt x="-1020" y="6938"/>
                      <a:pt x="20943" y="1062"/>
                      <a:pt x="750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3" name="Freeform: Shape 732">
                <a:extLst>
                  <a:ext uri="{FF2B5EF4-FFF2-40B4-BE49-F238E27FC236}">
                    <a16:creationId xmlns:a16="http://schemas.microsoft.com/office/drawing/2014/main" id="{446B160C-CDFD-AE0F-8424-EDCF8C56631C}"/>
                  </a:ext>
                </a:extLst>
              </p:cNvPr>
              <p:cNvSpPr/>
              <p:nvPr/>
            </p:nvSpPr>
            <p:spPr>
              <a:xfrm>
                <a:off x="2103682" y="6880109"/>
                <a:ext cx="11433" cy="3661"/>
              </a:xfrm>
              <a:custGeom>
                <a:avLst/>
                <a:gdLst>
                  <a:gd name="connsiteX0" fmla="*/ 7336 w 11433"/>
                  <a:gd name="connsiteY0" fmla="*/ 25 h 3661"/>
                  <a:gd name="connsiteX1" fmla="*/ 4107 w 11433"/>
                  <a:gd name="connsiteY1" fmla="*/ 3636 h 3661"/>
                  <a:gd name="connsiteX2" fmla="*/ 7336 w 11433"/>
                  <a:gd name="connsiteY2" fmla="*/ 25 h 3661"/>
                </a:gdLst>
                <a:ahLst/>
                <a:cxnLst>
                  <a:cxn ang="0">
                    <a:pos x="connsiteX0" y="connsiteY0"/>
                  </a:cxn>
                  <a:cxn ang="0">
                    <a:pos x="connsiteX1" y="connsiteY1"/>
                  </a:cxn>
                  <a:cxn ang="0">
                    <a:pos x="connsiteX2" y="connsiteY2"/>
                  </a:cxn>
                </a:cxnLst>
                <a:rect l="l" t="t" r="r" b="b"/>
                <a:pathLst>
                  <a:path w="11433" h="3661">
                    <a:moveTo>
                      <a:pt x="7336" y="25"/>
                    </a:moveTo>
                    <a:cubicBezTo>
                      <a:pt x="2387" y="-330"/>
                      <a:pt x="-4534" y="3219"/>
                      <a:pt x="4107" y="3636"/>
                    </a:cubicBezTo>
                    <a:cubicBezTo>
                      <a:pt x="9050" y="3991"/>
                      <a:pt x="15960" y="442"/>
                      <a:pt x="7336"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4" name="Freeform: Shape 733">
                <a:extLst>
                  <a:ext uri="{FF2B5EF4-FFF2-40B4-BE49-F238E27FC236}">
                    <a16:creationId xmlns:a16="http://schemas.microsoft.com/office/drawing/2014/main" id="{7A27444B-39B1-1EF1-F092-BCE00F089040}"/>
                  </a:ext>
                </a:extLst>
              </p:cNvPr>
              <p:cNvSpPr/>
              <p:nvPr/>
            </p:nvSpPr>
            <p:spPr>
              <a:xfrm>
                <a:off x="2911865" y="6287480"/>
                <a:ext cx="8483" cy="2061"/>
              </a:xfrm>
              <a:custGeom>
                <a:avLst/>
                <a:gdLst>
                  <a:gd name="connsiteX0" fmla="*/ 5059 w 8483"/>
                  <a:gd name="connsiteY0" fmla="*/ 317 h 2061"/>
                  <a:gd name="connsiteX1" fmla="*/ 1 w 8483"/>
                  <a:gd name="connsiteY1" fmla="*/ 305 h 2061"/>
                  <a:gd name="connsiteX2" fmla="*/ 5059 w 8483"/>
                  <a:gd name="connsiteY2" fmla="*/ 317 h 2061"/>
                </a:gdLst>
                <a:ahLst/>
                <a:cxnLst>
                  <a:cxn ang="0">
                    <a:pos x="connsiteX0" y="connsiteY0"/>
                  </a:cxn>
                  <a:cxn ang="0">
                    <a:pos x="connsiteX1" y="connsiteY1"/>
                  </a:cxn>
                  <a:cxn ang="0">
                    <a:pos x="connsiteX2" y="connsiteY2"/>
                  </a:cxn>
                </a:cxnLst>
                <a:rect l="l" t="t" r="r" b="b"/>
                <a:pathLst>
                  <a:path w="8483" h="2061">
                    <a:moveTo>
                      <a:pt x="5059" y="317"/>
                    </a:moveTo>
                    <a:cubicBezTo>
                      <a:pt x="2761" y="-100"/>
                      <a:pt x="498" y="-107"/>
                      <a:pt x="1" y="305"/>
                    </a:cubicBezTo>
                    <a:cubicBezTo>
                      <a:pt x="-136" y="2608"/>
                      <a:pt x="15094" y="2682"/>
                      <a:pt x="5059" y="3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5" name="Freeform: Shape 734">
                <a:extLst>
                  <a:ext uri="{FF2B5EF4-FFF2-40B4-BE49-F238E27FC236}">
                    <a16:creationId xmlns:a16="http://schemas.microsoft.com/office/drawing/2014/main" id="{31BC74BA-9A8C-9992-AB02-F7504F8D4ABA}"/>
                  </a:ext>
                </a:extLst>
              </p:cNvPr>
              <p:cNvSpPr/>
              <p:nvPr/>
            </p:nvSpPr>
            <p:spPr>
              <a:xfrm>
                <a:off x="3157184" y="5781514"/>
                <a:ext cx="7406" cy="6798"/>
              </a:xfrm>
              <a:custGeom>
                <a:avLst/>
                <a:gdLst>
                  <a:gd name="connsiteX0" fmla="*/ 4433 w 7406"/>
                  <a:gd name="connsiteY0" fmla="*/ 1300 h 6798"/>
                  <a:gd name="connsiteX1" fmla="*/ 2976 w 7406"/>
                  <a:gd name="connsiteY1" fmla="*/ 5495 h 6798"/>
                  <a:gd name="connsiteX2" fmla="*/ 4433 w 7406"/>
                  <a:gd name="connsiteY2" fmla="*/ 1300 h 6798"/>
                </a:gdLst>
                <a:ahLst/>
                <a:cxnLst>
                  <a:cxn ang="0">
                    <a:pos x="connsiteX0" y="connsiteY0"/>
                  </a:cxn>
                  <a:cxn ang="0">
                    <a:pos x="connsiteX1" y="connsiteY1"/>
                  </a:cxn>
                  <a:cxn ang="0">
                    <a:pos x="connsiteX2" y="connsiteY2"/>
                  </a:cxn>
                </a:cxnLst>
                <a:rect l="l" t="t" r="r" b="b"/>
                <a:pathLst>
                  <a:path w="7406" h="6798">
                    <a:moveTo>
                      <a:pt x="4433" y="1300"/>
                    </a:moveTo>
                    <a:cubicBezTo>
                      <a:pt x="-1019" y="-2398"/>
                      <a:pt x="-1368" y="2683"/>
                      <a:pt x="2976" y="5495"/>
                    </a:cubicBezTo>
                    <a:cubicBezTo>
                      <a:pt x="8439" y="9192"/>
                      <a:pt x="8759" y="4140"/>
                      <a:pt x="4433" y="130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6" name="Freeform: Shape 735">
                <a:extLst>
                  <a:ext uri="{FF2B5EF4-FFF2-40B4-BE49-F238E27FC236}">
                    <a16:creationId xmlns:a16="http://schemas.microsoft.com/office/drawing/2014/main" id="{0ED11B1B-30D6-0156-910B-15638AB701DA}"/>
                  </a:ext>
                </a:extLst>
              </p:cNvPr>
              <p:cNvSpPr/>
              <p:nvPr/>
            </p:nvSpPr>
            <p:spPr>
              <a:xfrm>
                <a:off x="3111943" y="5914719"/>
                <a:ext cx="7693" cy="6252"/>
              </a:xfrm>
              <a:custGeom>
                <a:avLst/>
                <a:gdLst>
                  <a:gd name="connsiteX0" fmla="*/ 4578 w 7693"/>
                  <a:gd name="connsiteY0" fmla="*/ 831 h 6252"/>
                  <a:gd name="connsiteX1" fmla="*/ 7618 w 7693"/>
                  <a:gd name="connsiteY1" fmla="*/ 5197 h 6252"/>
                  <a:gd name="connsiteX2" fmla="*/ 4578 w 7693"/>
                  <a:gd name="connsiteY2" fmla="*/ 831 h 6252"/>
                </a:gdLst>
                <a:ahLst/>
                <a:cxnLst>
                  <a:cxn ang="0">
                    <a:pos x="connsiteX0" y="connsiteY0"/>
                  </a:cxn>
                  <a:cxn ang="0">
                    <a:pos x="connsiteX1" y="connsiteY1"/>
                  </a:cxn>
                  <a:cxn ang="0">
                    <a:pos x="connsiteX2" y="connsiteY2"/>
                  </a:cxn>
                </a:cxnLst>
                <a:rect l="l" t="t" r="r" b="b"/>
                <a:pathLst>
                  <a:path w="7693" h="6252">
                    <a:moveTo>
                      <a:pt x="4578" y="831"/>
                    </a:moveTo>
                    <a:cubicBezTo>
                      <a:pt x="-5686" y="-3375"/>
                      <a:pt x="4006" y="9998"/>
                      <a:pt x="7618" y="5197"/>
                    </a:cubicBezTo>
                    <a:cubicBezTo>
                      <a:pt x="8035" y="3968"/>
                      <a:pt x="6675" y="2008"/>
                      <a:pt x="4578" y="8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7" name="Freeform: Shape 736">
                <a:extLst>
                  <a:ext uri="{FF2B5EF4-FFF2-40B4-BE49-F238E27FC236}">
                    <a16:creationId xmlns:a16="http://schemas.microsoft.com/office/drawing/2014/main" id="{B391490C-FCC9-9E7F-CD06-BC4DD5254A01}"/>
                  </a:ext>
                </a:extLst>
              </p:cNvPr>
              <p:cNvSpPr/>
              <p:nvPr/>
            </p:nvSpPr>
            <p:spPr>
              <a:xfrm>
                <a:off x="3015755" y="6160894"/>
                <a:ext cx="8125" cy="3865"/>
              </a:xfrm>
              <a:custGeom>
                <a:avLst/>
                <a:gdLst>
                  <a:gd name="connsiteX0" fmla="*/ 4805 w 8125"/>
                  <a:gd name="connsiteY0" fmla="*/ 390 h 3865"/>
                  <a:gd name="connsiteX1" fmla="*/ 10 w 8125"/>
                  <a:gd name="connsiteY1" fmla="*/ 819 h 3865"/>
                  <a:gd name="connsiteX2" fmla="*/ 4805 w 8125"/>
                  <a:gd name="connsiteY2" fmla="*/ 390 h 3865"/>
                </a:gdLst>
                <a:ahLst/>
                <a:cxnLst>
                  <a:cxn ang="0">
                    <a:pos x="connsiteX0" y="connsiteY0"/>
                  </a:cxn>
                  <a:cxn ang="0">
                    <a:pos x="connsiteX1" y="connsiteY1"/>
                  </a:cxn>
                  <a:cxn ang="0">
                    <a:pos x="connsiteX2" y="connsiteY2"/>
                  </a:cxn>
                </a:cxnLst>
                <a:rect l="l" t="t" r="r" b="b"/>
                <a:pathLst>
                  <a:path w="8125" h="3865">
                    <a:moveTo>
                      <a:pt x="4805" y="390"/>
                    </a:moveTo>
                    <a:cubicBezTo>
                      <a:pt x="2610" y="-268"/>
                      <a:pt x="467" y="-73"/>
                      <a:pt x="10" y="819"/>
                    </a:cubicBezTo>
                    <a:cubicBezTo>
                      <a:pt x="-436" y="5402"/>
                      <a:pt x="14600" y="4448"/>
                      <a:pt x="4805" y="3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8" name="Freeform: Shape 737">
                <a:extLst>
                  <a:ext uri="{FF2B5EF4-FFF2-40B4-BE49-F238E27FC236}">
                    <a16:creationId xmlns:a16="http://schemas.microsoft.com/office/drawing/2014/main" id="{427BD73B-A784-C65E-5E95-DE00B9B617EF}"/>
                  </a:ext>
                </a:extLst>
              </p:cNvPr>
              <p:cNvSpPr/>
              <p:nvPr/>
            </p:nvSpPr>
            <p:spPr>
              <a:xfrm>
                <a:off x="3064838" y="6047286"/>
                <a:ext cx="7747" cy="5282"/>
              </a:xfrm>
              <a:custGeom>
                <a:avLst/>
                <a:gdLst>
                  <a:gd name="connsiteX0" fmla="*/ 4665 w 7747"/>
                  <a:gd name="connsiteY0" fmla="*/ 566 h 5282"/>
                  <a:gd name="connsiteX1" fmla="*/ 3082 w 7747"/>
                  <a:gd name="connsiteY1" fmla="*/ 4716 h 5282"/>
                  <a:gd name="connsiteX2" fmla="*/ 4665 w 7747"/>
                  <a:gd name="connsiteY2" fmla="*/ 566 h 5282"/>
                </a:gdLst>
                <a:ahLst/>
                <a:cxnLst>
                  <a:cxn ang="0">
                    <a:pos x="connsiteX0" y="connsiteY0"/>
                  </a:cxn>
                  <a:cxn ang="0">
                    <a:pos x="connsiteX1" y="connsiteY1"/>
                  </a:cxn>
                  <a:cxn ang="0">
                    <a:pos x="connsiteX2" y="connsiteY2"/>
                  </a:cxn>
                </a:cxnLst>
                <a:rect l="l" t="t" r="r" b="b"/>
                <a:pathLst>
                  <a:path w="7747" h="5282">
                    <a:moveTo>
                      <a:pt x="4665" y="566"/>
                    </a:moveTo>
                    <a:cubicBezTo>
                      <a:pt x="-404" y="-1536"/>
                      <a:pt x="-1941" y="2750"/>
                      <a:pt x="3082" y="4716"/>
                    </a:cubicBezTo>
                    <a:cubicBezTo>
                      <a:pt x="8174" y="6813"/>
                      <a:pt x="9672" y="2561"/>
                      <a:pt x="4665" y="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39" name="Freeform: Shape 738">
                <a:extLst>
                  <a:ext uri="{FF2B5EF4-FFF2-40B4-BE49-F238E27FC236}">
                    <a16:creationId xmlns:a16="http://schemas.microsoft.com/office/drawing/2014/main" id="{201D7E0D-B9D6-CCCB-ADF6-3588EAB6475C}"/>
                  </a:ext>
                </a:extLst>
              </p:cNvPr>
              <p:cNvSpPr/>
              <p:nvPr/>
            </p:nvSpPr>
            <p:spPr>
              <a:xfrm>
                <a:off x="3200432" y="5666151"/>
                <a:ext cx="7400" cy="7086"/>
              </a:xfrm>
              <a:custGeom>
                <a:avLst/>
                <a:gdLst>
                  <a:gd name="connsiteX0" fmla="*/ 4380 w 7400"/>
                  <a:gd name="connsiteY0" fmla="*/ 1934 h 7086"/>
                  <a:gd name="connsiteX1" fmla="*/ 7334 w 7400"/>
                  <a:gd name="connsiteY1" fmla="*/ 6718 h 7086"/>
                  <a:gd name="connsiteX2" fmla="*/ 4380 w 7400"/>
                  <a:gd name="connsiteY2" fmla="*/ 1934 h 7086"/>
                </a:gdLst>
                <a:ahLst/>
                <a:cxnLst>
                  <a:cxn ang="0">
                    <a:pos x="connsiteX0" y="connsiteY0"/>
                  </a:cxn>
                  <a:cxn ang="0">
                    <a:pos x="connsiteX1" y="connsiteY1"/>
                  </a:cxn>
                  <a:cxn ang="0">
                    <a:pos x="connsiteX2" y="connsiteY2"/>
                  </a:cxn>
                </a:cxnLst>
                <a:rect l="l" t="t" r="r" b="b"/>
                <a:pathLst>
                  <a:path w="7400" h="7086">
                    <a:moveTo>
                      <a:pt x="4380" y="1934"/>
                    </a:moveTo>
                    <a:cubicBezTo>
                      <a:pt x="-5490" y="-5106"/>
                      <a:pt x="3928" y="9552"/>
                      <a:pt x="7334" y="6718"/>
                    </a:cubicBezTo>
                    <a:cubicBezTo>
                      <a:pt x="7717" y="5803"/>
                      <a:pt x="6391" y="3660"/>
                      <a:pt x="4380" y="193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0" name="Freeform: Shape 739">
                <a:extLst>
                  <a:ext uri="{FF2B5EF4-FFF2-40B4-BE49-F238E27FC236}">
                    <a16:creationId xmlns:a16="http://schemas.microsoft.com/office/drawing/2014/main" id="{F6E9DC53-D2E2-66EE-9EB0-7878F3F4E41C}"/>
                  </a:ext>
                </a:extLst>
              </p:cNvPr>
              <p:cNvSpPr/>
              <p:nvPr/>
            </p:nvSpPr>
            <p:spPr>
              <a:xfrm>
                <a:off x="2601273" y="6600484"/>
                <a:ext cx="9581" cy="4023"/>
              </a:xfrm>
              <a:custGeom>
                <a:avLst/>
                <a:gdLst>
                  <a:gd name="connsiteX0" fmla="*/ 5846 w 9581"/>
                  <a:gd name="connsiteY0" fmla="*/ 1220 h 4023"/>
                  <a:gd name="connsiteX1" fmla="*/ 0 w 9581"/>
                  <a:gd name="connsiteY1" fmla="*/ 3935 h 4023"/>
                  <a:gd name="connsiteX2" fmla="*/ 5846 w 9581"/>
                  <a:gd name="connsiteY2" fmla="*/ 1220 h 4023"/>
                </a:gdLst>
                <a:ahLst/>
                <a:cxnLst>
                  <a:cxn ang="0">
                    <a:pos x="connsiteX0" y="connsiteY0"/>
                  </a:cxn>
                  <a:cxn ang="0">
                    <a:pos x="connsiteX1" y="connsiteY1"/>
                  </a:cxn>
                  <a:cxn ang="0">
                    <a:pos x="connsiteX2" y="connsiteY2"/>
                  </a:cxn>
                </a:cxnLst>
                <a:rect l="l" t="t" r="r" b="b"/>
                <a:pathLst>
                  <a:path w="9581" h="4023">
                    <a:moveTo>
                      <a:pt x="5846" y="1220"/>
                    </a:moveTo>
                    <a:cubicBezTo>
                      <a:pt x="3252" y="2254"/>
                      <a:pt x="634" y="3466"/>
                      <a:pt x="0" y="3935"/>
                    </a:cubicBezTo>
                    <a:cubicBezTo>
                      <a:pt x="103" y="4935"/>
                      <a:pt x="16831" y="-2935"/>
                      <a:pt x="5846" y="12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1" name="Freeform: Shape 740">
                <a:extLst>
                  <a:ext uri="{FF2B5EF4-FFF2-40B4-BE49-F238E27FC236}">
                    <a16:creationId xmlns:a16="http://schemas.microsoft.com/office/drawing/2014/main" id="{1D62E5F5-7FE4-B27F-5961-D2C67555E6E0}"/>
                  </a:ext>
                </a:extLst>
              </p:cNvPr>
              <p:cNvSpPr/>
              <p:nvPr/>
            </p:nvSpPr>
            <p:spPr>
              <a:xfrm>
                <a:off x="2856139" y="6332208"/>
                <a:ext cx="8684" cy="1696"/>
              </a:xfrm>
              <a:custGeom>
                <a:avLst/>
                <a:gdLst>
                  <a:gd name="connsiteX0" fmla="*/ 5201 w 8684"/>
                  <a:gd name="connsiteY0" fmla="*/ 80 h 1696"/>
                  <a:gd name="connsiteX1" fmla="*/ 0 w 8684"/>
                  <a:gd name="connsiteY1" fmla="*/ 503 h 1696"/>
                  <a:gd name="connsiteX2" fmla="*/ 5201 w 8684"/>
                  <a:gd name="connsiteY2" fmla="*/ 80 h 1696"/>
                </a:gdLst>
                <a:ahLst/>
                <a:cxnLst>
                  <a:cxn ang="0">
                    <a:pos x="connsiteX0" y="connsiteY0"/>
                  </a:cxn>
                  <a:cxn ang="0">
                    <a:pos x="connsiteX1" y="connsiteY1"/>
                  </a:cxn>
                  <a:cxn ang="0">
                    <a:pos x="connsiteX2" y="connsiteY2"/>
                  </a:cxn>
                </a:cxnLst>
                <a:rect l="l" t="t" r="r" b="b"/>
                <a:pathLst>
                  <a:path w="8684" h="1696">
                    <a:moveTo>
                      <a:pt x="5201" y="80"/>
                    </a:moveTo>
                    <a:cubicBezTo>
                      <a:pt x="2846" y="-120"/>
                      <a:pt x="520" y="68"/>
                      <a:pt x="0" y="503"/>
                    </a:cubicBezTo>
                    <a:cubicBezTo>
                      <a:pt x="-74" y="2715"/>
                      <a:pt x="15408" y="1423"/>
                      <a:pt x="5201" y="8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2" name="Freeform: Shape 741">
                <a:extLst>
                  <a:ext uri="{FF2B5EF4-FFF2-40B4-BE49-F238E27FC236}">
                    <a16:creationId xmlns:a16="http://schemas.microsoft.com/office/drawing/2014/main" id="{E583E3A1-BF39-DC8B-E799-93DA3EC7479C}"/>
                  </a:ext>
                </a:extLst>
              </p:cNvPr>
              <p:cNvSpPr/>
              <p:nvPr/>
            </p:nvSpPr>
            <p:spPr>
              <a:xfrm>
                <a:off x="2964875" y="6237427"/>
                <a:ext cx="8136" cy="2824"/>
              </a:xfrm>
              <a:custGeom>
                <a:avLst/>
                <a:gdLst>
                  <a:gd name="connsiteX0" fmla="*/ 4919 w 8136"/>
                  <a:gd name="connsiteY0" fmla="*/ 467 h 2824"/>
                  <a:gd name="connsiteX1" fmla="*/ 3216 w 8136"/>
                  <a:gd name="connsiteY1" fmla="*/ 2352 h 2824"/>
                  <a:gd name="connsiteX2" fmla="*/ 4919 w 8136"/>
                  <a:gd name="connsiteY2" fmla="*/ 467 h 2824"/>
                </a:gdLst>
                <a:ahLst/>
                <a:cxnLst>
                  <a:cxn ang="0">
                    <a:pos x="connsiteX0" y="connsiteY0"/>
                  </a:cxn>
                  <a:cxn ang="0">
                    <a:pos x="connsiteX1" y="connsiteY1"/>
                  </a:cxn>
                  <a:cxn ang="0">
                    <a:pos x="connsiteX2" y="connsiteY2"/>
                  </a:cxn>
                </a:cxnLst>
                <a:rect l="l" t="t" r="r" b="b"/>
                <a:pathLst>
                  <a:path w="8136" h="2824">
                    <a:moveTo>
                      <a:pt x="4919" y="467"/>
                    </a:moveTo>
                    <a:cubicBezTo>
                      <a:pt x="570" y="-796"/>
                      <a:pt x="-2711" y="730"/>
                      <a:pt x="3216" y="2352"/>
                    </a:cubicBezTo>
                    <a:cubicBezTo>
                      <a:pt x="7582" y="3621"/>
                      <a:pt x="10839" y="2107"/>
                      <a:pt x="4919" y="46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3" name="Freeform: Shape 742">
                <a:extLst>
                  <a:ext uri="{FF2B5EF4-FFF2-40B4-BE49-F238E27FC236}">
                    <a16:creationId xmlns:a16="http://schemas.microsoft.com/office/drawing/2014/main" id="{D4D383C2-BA04-CAF8-A960-4F96A209E8A5}"/>
                  </a:ext>
                </a:extLst>
              </p:cNvPr>
              <p:cNvSpPr/>
              <p:nvPr/>
            </p:nvSpPr>
            <p:spPr>
              <a:xfrm>
                <a:off x="2735820" y="6459059"/>
                <a:ext cx="9038" cy="2417"/>
              </a:xfrm>
              <a:custGeom>
                <a:avLst/>
                <a:gdLst>
                  <a:gd name="connsiteX0" fmla="*/ 5585 w 9038"/>
                  <a:gd name="connsiteY0" fmla="*/ 39 h 2417"/>
                  <a:gd name="connsiteX1" fmla="*/ 3459 w 9038"/>
                  <a:gd name="connsiteY1" fmla="*/ 2371 h 2417"/>
                  <a:gd name="connsiteX2" fmla="*/ 5585 w 9038"/>
                  <a:gd name="connsiteY2" fmla="*/ 39 h 2417"/>
                </a:gdLst>
                <a:ahLst/>
                <a:cxnLst>
                  <a:cxn ang="0">
                    <a:pos x="connsiteX0" y="connsiteY0"/>
                  </a:cxn>
                  <a:cxn ang="0">
                    <a:pos x="connsiteX1" y="connsiteY1"/>
                  </a:cxn>
                  <a:cxn ang="0">
                    <a:pos x="connsiteX2" y="connsiteY2"/>
                  </a:cxn>
                </a:cxnLst>
                <a:rect l="l" t="t" r="r" b="b"/>
                <a:pathLst>
                  <a:path w="9038" h="2417">
                    <a:moveTo>
                      <a:pt x="5585" y="39"/>
                    </a:moveTo>
                    <a:cubicBezTo>
                      <a:pt x="1544" y="171"/>
                      <a:pt x="-3508" y="2794"/>
                      <a:pt x="3459" y="2371"/>
                    </a:cubicBezTo>
                    <a:cubicBezTo>
                      <a:pt x="7488" y="2183"/>
                      <a:pt x="12546" y="-344"/>
                      <a:pt x="55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4" name="Freeform: Shape 743">
                <a:extLst>
                  <a:ext uri="{FF2B5EF4-FFF2-40B4-BE49-F238E27FC236}">
                    <a16:creationId xmlns:a16="http://schemas.microsoft.com/office/drawing/2014/main" id="{69C87D2F-EB79-B6C0-8874-90D1682DAE83}"/>
                  </a:ext>
                </a:extLst>
              </p:cNvPr>
              <p:cNvSpPr/>
              <p:nvPr/>
            </p:nvSpPr>
            <p:spPr>
              <a:xfrm>
                <a:off x="2797874" y="6385831"/>
                <a:ext cx="8902" cy="2133"/>
              </a:xfrm>
              <a:custGeom>
                <a:avLst/>
                <a:gdLst>
                  <a:gd name="connsiteX0" fmla="*/ 5344 w 8902"/>
                  <a:gd name="connsiteY0" fmla="*/ 1 h 2133"/>
                  <a:gd name="connsiteX1" fmla="*/ 0 w 8902"/>
                  <a:gd name="connsiteY1" fmla="*/ 996 h 2133"/>
                  <a:gd name="connsiteX2" fmla="*/ 5344 w 8902"/>
                  <a:gd name="connsiteY2" fmla="*/ 1 h 2133"/>
                </a:gdLst>
                <a:ahLst/>
                <a:cxnLst>
                  <a:cxn ang="0">
                    <a:pos x="connsiteX0" y="connsiteY0"/>
                  </a:cxn>
                  <a:cxn ang="0">
                    <a:pos x="connsiteX1" y="connsiteY1"/>
                  </a:cxn>
                  <a:cxn ang="0">
                    <a:pos x="connsiteX2" y="connsiteY2"/>
                  </a:cxn>
                </a:cxnLst>
                <a:rect l="l" t="t" r="r" b="b"/>
                <a:pathLst>
                  <a:path w="8902" h="2133">
                    <a:moveTo>
                      <a:pt x="5344" y="1"/>
                    </a:moveTo>
                    <a:cubicBezTo>
                      <a:pt x="2932" y="-27"/>
                      <a:pt x="538" y="418"/>
                      <a:pt x="0" y="996"/>
                    </a:cubicBezTo>
                    <a:cubicBezTo>
                      <a:pt x="-102" y="3756"/>
                      <a:pt x="15791" y="716"/>
                      <a:pt x="5344"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5" name="Freeform: Shape 744">
                <a:extLst>
                  <a:ext uri="{FF2B5EF4-FFF2-40B4-BE49-F238E27FC236}">
                    <a16:creationId xmlns:a16="http://schemas.microsoft.com/office/drawing/2014/main" id="{65F281DA-E1E3-28A7-1B72-F6843B23F03D}"/>
                  </a:ext>
                </a:extLst>
              </p:cNvPr>
              <p:cNvSpPr/>
              <p:nvPr/>
            </p:nvSpPr>
            <p:spPr>
              <a:xfrm>
                <a:off x="2669807" y="6528477"/>
                <a:ext cx="9350" cy="4084"/>
              </a:xfrm>
              <a:custGeom>
                <a:avLst/>
                <a:gdLst>
                  <a:gd name="connsiteX0" fmla="*/ 5692 w 9350"/>
                  <a:gd name="connsiteY0" fmla="*/ 818 h 4084"/>
                  <a:gd name="connsiteX1" fmla="*/ 0 w 9350"/>
                  <a:gd name="connsiteY1" fmla="*/ 3687 h 4084"/>
                  <a:gd name="connsiteX2" fmla="*/ 5692 w 9350"/>
                  <a:gd name="connsiteY2" fmla="*/ 818 h 4084"/>
                </a:gdLst>
                <a:ahLst/>
                <a:cxnLst>
                  <a:cxn ang="0">
                    <a:pos x="connsiteX0" y="connsiteY0"/>
                  </a:cxn>
                  <a:cxn ang="0">
                    <a:pos x="connsiteX1" y="connsiteY1"/>
                  </a:cxn>
                  <a:cxn ang="0">
                    <a:pos x="connsiteX2" y="connsiteY2"/>
                  </a:cxn>
                </a:cxnLst>
                <a:rect l="l" t="t" r="r" b="b"/>
                <a:pathLst>
                  <a:path w="9350" h="4084">
                    <a:moveTo>
                      <a:pt x="5692" y="818"/>
                    </a:moveTo>
                    <a:cubicBezTo>
                      <a:pt x="3166" y="1710"/>
                      <a:pt x="617" y="2990"/>
                      <a:pt x="0" y="3687"/>
                    </a:cubicBezTo>
                    <a:cubicBezTo>
                      <a:pt x="69" y="5991"/>
                      <a:pt x="16448" y="-2610"/>
                      <a:pt x="5692" y="8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6" name="Freeform: Shape 745">
                <a:extLst>
                  <a:ext uri="{FF2B5EF4-FFF2-40B4-BE49-F238E27FC236}">
                    <a16:creationId xmlns:a16="http://schemas.microsoft.com/office/drawing/2014/main" id="{5B86F01E-678F-71EC-5264-78369B09D330}"/>
                  </a:ext>
                </a:extLst>
              </p:cNvPr>
              <p:cNvSpPr/>
              <p:nvPr/>
            </p:nvSpPr>
            <p:spPr>
              <a:xfrm>
                <a:off x="1523091" y="7526146"/>
                <a:ext cx="13351" cy="5198"/>
              </a:xfrm>
              <a:custGeom>
                <a:avLst/>
                <a:gdLst>
                  <a:gd name="connsiteX0" fmla="*/ 8969 w 13351"/>
                  <a:gd name="connsiteY0" fmla="*/ 0 h 5198"/>
                  <a:gd name="connsiteX1" fmla="*/ 482 w 13351"/>
                  <a:gd name="connsiteY1" fmla="*/ 4303 h 5198"/>
                  <a:gd name="connsiteX2" fmla="*/ 8969 w 13351"/>
                  <a:gd name="connsiteY2" fmla="*/ 0 h 5198"/>
                </a:gdLst>
                <a:ahLst/>
                <a:cxnLst>
                  <a:cxn ang="0">
                    <a:pos x="connsiteX0" y="connsiteY0"/>
                  </a:cxn>
                  <a:cxn ang="0">
                    <a:pos x="connsiteX1" y="connsiteY1"/>
                  </a:cxn>
                  <a:cxn ang="0">
                    <a:pos x="connsiteX2" y="connsiteY2"/>
                  </a:cxn>
                </a:cxnLst>
                <a:rect l="l" t="t" r="r" b="b"/>
                <a:pathLst>
                  <a:path w="13351" h="5198">
                    <a:moveTo>
                      <a:pt x="8969" y="0"/>
                    </a:moveTo>
                    <a:cubicBezTo>
                      <a:pt x="6580" y="6"/>
                      <a:pt x="-2124" y="1046"/>
                      <a:pt x="482" y="4303"/>
                    </a:cubicBezTo>
                    <a:cubicBezTo>
                      <a:pt x="4442" y="7504"/>
                      <a:pt x="21170" y="1183"/>
                      <a:pt x="89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7" name="Freeform: Shape 746">
                <a:extLst>
                  <a:ext uri="{FF2B5EF4-FFF2-40B4-BE49-F238E27FC236}">
                    <a16:creationId xmlns:a16="http://schemas.microsoft.com/office/drawing/2014/main" id="{8BFD5614-444B-7308-0ABE-4360F224A723}"/>
                  </a:ext>
                </a:extLst>
              </p:cNvPr>
              <p:cNvSpPr/>
              <p:nvPr/>
            </p:nvSpPr>
            <p:spPr>
              <a:xfrm>
                <a:off x="3046216" y="5469512"/>
                <a:ext cx="6972" cy="2209"/>
              </a:xfrm>
              <a:custGeom>
                <a:avLst/>
                <a:gdLst>
                  <a:gd name="connsiteX0" fmla="*/ 4296 w 6972"/>
                  <a:gd name="connsiteY0" fmla="*/ 274 h 2209"/>
                  <a:gd name="connsiteX1" fmla="*/ 507 w 6972"/>
                  <a:gd name="connsiteY1" fmla="*/ 1206 h 2209"/>
                  <a:gd name="connsiteX2" fmla="*/ 4296 w 6972"/>
                  <a:gd name="connsiteY2" fmla="*/ 274 h 2209"/>
                </a:gdLst>
                <a:ahLst/>
                <a:cxnLst>
                  <a:cxn ang="0">
                    <a:pos x="connsiteX0" y="connsiteY0"/>
                  </a:cxn>
                  <a:cxn ang="0">
                    <a:pos x="connsiteX1" y="connsiteY1"/>
                  </a:cxn>
                  <a:cxn ang="0">
                    <a:pos x="connsiteX2" y="connsiteY2"/>
                  </a:cxn>
                </a:cxnLst>
                <a:rect l="l" t="t" r="r" b="b"/>
                <a:pathLst>
                  <a:path w="6972" h="2209">
                    <a:moveTo>
                      <a:pt x="4296" y="274"/>
                    </a:moveTo>
                    <a:cubicBezTo>
                      <a:pt x="3222" y="-35"/>
                      <a:pt x="-1545" y="-418"/>
                      <a:pt x="507" y="1206"/>
                    </a:cubicBezTo>
                    <a:cubicBezTo>
                      <a:pt x="2810" y="2994"/>
                      <a:pt x="11211" y="2211"/>
                      <a:pt x="4296" y="27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8" name="Freeform: Shape 747">
                <a:extLst>
                  <a:ext uri="{FF2B5EF4-FFF2-40B4-BE49-F238E27FC236}">
                    <a16:creationId xmlns:a16="http://schemas.microsoft.com/office/drawing/2014/main" id="{AC46345A-F196-3C72-2EAA-AB84D64E1D7C}"/>
                  </a:ext>
                </a:extLst>
              </p:cNvPr>
              <p:cNvSpPr/>
              <p:nvPr/>
            </p:nvSpPr>
            <p:spPr>
              <a:xfrm>
                <a:off x="2095035" y="6702624"/>
                <a:ext cx="10414" cy="243"/>
              </a:xfrm>
              <a:custGeom>
                <a:avLst/>
                <a:gdLst>
                  <a:gd name="connsiteX0" fmla="*/ 6696 w 10414"/>
                  <a:gd name="connsiteY0" fmla="*/ 36 h 243"/>
                  <a:gd name="connsiteX1" fmla="*/ 3724 w 10414"/>
                  <a:gd name="connsiteY1" fmla="*/ 219 h 243"/>
                  <a:gd name="connsiteX2" fmla="*/ 6696 w 10414"/>
                  <a:gd name="connsiteY2" fmla="*/ 36 h 243"/>
                </a:gdLst>
                <a:ahLst/>
                <a:cxnLst>
                  <a:cxn ang="0">
                    <a:pos x="connsiteX0" y="connsiteY0"/>
                  </a:cxn>
                  <a:cxn ang="0">
                    <a:pos x="connsiteX1" y="connsiteY1"/>
                  </a:cxn>
                  <a:cxn ang="0">
                    <a:pos x="connsiteX2" y="connsiteY2"/>
                  </a:cxn>
                </a:cxnLst>
                <a:rect l="l" t="t" r="r" b="b"/>
                <a:pathLst>
                  <a:path w="10414" h="243">
                    <a:moveTo>
                      <a:pt x="6696" y="36"/>
                    </a:moveTo>
                    <a:cubicBezTo>
                      <a:pt x="2655" y="88"/>
                      <a:pt x="-4368" y="317"/>
                      <a:pt x="3724" y="219"/>
                    </a:cubicBezTo>
                    <a:cubicBezTo>
                      <a:pt x="7765" y="168"/>
                      <a:pt x="14777" y="-95"/>
                      <a:pt x="6696"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49" name="Freeform: Shape 748">
                <a:extLst>
                  <a:ext uri="{FF2B5EF4-FFF2-40B4-BE49-F238E27FC236}">
                    <a16:creationId xmlns:a16="http://schemas.microsoft.com/office/drawing/2014/main" id="{6F7AD18B-44D6-24C3-7F6A-3E2046CD0FCC}"/>
                  </a:ext>
                </a:extLst>
              </p:cNvPr>
              <p:cNvSpPr/>
              <p:nvPr/>
            </p:nvSpPr>
            <p:spPr>
              <a:xfrm>
                <a:off x="1903791" y="6777262"/>
                <a:ext cx="11139" cy="2854"/>
              </a:xfrm>
              <a:custGeom>
                <a:avLst/>
                <a:gdLst>
                  <a:gd name="connsiteX0" fmla="*/ 7241 w 11139"/>
                  <a:gd name="connsiteY0" fmla="*/ 31 h 2854"/>
                  <a:gd name="connsiteX1" fmla="*/ 3904 w 11139"/>
                  <a:gd name="connsiteY1" fmla="*/ 2825 h 2854"/>
                  <a:gd name="connsiteX2" fmla="*/ 7241 w 11139"/>
                  <a:gd name="connsiteY2" fmla="*/ 31 h 2854"/>
                </a:gdLst>
                <a:ahLst/>
                <a:cxnLst>
                  <a:cxn ang="0">
                    <a:pos x="connsiteX0" y="connsiteY0"/>
                  </a:cxn>
                  <a:cxn ang="0">
                    <a:pos x="connsiteX1" y="connsiteY1"/>
                  </a:cxn>
                  <a:cxn ang="0">
                    <a:pos x="connsiteX2" y="connsiteY2"/>
                  </a:cxn>
                </a:cxnLst>
                <a:rect l="l" t="t" r="r" b="b"/>
                <a:pathLst>
                  <a:path w="11139" h="2854">
                    <a:moveTo>
                      <a:pt x="7241" y="31"/>
                    </a:moveTo>
                    <a:cubicBezTo>
                      <a:pt x="2686" y="-318"/>
                      <a:pt x="-4549" y="2385"/>
                      <a:pt x="3904" y="2825"/>
                    </a:cubicBezTo>
                    <a:cubicBezTo>
                      <a:pt x="8447" y="3163"/>
                      <a:pt x="15688" y="459"/>
                      <a:pt x="7241"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0" name="Freeform: Shape 749">
                <a:extLst>
                  <a:ext uri="{FF2B5EF4-FFF2-40B4-BE49-F238E27FC236}">
                    <a16:creationId xmlns:a16="http://schemas.microsoft.com/office/drawing/2014/main" id="{E40D7925-AE35-6260-3834-344C9AD70350}"/>
                  </a:ext>
                </a:extLst>
              </p:cNvPr>
              <p:cNvSpPr/>
              <p:nvPr/>
            </p:nvSpPr>
            <p:spPr>
              <a:xfrm>
                <a:off x="2265906" y="6698880"/>
                <a:ext cx="9797" cy="976"/>
              </a:xfrm>
              <a:custGeom>
                <a:avLst/>
                <a:gdLst>
                  <a:gd name="connsiteX0" fmla="*/ 6155 w 9797"/>
                  <a:gd name="connsiteY0" fmla="*/ 305 h 976"/>
                  <a:gd name="connsiteX1" fmla="*/ 0 w 9797"/>
                  <a:gd name="connsiteY1" fmla="*/ 963 h 976"/>
                  <a:gd name="connsiteX2" fmla="*/ 6155 w 9797"/>
                  <a:gd name="connsiteY2" fmla="*/ 305 h 976"/>
                </a:gdLst>
                <a:ahLst/>
                <a:cxnLst>
                  <a:cxn ang="0">
                    <a:pos x="connsiteX0" y="connsiteY0"/>
                  </a:cxn>
                  <a:cxn ang="0">
                    <a:pos x="connsiteX1" y="connsiteY1"/>
                  </a:cxn>
                  <a:cxn ang="0">
                    <a:pos x="connsiteX2" y="connsiteY2"/>
                  </a:cxn>
                </a:cxnLst>
                <a:rect l="l" t="t" r="r" b="b"/>
                <a:pathLst>
                  <a:path w="9797" h="976">
                    <a:moveTo>
                      <a:pt x="6155" y="305"/>
                    </a:moveTo>
                    <a:cubicBezTo>
                      <a:pt x="3492" y="562"/>
                      <a:pt x="737" y="848"/>
                      <a:pt x="0" y="963"/>
                    </a:cubicBezTo>
                    <a:cubicBezTo>
                      <a:pt x="6" y="1156"/>
                      <a:pt x="17059" y="-712"/>
                      <a:pt x="6155" y="30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1" name="Freeform: Shape 750">
                <a:extLst>
                  <a:ext uri="{FF2B5EF4-FFF2-40B4-BE49-F238E27FC236}">
                    <a16:creationId xmlns:a16="http://schemas.microsoft.com/office/drawing/2014/main" id="{43AAAEF1-1D0D-C435-275C-3B3AEF69465E}"/>
                  </a:ext>
                </a:extLst>
              </p:cNvPr>
              <p:cNvSpPr/>
              <p:nvPr/>
            </p:nvSpPr>
            <p:spPr>
              <a:xfrm>
                <a:off x="2182795" y="6702424"/>
                <a:ext cx="10105" cy="575"/>
              </a:xfrm>
              <a:custGeom>
                <a:avLst/>
                <a:gdLst>
                  <a:gd name="connsiteX0" fmla="*/ 6461 w 10105"/>
                  <a:gd name="connsiteY0" fmla="*/ 327 h 575"/>
                  <a:gd name="connsiteX1" fmla="*/ 3649 w 10105"/>
                  <a:gd name="connsiteY1" fmla="*/ 264 h 575"/>
                  <a:gd name="connsiteX2" fmla="*/ 6461 w 10105"/>
                  <a:gd name="connsiteY2" fmla="*/ 327 h 575"/>
                </a:gdLst>
                <a:ahLst/>
                <a:cxnLst>
                  <a:cxn ang="0">
                    <a:pos x="connsiteX0" y="connsiteY0"/>
                  </a:cxn>
                  <a:cxn ang="0">
                    <a:pos x="connsiteX1" y="connsiteY1"/>
                  </a:cxn>
                  <a:cxn ang="0">
                    <a:pos x="connsiteX2" y="connsiteY2"/>
                  </a:cxn>
                </a:cxnLst>
                <a:rect l="l" t="t" r="r" b="b"/>
                <a:pathLst>
                  <a:path w="10105" h="575">
                    <a:moveTo>
                      <a:pt x="6461" y="327"/>
                    </a:moveTo>
                    <a:cubicBezTo>
                      <a:pt x="2466" y="590"/>
                      <a:pt x="-4203" y="744"/>
                      <a:pt x="3649" y="264"/>
                    </a:cubicBezTo>
                    <a:cubicBezTo>
                      <a:pt x="7644" y="1"/>
                      <a:pt x="14302" y="-193"/>
                      <a:pt x="6461" y="3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2" name="Freeform: Shape 751">
                <a:extLst>
                  <a:ext uri="{FF2B5EF4-FFF2-40B4-BE49-F238E27FC236}">
                    <a16:creationId xmlns:a16="http://schemas.microsoft.com/office/drawing/2014/main" id="{3700EA3F-CE71-2287-0A9B-E40983A62533}"/>
                  </a:ext>
                </a:extLst>
              </p:cNvPr>
              <p:cNvSpPr/>
              <p:nvPr/>
            </p:nvSpPr>
            <p:spPr>
              <a:xfrm>
                <a:off x="1799685" y="6880134"/>
                <a:ext cx="11550" cy="3686"/>
              </a:xfrm>
              <a:custGeom>
                <a:avLst/>
                <a:gdLst>
                  <a:gd name="connsiteX0" fmla="*/ 7386 w 11550"/>
                  <a:gd name="connsiteY0" fmla="*/ 0 h 3686"/>
                  <a:gd name="connsiteX1" fmla="*/ 48 w 11550"/>
                  <a:gd name="connsiteY1" fmla="*/ 1805 h 3686"/>
                  <a:gd name="connsiteX2" fmla="*/ 7386 w 11550"/>
                  <a:gd name="connsiteY2" fmla="*/ 0 h 3686"/>
                </a:gdLst>
                <a:ahLst/>
                <a:cxnLst>
                  <a:cxn ang="0">
                    <a:pos x="connsiteX0" y="connsiteY0"/>
                  </a:cxn>
                  <a:cxn ang="0">
                    <a:pos x="connsiteX1" y="connsiteY1"/>
                  </a:cxn>
                  <a:cxn ang="0">
                    <a:pos x="connsiteX2" y="connsiteY2"/>
                  </a:cxn>
                </a:cxnLst>
                <a:rect l="l" t="t" r="r" b="b"/>
                <a:pathLst>
                  <a:path w="11550" h="3686">
                    <a:moveTo>
                      <a:pt x="7386" y="0"/>
                    </a:moveTo>
                    <a:cubicBezTo>
                      <a:pt x="4311" y="0"/>
                      <a:pt x="1031" y="806"/>
                      <a:pt x="48" y="1805"/>
                    </a:cubicBezTo>
                    <a:cubicBezTo>
                      <a:pt x="-1141" y="6532"/>
                      <a:pt x="20330" y="983"/>
                      <a:pt x="738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3" name="Freeform: Shape 752">
                <a:extLst>
                  <a:ext uri="{FF2B5EF4-FFF2-40B4-BE49-F238E27FC236}">
                    <a16:creationId xmlns:a16="http://schemas.microsoft.com/office/drawing/2014/main" id="{68CDB309-115A-C4A7-B7DA-683A309A19A8}"/>
                  </a:ext>
                </a:extLst>
              </p:cNvPr>
              <p:cNvSpPr/>
              <p:nvPr/>
            </p:nvSpPr>
            <p:spPr>
              <a:xfrm>
                <a:off x="1444091" y="7241230"/>
                <a:ext cx="12837" cy="4459"/>
              </a:xfrm>
              <a:custGeom>
                <a:avLst/>
                <a:gdLst>
                  <a:gd name="connsiteX0" fmla="*/ 8575 w 12837"/>
                  <a:gd name="connsiteY0" fmla="*/ 35 h 4459"/>
                  <a:gd name="connsiteX1" fmla="*/ 4266 w 12837"/>
                  <a:gd name="connsiteY1" fmla="*/ 4424 h 4459"/>
                  <a:gd name="connsiteX2" fmla="*/ 8575 w 12837"/>
                  <a:gd name="connsiteY2" fmla="*/ 35 h 4459"/>
                </a:gdLst>
                <a:ahLst/>
                <a:cxnLst>
                  <a:cxn ang="0">
                    <a:pos x="connsiteX0" y="connsiteY0"/>
                  </a:cxn>
                  <a:cxn ang="0">
                    <a:pos x="connsiteX1" y="connsiteY1"/>
                  </a:cxn>
                  <a:cxn ang="0">
                    <a:pos x="connsiteX2" y="connsiteY2"/>
                  </a:cxn>
                </a:cxnLst>
                <a:rect l="l" t="t" r="r" b="b"/>
                <a:pathLst>
                  <a:path w="12837" h="4459">
                    <a:moveTo>
                      <a:pt x="8575" y="35"/>
                    </a:moveTo>
                    <a:cubicBezTo>
                      <a:pt x="3523" y="-428"/>
                      <a:pt x="-5312" y="3841"/>
                      <a:pt x="4266" y="4424"/>
                    </a:cubicBezTo>
                    <a:cubicBezTo>
                      <a:pt x="9324" y="4887"/>
                      <a:pt x="18142" y="618"/>
                      <a:pt x="8575"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4" name="Freeform: Shape 753">
                <a:extLst>
                  <a:ext uri="{FF2B5EF4-FFF2-40B4-BE49-F238E27FC236}">
                    <a16:creationId xmlns:a16="http://schemas.microsoft.com/office/drawing/2014/main" id="{DE1CA5AF-CE22-364E-7CD8-ABA7F81AB719}"/>
                  </a:ext>
                </a:extLst>
              </p:cNvPr>
              <p:cNvSpPr/>
              <p:nvPr/>
            </p:nvSpPr>
            <p:spPr>
              <a:xfrm>
                <a:off x="1688677" y="6992764"/>
                <a:ext cx="11943" cy="3900"/>
              </a:xfrm>
              <a:custGeom>
                <a:avLst/>
                <a:gdLst>
                  <a:gd name="connsiteX0" fmla="*/ 7860 w 11943"/>
                  <a:gd name="connsiteY0" fmla="*/ 30 h 3900"/>
                  <a:gd name="connsiteX1" fmla="*/ 4088 w 11943"/>
                  <a:gd name="connsiteY1" fmla="*/ 3870 h 3900"/>
                  <a:gd name="connsiteX2" fmla="*/ 7860 w 11943"/>
                  <a:gd name="connsiteY2" fmla="*/ 30 h 3900"/>
                </a:gdLst>
                <a:ahLst/>
                <a:cxnLst>
                  <a:cxn ang="0">
                    <a:pos x="connsiteX0" y="connsiteY0"/>
                  </a:cxn>
                  <a:cxn ang="0">
                    <a:pos x="connsiteX1" y="connsiteY1"/>
                  </a:cxn>
                  <a:cxn ang="0">
                    <a:pos x="connsiteX2" y="connsiteY2"/>
                  </a:cxn>
                </a:cxnLst>
                <a:rect l="l" t="t" r="r" b="b"/>
                <a:pathLst>
                  <a:path w="11943" h="3900">
                    <a:moveTo>
                      <a:pt x="7860" y="30"/>
                    </a:moveTo>
                    <a:cubicBezTo>
                      <a:pt x="3008" y="-371"/>
                      <a:pt x="-4884" y="3384"/>
                      <a:pt x="4088" y="3870"/>
                    </a:cubicBezTo>
                    <a:cubicBezTo>
                      <a:pt x="8940" y="4270"/>
                      <a:pt x="16821" y="521"/>
                      <a:pt x="7860"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5" name="Freeform: Shape 754">
                <a:extLst>
                  <a:ext uri="{FF2B5EF4-FFF2-40B4-BE49-F238E27FC236}">
                    <a16:creationId xmlns:a16="http://schemas.microsoft.com/office/drawing/2014/main" id="{49B2F498-4BF2-DA7A-67FE-33580324B3A0}"/>
                  </a:ext>
                </a:extLst>
              </p:cNvPr>
              <p:cNvSpPr/>
              <p:nvPr/>
            </p:nvSpPr>
            <p:spPr>
              <a:xfrm>
                <a:off x="1308812" y="7378701"/>
                <a:ext cx="13344" cy="4778"/>
              </a:xfrm>
              <a:custGeom>
                <a:avLst/>
                <a:gdLst>
                  <a:gd name="connsiteX0" fmla="*/ 8981 w 13344"/>
                  <a:gd name="connsiteY0" fmla="*/ 38 h 4778"/>
                  <a:gd name="connsiteX1" fmla="*/ 4369 w 13344"/>
                  <a:gd name="connsiteY1" fmla="*/ 4741 h 4778"/>
                  <a:gd name="connsiteX2" fmla="*/ 8981 w 13344"/>
                  <a:gd name="connsiteY2" fmla="*/ 38 h 4778"/>
                </a:gdLst>
                <a:ahLst/>
                <a:cxnLst>
                  <a:cxn ang="0">
                    <a:pos x="connsiteX0" y="connsiteY0"/>
                  </a:cxn>
                  <a:cxn ang="0">
                    <a:pos x="connsiteX1" y="connsiteY1"/>
                  </a:cxn>
                  <a:cxn ang="0">
                    <a:pos x="connsiteX2" y="connsiteY2"/>
                  </a:cxn>
                </a:cxnLst>
                <a:rect l="l" t="t" r="r" b="b"/>
                <a:pathLst>
                  <a:path w="13344" h="4778">
                    <a:moveTo>
                      <a:pt x="8981" y="38"/>
                    </a:moveTo>
                    <a:cubicBezTo>
                      <a:pt x="3814" y="-460"/>
                      <a:pt x="-5552" y="4106"/>
                      <a:pt x="4369" y="4741"/>
                    </a:cubicBezTo>
                    <a:cubicBezTo>
                      <a:pt x="9535" y="5238"/>
                      <a:pt x="18891" y="672"/>
                      <a:pt x="8981"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6" name="Freeform: Shape 755">
                <a:extLst>
                  <a:ext uri="{FF2B5EF4-FFF2-40B4-BE49-F238E27FC236}">
                    <a16:creationId xmlns:a16="http://schemas.microsoft.com/office/drawing/2014/main" id="{AC6FD00F-68D3-6C2D-25DB-D8FCF0C20DFD}"/>
                  </a:ext>
                </a:extLst>
              </p:cNvPr>
              <p:cNvSpPr/>
              <p:nvPr/>
            </p:nvSpPr>
            <p:spPr>
              <a:xfrm>
                <a:off x="2344558" y="6670395"/>
                <a:ext cx="9633" cy="1876"/>
              </a:xfrm>
              <a:custGeom>
                <a:avLst/>
                <a:gdLst>
                  <a:gd name="connsiteX0" fmla="*/ 5964 w 9633"/>
                  <a:gd name="connsiteY0" fmla="*/ 130 h 1876"/>
                  <a:gd name="connsiteX1" fmla="*/ 3 w 9633"/>
                  <a:gd name="connsiteY1" fmla="*/ 1398 h 1876"/>
                  <a:gd name="connsiteX2" fmla="*/ 5964 w 9633"/>
                  <a:gd name="connsiteY2" fmla="*/ 130 h 1876"/>
                </a:gdLst>
                <a:ahLst/>
                <a:cxnLst>
                  <a:cxn ang="0">
                    <a:pos x="connsiteX0" y="connsiteY0"/>
                  </a:cxn>
                  <a:cxn ang="0">
                    <a:pos x="connsiteX1" y="connsiteY1"/>
                  </a:cxn>
                  <a:cxn ang="0">
                    <a:pos x="connsiteX2" y="connsiteY2"/>
                  </a:cxn>
                </a:cxnLst>
                <a:rect l="l" t="t" r="r" b="b"/>
                <a:pathLst>
                  <a:path w="9633" h="1876">
                    <a:moveTo>
                      <a:pt x="5964" y="130"/>
                    </a:moveTo>
                    <a:cubicBezTo>
                      <a:pt x="3369" y="404"/>
                      <a:pt x="700" y="964"/>
                      <a:pt x="3" y="1398"/>
                    </a:cubicBezTo>
                    <a:cubicBezTo>
                      <a:pt x="-271" y="3204"/>
                      <a:pt x="16954" y="-751"/>
                      <a:pt x="5964" y="1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7" name="Freeform: Shape 756">
                <a:extLst>
                  <a:ext uri="{FF2B5EF4-FFF2-40B4-BE49-F238E27FC236}">
                    <a16:creationId xmlns:a16="http://schemas.microsoft.com/office/drawing/2014/main" id="{EEFB560B-1F9B-8249-3299-821892C1E105}"/>
                  </a:ext>
                </a:extLst>
              </p:cNvPr>
              <p:cNvSpPr/>
              <p:nvPr/>
            </p:nvSpPr>
            <p:spPr>
              <a:xfrm>
                <a:off x="1570458" y="7112862"/>
                <a:ext cx="12374" cy="4167"/>
              </a:xfrm>
              <a:custGeom>
                <a:avLst/>
                <a:gdLst>
                  <a:gd name="connsiteX0" fmla="*/ 8201 w 12374"/>
                  <a:gd name="connsiteY0" fmla="*/ 32 h 4167"/>
                  <a:gd name="connsiteX1" fmla="*/ 4178 w 12374"/>
                  <a:gd name="connsiteY1" fmla="*/ 4136 h 4167"/>
                  <a:gd name="connsiteX2" fmla="*/ 8201 w 12374"/>
                  <a:gd name="connsiteY2" fmla="*/ 32 h 4167"/>
                </a:gdLst>
                <a:ahLst/>
                <a:cxnLst>
                  <a:cxn ang="0">
                    <a:pos x="connsiteX0" y="connsiteY0"/>
                  </a:cxn>
                  <a:cxn ang="0">
                    <a:pos x="connsiteX1" y="connsiteY1"/>
                  </a:cxn>
                  <a:cxn ang="0">
                    <a:pos x="connsiteX2" y="connsiteY2"/>
                  </a:cxn>
                </a:cxnLst>
                <a:rect l="l" t="t" r="r" b="b"/>
                <a:pathLst>
                  <a:path w="12374" h="4167">
                    <a:moveTo>
                      <a:pt x="8201" y="32"/>
                    </a:moveTo>
                    <a:cubicBezTo>
                      <a:pt x="3252" y="-396"/>
                      <a:pt x="-5092" y="3598"/>
                      <a:pt x="4178" y="4136"/>
                    </a:cubicBezTo>
                    <a:cubicBezTo>
                      <a:pt x="9127" y="4565"/>
                      <a:pt x="17460" y="564"/>
                      <a:pt x="8201" y="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8" name="Freeform: Shape 757">
                <a:extLst>
                  <a:ext uri="{FF2B5EF4-FFF2-40B4-BE49-F238E27FC236}">
                    <a16:creationId xmlns:a16="http://schemas.microsoft.com/office/drawing/2014/main" id="{0CB5BE67-82FA-9596-558C-005CCCADC2E0}"/>
                  </a:ext>
                </a:extLst>
              </p:cNvPr>
              <p:cNvSpPr/>
              <p:nvPr/>
            </p:nvSpPr>
            <p:spPr>
              <a:xfrm>
                <a:off x="2002290" y="6720356"/>
                <a:ext cx="10840" cy="1168"/>
              </a:xfrm>
              <a:custGeom>
                <a:avLst/>
                <a:gdLst>
                  <a:gd name="connsiteX0" fmla="*/ 6824 w 10840"/>
                  <a:gd name="connsiteY0" fmla="*/ 4 h 1168"/>
                  <a:gd name="connsiteX1" fmla="*/ 17 w 10840"/>
                  <a:gd name="connsiteY1" fmla="*/ 501 h 1168"/>
                  <a:gd name="connsiteX2" fmla="*/ 6824 w 10840"/>
                  <a:gd name="connsiteY2" fmla="*/ 4 h 1168"/>
                </a:gdLst>
                <a:ahLst/>
                <a:cxnLst>
                  <a:cxn ang="0">
                    <a:pos x="connsiteX0" y="connsiteY0"/>
                  </a:cxn>
                  <a:cxn ang="0">
                    <a:pos x="connsiteX1" y="connsiteY1"/>
                  </a:cxn>
                  <a:cxn ang="0">
                    <a:pos x="connsiteX2" y="connsiteY2"/>
                  </a:cxn>
                </a:cxnLst>
                <a:rect l="l" t="t" r="r" b="b"/>
                <a:pathLst>
                  <a:path w="10840" h="1168">
                    <a:moveTo>
                      <a:pt x="6824" y="4"/>
                    </a:moveTo>
                    <a:cubicBezTo>
                      <a:pt x="3932" y="-31"/>
                      <a:pt x="886" y="186"/>
                      <a:pt x="17" y="501"/>
                    </a:cubicBezTo>
                    <a:cubicBezTo>
                      <a:pt x="-657" y="2118"/>
                      <a:pt x="19071" y="329"/>
                      <a:pt x="6824"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59" name="Freeform: Shape 758">
                <a:extLst>
                  <a:ext uri="{FF2B5EF4-FFF2-40B4-BE49-F238E27FC236}">
                    <a16:creationId xmlns:a16="http://schemas.microsoft.com/office/drawing/2014/main" id="{BD8ED337-7077-A83E-8957-B3176C1F4321}"/>
                  </a:ext>
                </a:extLst>
              </p:cNvPr>
              <p:cNvSpPr/>
              <p:nvPr/>
            </p:nvSpPr>
            <p:spPr>
              <a:xfrm>
                <a:off x="2852469" y="5993927"/>
                <a:ext cx="7833" cy="4851"/>
              </a:xfrm>
              <a:custGeom>
                <a:avLst/>
                <a:gdLst>
                  <a:gd name="connsiteX0" fmla="*/ 4785 w 7833"/>
                  <a:gd name="connsiteY0" fmla="*/ 39 h 4851"/>
                  <a:gd name="connsiteX1" fmla="*/ 3053 w 7833"/>
                  <a:gd name="connsiteY1" fmla="*/ 4811 h 4851"/>
                  <a:gd name="connsiteX2" fmla="*/ 4785 w 7833"/>
                  <a:gd name="connsiteY2" fmla="*/ 39 h 4851"/>
                </a:gdLst>
                <a:ahLst/>
                <a:cxnLst>
                  <a:cxn ang="0">
                    <a:pos x="connsiteX0" y="connsiteY0"/>
                  </a:cxn>
                  <a:cxn ang="0">
                    <a:pos x="connsiteX1" y="connsiteY1"/>
                  </a:cxn>
                  <a:cxn ang="0">
                    <a:pos x="connsiteX2" y="connsiteY2"/>
                  </a:cxn>
                </a:cxnLst>
                <a:rect l="l" t="t" r="r" b="b"/>
                <a:pathLst>
                  <a:path w="7833" h="4851">
                    <a:moveTo>
                      <a:pt x="4785" y="39"/>
                    </a:moveTo>
                    <a:cubicBezTo>
                      <a:pt x="556" y="-475"/>
                      <a:pt x="-2599" y="4268"/>
                      <a:pt x="3053" y="4811"/>
                    </a:cubicBezTo>
                    <a:cubicBezTo>
                      <a:pt x="7311" y="5337"/>
                      <a:pt x="10409" y="622"/>
                      <a:pt x="4785"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0" name="Freeform: Shape 759">
                <a:extLst>
                  <a:ext uri="{FF2B5EF4-FFF2-40B4-BE49-F238E27FC236}">
                    <a16:creationId xmlns:a16="http://schemas.microsoft.com/office/drawing/2014/main" id="{817A97DF-521C-EE2F-3DC5-B55AA19FAF33}"/>
                  </a:ext>
                </a:extLst>
              </p:cNvPr>
              <p:cNvSpPr/>
              <p:nvPr/>
            </p:nvSpPr>
            <p:spPr>
              <a:xfrm>
                <a:off x="2904001" y="5839907"/>
                <a:ext cx="7818" cy="5312"/>
              </a:xfrm>
              <a:custGeom>
                <a:avLst/>
                <a:gdLst>
                  <a:gd name="connsiteX0" fmla="*/ 4642 w 7818"/>
                  <a:gd name="connsiteY0" fmla="*/ 39 h 5312"/>
                  <a:gd name="connsiteX1" fmla="*/ 7 w 7818"/>
                  <a:gd name="connsiteY1" fmla="*/ 2234 h 5312"/>
                  <a:gd name="connsiteX2" fmla="*/ 4642 w 7818"/>
                  <a:gd name="connsiteY2" fmla="*/ 39 h 5312"/>
                </a:gdLst>
                <a:ahLst/>
                <a:cxnLst>
                  <a:cxn ang="0">
                    <a:pos x="connsiteX0" y="connsiteY0"/>
                  </a:cxn>
                  <a:cxn ang="0">
                    <a:pos x="connsiteX1" y="connsiteY1"/>
                  </a:cxn>
                  <a:cxn ang="0">
                    <a:pos x="connsiteX2" y="connsiteY2"/>
                  </a:cxn>
                </a:cxnLst>
                <a:rect l="l" t="t" r="r" b="b"/>
                <a:pathLst>
                  <a:path w="7818" h="5312">
                    <a:moveTo>
                      <a:pt x="4642" y="39"/>
                    </a:moveTo>
                    <a:cubicBezTo>
                      <a:pt x="2539" y="-213"/>
                      <a:pt x="464" y="782"/>
                      <a:pt x="7" y="2234"/>
                    </a:cubicBezTo>
                    <a:cubicBezTo>
                      <a:pt x="-359" y="9155"/>
                      <a:pt x="14009" y="2605"/>
                      <a:pt x="4642"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1" name="Freeform: Shape 760">
                <a:extLst>
                  <a:ext uri="{FF2B5EF4-FFF2-40B4-BE49-F238E27FC236}">
                    <a16:creationId xmlns:a16="http://schemas.microsoft.com/office/drawing/2014/main" id="{02849906-EFEA-DBF5-21B5-55F889B29FAE}"/>
                  </a:ext>
                </a:extLst>
              </p:cNvPr>
              <p:cNvSpPr/>
              <p:nvPr/>
            </p:nvSpPr>
            <p:spPr>
              <a:xfrm>
                <a:off x="2953366" y="5684447"/>
                <a:ext cx="7473" cy="5160"/>
              </a:xfrm>
              <a:custGeom>
                <a:avLst/>
                <a:gdLst>
                  <a:gd name="connsiteX0" fmla="*/ 4534 w 7473"/>
                  <a:gd name="connsiteY0" fmla="*/ 132 h 5160"/>
                  <a:gd name="connsiteX1" fmla="*/ 2940 w 7473"/>
                  <a:gd name="connsiteY1" fmla="*/ 5024 h 5160"/>
                  <a:gd name="connsiteX2" fmla="*/ 4534 w 7473"/>
                  <a:gd name="connsiteY2" fmla="*/ 132 h 5160"/>
                </a:gdLst>
                <a:ahLst/>
                <a:cxnLst>
                  <a:cxn ang="0">
                    <a:pos x="connsiteX0" y="connsiteY0"/>
                  </a:cxn>
                  <a:cxn ang="0">
                    <a:pos x="connsiteX1" y="connsiteY1"/>
                  </a:cxn>
                  <a:cxn ang="0">
                    <a:pos x="connsiteX2" y="connsiteY2"/>
                  </a:cxn>
                </a:cxnLst>
                <a:rect l="l" t="t" r="r" b="b"/>
                <a:pathLst>
                  <a:path w="7473" h="5160">
                    <a:moveTo>
                      <a:pt x="4534" y="132"/>
                    </a:moveTo>
                    <a:cubicBezTo>
                      <a:pt x="77" y="-857"/>
                      <a:pt x="-2192" y="4006"/>
                      <a:pt x="2940" y="5024"/>
                    </a:cubicBezTo>
                    <a:cubicBezTo>
                      <a:pt x="7438" y="6030"/>
                      <a:pt x="9638" y="1178"/>
                      <a:pt x="4534" y="13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2" name="Freeform: Shape 761">
                <a:extLst>
                  <a:ext uri="{FF2B5EF4-FFF2-40B4-BE49-F238E27FC236}">
                    <a16:creationId xmlns:a16="http://schemas.microsoft.com/office/drawing/2014/main" id="{B4846968-C43C-1761-960C-21CA6B99A54B}"/>
                  </a:ext>
                </a:extLst>
              </p:cNvPr>
              <p:cNvSpPr/>
              <p:nvPr/>
            </p:nvSpPr>
            <p:spPr>
              <a:xfrm>
                <a:off x="2798745" y="6121617"/>
                <a:ext cx="8140" cy="3526"/>
              </a:xfrm>
              <a:custGeom>
                <a:avLst/>
                <a:gdLst>
                  <a:gd name="connsiteX0" fmla="*/ 4879 w 8140"/>
                  <a:gd name="connsiteY0" fmla="*/ 5 h 3526"/>
                  <a:gd name="connsiteX1" fmla="*/ 4 w 8140"/>
                  <a:gd name="connsiteY1" fmla="*/ 1622 h 3526"/>
                  <a:gd name="connsiteX2" fmla="*/ 4879 w 8140"/>
                  <a:gd name="connsiteY2" fmla="*/ 5 h 3526"/>
                </a:gdLst>
                <a:ahLst/>
                <a:cxnLst>
                  <a:cxn ang="0">
                    <a:pos x="connsiteX0" y="connsiteY0"/>
                  </a:cxn>
                  <a:cxn ang="0">
                    <a:pos x="connsiteX1" y="connsiteY1"/>
                  </a:cxn>
                  <a:cxn ang="0">
                    <a:pos x="connsiteX2" y="connsiteY2"/>
                  </a:cxn>
                </a:cxnLst>
                <a:rect l="l" t="t" r="r" b="b"/>
                <a:pathLst>
                  <a:path w="8140" h="3526">
                    <a:moveTo>
                      <a:pt x="4879" y="5"/>
                    </a:moveTo>
                    <a:cubicBezTo>
                      <a:pt x="2690" y="-69"/>
                      <a:pt x="507" y="662"/>
                      <a:pt x="4" y="1622"/>
                    </a:cubicBezTo>
                    <a:cubicBezTo>
                      <a:pt x="-276" y="6137"/>
                      <a:pt x="14509" y="1388"/>
                      <a:pt x="4879" y="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3" name="Freeform: Shape 762">
                <a:extLst>
                  <a:ext uri="{FF2B5EF4-FFF2-40B4-BE49-F238E27FC236}">
                    <a16:creationId xmlns:a16="http://schemas.microsoft.com/office/drawing/2014/main" id="{ECFA64AB-69FF-181C-3201-5518158755EE}"/>
                  </a:ext>
                </a:extLst>
              </p:cNvPr>
              <p:cNvSpPr/>
              <p:nvPr/>
            </p:nvSpPr>
            <p:spPr>
              <a:xfrm>
                <a:off x="2419379" y="6589677"/>
                <a:ext cx="9419" cy="3867"/>
              </a:xfrm>
              <a:custGeom>
                <a:avLst/>
                <a:gdLst>
                  <a:gd name="connsiteX0" fmla="*/ 5798 w 9419"/>
                  <a:gd name="connsiteY0" fmla="*/ 4 h 3867"/>
                  <a:gd name="connsiteX1" fmla="*/ 9 w 9419"/>
                  <a:gd name="connsiteY1" fmla="*/ 2329 h 3867"/>
                  <a:gd name="connsiteX2" fmla="*/ 5798 w 9419"/>
                  <a:gd name="connsiteY2" fmla="*/ 4 h 3867"/>
                </a:gdLst>
                <a:ahLst/>
                <a:cxnLst>
                  <a:cxn ang="0">
                    <a:pos x="connsiteX0" y="connsiteY0"/>
                  </a:cxn>
                  <a:cxn ang="0">
                    <a:pos x="connsiteX1" y="connsiteY1"/>
                  </a:cxn>
                  <a:cxn ang="0">
                    <a:pos x="connsiteX2" y="connsiteY2"/>
                  </a:cxn>
                </a:cxnLst>
                <a:rect l="l" t="t" r="r" b="b"/>
                <a:pathLst>
                  <a:path w="9419" h="3867">
                    <a:moveTo>
                      <a:pt x="5798" y="4"/>
                    </a:moveTo>
                    <a:cubicBezTo>
                      <a:pt x="3266" y="266"/>
                      <a:pt x="672" y="1300"/>
                      <a:pt x="9" y="2329"/>
                    </a:cubicBezTo>
                    <a:cubicBezTo>
                      <a:pt x="-443" y="6895"/>
                      <a:pt x="16668" y="-180"/>
                      <a:pt x="5798"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4" name="Freeform: Shape 763">
                <a:extLst>
                  <a:ext uri="{FF2B5EF4-FFF2-40B4-BE49-F238E27FC236}">
                    <a16:creationId xmlns:a16="http://schemas.microsoft.com/office/drawing/2014/main" id="{FF03E0FE-00B6-A9FC-BF62-B80E552CCB89}"/>
                  </a:ext>
                </a:extLst>
              </p:cNvPr>
              <p:cNvSpPr/>
              <p:nvPr/>
            </p:nvSpPr>
            <p:spPr>
              <a:xfrm>
                <a:off x="2742666" y="6199944"/>
                <a:ext cx="8313" cy="2054"/>
              </a:xfrm>
              <a:custGeom>
                <a:avLst/>
                <a:gdLst>
                  <a:gd name="connsiteX0" fmla="*/ 5014 w 8313"/>
                  <a:gd name="connsiteY0" fmla="*/ 36 h 2054"/>
                  <a:gd name="connsiteX1" fmla="*/ 2 w 8313"/>
                  <a:gd name="connsiteY1" fmla="*/ 762 h 2054"/>
                  <a:gd name="connsiteX2" fmla="*/ 5014 w 8313"/>
                  <a:gd name="connsiteY2" fmla="*/ 36 h 2054"/>
                </a:gdLst>
                <a:ahLst/>
                <a:cxnLst>
                  <a:cxn ang="0">
                    <a:pos x="connsiteX0" y="connsiteY0"/>
                  </a:cxn>
                  <a:cxn ang="0">
                    <a:pos x="connsiteX1" y="connsiteY1"/>
                  </a:cxn>
                  <a:cxn ang="0">
                    <a:pos x="connsiteX2" y="connsiteY2"/>
                  </a:cxn>
                </a:cxnLst>
                <a:rect l="l" t="t" r="r" b="b"/>
                <a:pathLst>
                  <a:path w="8313" h="2054">
                    <a:moveTo>
                      <a:pt x="5014" y="36"/>
                    </a:moveTo>
                    <a:cubicBezTo>
                      <a:pt x="2768" y="-113"/>
                      <a:pt x="528" y="218"/>
                      <a:pt x="2" y="762"/>
                    </a:cubicBezTo>
                    <a:cubicBezTo>
                      <a:pt x="-187" y="3453"/>
                      <a:pt x="14752" y="1305"/>
                      <a:pt x="5014" y="3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5" name="Freeform: Shape 764">
                <a:extLst>
                  <a:ext uri="{FF2B5EF4-FFF2-40B4-BE49-F238E27FC236}">
                    <a16:creationId xmlns:a16="http://schemas.microsoft.com/office/drawing/2014/main" id="{CDA2A386-1239-9568-EFE0-12653753B842}"/>
                  </a:ext>
                </a:extLst>
              </p:cNvPr>
              <p:cNvSpPr/>
              <p:nvPr/>
            </p:nvSpPr>
            <p:spPr>
              <a:xfrm>
                <a:off x="2558459" y="6385346"/>
                <a:ext cx="8995" cy="2297"/>
              </a:xfrm>
              <a:custGeom>
                <a:avLst/>
                <a:gdLst>
                  <a:gd name="connsiteX0" fmla="*/ 5484 w 8995"/>
                  <a:gd name="connsiteY0" fmla="*/ 0 h 2297"/>
                  <a:gd name="connsiteX1" fmla="*/ 3 w 8995"/>
                  <a:gd name="connsiteY1" fmla="*/ 1166 h 2297"/>
                  <a:gd name="connsiteX2" fmla="*/ 5484 w 8995"/>
                  <a:gd name="connsiteY2" fmla="*/ 0 h 2297"/>
                </a:gdLst>
                <a:ahLst/>
                <a:cxnLst>
                  <a:cxn ang="0">
                    <a:pos x="connsiteX0" y="connsiteY0"/>
                  </a:cxn>
                  <a:cxn ang="0">
                    <a:pos x="connsiteX1" y="connsiteY1"/>
                  </a:cxn>
                  <a:cxn ang="0">
                    <a:pos x="connsiteX2" y="connsiteY2"/>
                  </a:cxn>
                </a:cxnLst>
                <a:rect l="l" t="t" r="r" b="b"/>
                <a:pathLst>
                  <a:path w="8995" h="2297">
                    <a:moveTo>
                      <a:pt x="5484" y="0"/>
                    </a:moveTo>
                    <a:cubicBezTo>
                      <a:pt x="3055" y="23"/>
                      <a:pt x="603" y="543"/>
                      <a:pt x="3" y="1166"/>
                    </a:cubicBezTo>
                    <a:cubicBezTo>
                      <a:pt x="-254" y="4075"/>
                      <a:pt x="15919" y="520"/>
                      <a:pt x="548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6" name="Freeform: Shape 765">
                <a:extLst>
                  <a:ext uri="{FF2B5EF4-FFF2-40B4-BE49-F238E27FC236}">
                    <a16:creationId xmlns:a16="http://schemas.microsoft.com/office/drawing/2014/main" id="{440910A0-6190-2C83-6402-C54DDC2D9C3F}"/>
                  </a:ext>
                </a:extLst>
              </p:cNvPr>
              <p:cNvSpPr/>
              <p:nvPr/>
            </p:nvSpPr>
            <p:spPr>
              <a:xfrm>
                <a:off x="3000727" y="5552677"/>
                <a:ext cx="7488" cy="3982"/>
              </a:xfrm>
              <a:custGeom>
                <a:avLst/>
                <a:gdLst>
                  <a:gd name="connsiteX0" fmla="*/ 4425 w 7488"/>
                  <a:gd name="connsiteY0" fmla="*/ 177 h 3982"/>
                  <a:gd name="connsiteX1" fmla="*/ 7 w 7488"/>
                  <a:gd name="connsiteY1" fmla="*/ 1223 h 3982"/>
                  <a:gd name="connsiteX2" fmla="*/ 4425 w 7488"/>
                  <a:gd name="connsiteY2" fmla="*/ 177 h 3982"/>
                </a:gdLst>
                <a:ahLst/>
                <a:cxnLst>
                  <a:cxn ang="0">
                    <a:pos x="connsiteX0" y="connsiteY0"/>
                  </a:cxn>
                  <a:cxn ang="0">
                    <a:pos x="connsiteX1" y="connsiteY1"/>
                  </a:cxn>
                  <a:cxn ang="0">
                    <a:pos x="connsiteX2" y="connsiteY2"/>
                  </a:cxn>
                </a:cxnLst>
                <a:rect l="l" t="t" r="r" b="b"/>
                <a:pathLst>
                  <a:path w="7488" h="3982">
                    <a:moveTo>
                      <a:pt x="4425" y="177"/>
                    </a:moveTo>
                    <a:cubicBezTo>
                      <a:pt x="2407" y="-286"/>
                      <a:pt x="430" y="194"/>
                      <a:pt x="7" y="1223"/>
                    </a:cubicBezTo>
                    <a:cubicBezTo>
                      <a:pt x="-359" y="6309"/>
                      <a:pt x="13443" y="3406"/>
                      <a:pt x="4425" y="17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7" name="Freeform: Shape 766">
                <a:extLst>
                  <a:ext uri="{FF2B5EF4-FFF2-40B4-BE49-F238E27FC236}">
                    <a16:creationId xmlns:a16="http://schemas.microsoft.com/office/drawing/2014/main" id="{26C4B353-A2A0-C22A-D67D-5189B6391E15}"/>
                  </a:ext>
                </a:extLst>
              </p:cNvPr>
              <p:cNvSpPr/>
              <p:nvPr/>
            </p:nvSpPr>
            <p:spPr>
              <a:xfrm>
                <a:off x="2490652" y="6470568"/>
                <a:ext cx="9157" cy="3773"/>
              </a:xfrm>
              <a:custGeom>
                <a:avLst/>
                <a:gdLst>
                  <a:gd name="connsiteX0" fmla="*/ 5728 w 9157"/>
                  <a:gd name="connsiteY0" fmla="*/ 23 h 3773"/>
                  <a:gd name="connsiteX1" fmla="*/ 3431 w 9157"/>
                  <a:gd name="connsiteY1" fmla="*/ 3755 h 3773"/>
                  <a:gd name="connsiteX2" fmla="*/ 5728 w 9157"/>
                  <a:gd name="connsiteY2" fmla="*/ 23 h 3773"/>
                </a:gdLst>
                <a:ahLst/>
                <a:cxnLst>
                  <a:cxn ang="0">
                    <a:pos x="connsiteX0" y="connsiteY0"/>
                  </a:cxn>
                  <a:cxn ang="0">
                    <a:pos x="connsiteX1" y="connsiteY1"/>
                  </a:cxn>
                  <a:cxn ang="0">
                    <a:pos x="connsiteX2" y="connsiteY2"/>
                  </a:cxn>
                </a:cxnLst>
                <a:rect l="l" t="t" r="r" b="b"/>
                <a:pathLst>
                  <a:path w="9157" h="3773">
                    <a:moveTo>
                      <a:pt x="5728" y="23"/>
                    </a:moveTo>
                    <a:cubicBezTo>
                      <a:pt x="1374" y="-326"/>
                      <a:pt x="-3410" y="3384"/>
                      <a:pt x="3431" y="3755"/>
                    </a:cubicBezTo>
                    <a:cubicBezTo>
                      <a:pt x="7769" y="4069"/>
                      <a:pt x="12575" y="389"/>
                      <a:pt x="5728"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8" name="Freeform: Shape 767">
                <a:extLst>
                  <a:ext uri="{FF2B5EF4-FFF2-40B4-BE49-F238E27FC236}">
                    <a16:creationId xmlns:a16="http://schemas.microsoft.com/office/drawing/2014/main" id="{221D2603-4966-39D1-F52D-CB7594B62983}"/>
                  </a:ext>
                </a:extLst>
              </p:cNvPr>
              <p:cNvSpPr/>
              <p:nvPr/>
            </p:nvSpPr>
            <p:spPr>
              <a:xfrm>
                <a:off x="2684110" y="6259450"/>
                <a:ext cx="8532" cy="2040"/>
              </a:xfrm>
              <a:custGeom>
                <a:avLst/>
                <a:gdLst>
                  <a:gd name="connsiteX0" fmla="*/ 5163 w 8532"/>
                  <a:gd name="connsiteY0" fmla="*/ 23 h 2040"/>
                  <a:gd name="connsiteX1" fmla="*/ 2 w 8532"/>
                  <a:gd name="connsiteY1" fmla="*/ 801 h 2040"/>
                  <a:gd name="connsiteX2" fmla="*/ 5163 w 8532"/>
                  <a:gd name="connsiteY2" fmla="*/ 23 h 2040"/>
                </a:gdLst>
                <a:ahLst/>
                <a:cxnLst>
                  <a:cxn ang="0">
                    <a:pos x="connsiteX0" y="connsiteY0"/>
                  </a:cxn>
                  <a:cxn ang="0">
                    <a:pos x="connsiteX1" y="connsiteY1"/>
                  </a:cxn>
                  <a:cxn ang="0">
                    <a:pos x="connsiteX2" y="connsiteY2"/>
                  </a:cxn>
                </a:cxnLst>
                <a:rect l="l" t="t" r="r" b="b"/>
                <a:pathLst>
                  <a:path w="8532" h="2040">
                    <a:moveTo>
                      <a:pt x="5163" y="23"/>
                    </a:moveTo>
                    <a:cubicBezTo>
                      <a:pt x="2860" y="-97"/>
                      <a:pt x="551" y="258"/>
                      <a:pt x="2" y="801"/>
                    </a:cubicBezTo>
                    <a:cubicBezTo>
                      <a:pt x="-209" y="3486"/>
                      <a:pt x="15130" y="1137"/>
                      <a:pt x="5163"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69" name="Freeform: Shape 768">
                <a:extLst>
                  <a:ext uri="{FF2B5EF4-FFF2-40B4-BE49-F238E27FC236}">
                    <a16:creationId xmlns:a16="http://schemas.microsoft.com/office/drawing/2014/main" id="{55B46924-7A7E-4B03-343D-7D655FC8F78C}"/>
                  </a:ext>
                </a:extLst>
              </p:cNvPr>
              <p:cNvSpPr/>
              <p:nvPr/>
            </p:nvSpPr>
            <p:spPr>
              <a:xfrm>
                <a:off x="2622765" y="6320383"/>
                <a:ext cx="8753" cy="2112"/>
              </a:xfrm>
              <a:custGeom>
                <a:avLst/>
                <a:gdLst>
                  <a:gd name="connsiteX0" fmla="*/ 5317 w 8753"/>
                  <a:gd name="connsiteY0" fmla="*/ 1 h 2112"/>
                  <a:gd name="connsiteX1" fmla="*/ 2 w 8753"/>
                  <a:gd name="connsiteY1" fmla="*/ 996 h 2112"/>
                  <a:gd name="connsiteX2" fmla="*/ 5317 w 8753"/>
                  <a:gd name="connsiteY2" fmla="*/ 1 h 2112"/>
                </a:gdLst>
                <a:ahLst/>
                <a:cxnLst>
                  <a:cxn ang="0">
                    <a:pos x="connsiteX0" y="connsiteY0"/>
                  </a:cxn>
                  <a:cxn ang="0">
                    <a:pos x="connsiteX1" y="connsiteY1"/>
                  </a:cxn>
                  <a:cxn ang="0">
                    <a:pos x="connsiteX2" y="connsiteY2"/>
                  </a:cxn>
                </a:cxnLst>
                <a:rect l="l" t="t" r="r" b="b"/>
                <a:pathLst>
                  <a:path w="8753" h="2112">
                    <a:moveTo>
                      <a:pt x="5317" y="1"/>
                    </a:moveTo>
                    <a:cubicBezTo>
                      <a:pt x="2951" y="-22"/>
                      <a:pt x="574" y="424"/>
                      <a:pt x="2" y="996"/>
                    </a:cubicBezTo>
                    <a:cubicBezTo>
                      <a:pt x="-221" y="3721"/>
                      <a:pt x="15501" y="687"/>
                      <a:pt x="5317" y="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0" name="Freeform: Shape 769">
                <a:extLst>
                  <a:ext uri="{FF2B5EF4-FFF2-40B4-BE49-F238E27FC236}">
                    <a16:creationId xmlns:a16="http://schemas.microsoft.com/office/drawing/2014/main" id="{57AEF12E-0602-1795-EABD-9FAB6CC3FF46}"/>
                  </a:ext>
                </a:extLst>
              </p:cNvPr>
              <p:cNvSpPr/>
              <p:nvPr/>
            </p:nvSpPr>
            <p:spPr>
              <a:xfrm>
                <a:off x="1164051" y="7526052"/>
                <a:ext cx="13470" cy="5234"/>
              </a:xfrm>
              <a:custGeom>
                <a:avLst/>
                <a:gdLst>
                  <a:gd name="connsiteX0" fmla="*/ 9209 w 13470"/>
                  <a:gd name="connsiteY0" fmla="*/ 94 h 5234"/>
                  <a:gd name="connsiteX1" fmla="*/ 4265 w 13470"/>
                  <a:gd name="connsiteY1" fmla="*/ 5140 h 5234"/>
                  <a:gd name="connsiteX2" fmla="*/ 9209 w 13470"/>
                  <a:gd name="connsiteY2" fmla="*/ 94 h 5234"/>
                </a:gdLst>
                <a:ahLst/>
                <a:cxnLst>
                  <a:cxn ang="0">
                    <a:pos x="connsiteX0" y="connsiteY0"/>
                  </a:cxn>
                  <a:cxn ang="0">
                    <a:pos x="connsiteX1" y="connsiteY1"/>
                  </a:cxn>
                  <a:cxn ang="0">
                    <a:pos x="connsiteX2" y="connsiteY2"/>
                  </a:cxn>
                </a:cxnLst>
                <a:rect l="l" t="t" r="r" b="b"/>
                <a:pathLst>
                  <a:path w="13470" h="5234">
                    <a:moveTo>
                      <a:pt x="9209" y="94"/>
                    </a:moveTo>
                    <a:cubicBezTo>
                      <a:pt x="4614" y="-774"/>
                      <a:pt x="-5856" y="4626"/>
                      <a:pt x="4265" y="5140"/>
                    </a:cubicBezTo>
                    <a:cubicBezTo>
                      <a:pt x="8855" y="6010"/>
                      <a:pt x="19324" y="603"/>
                      <a:pt x="9209" y="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1" name="Freeform: Shape 770">
                <a:extLst>
                  <a:ext uri="{FF2B5EF4-FFF2-40B4-BE49-F238E27FC236}">
                    <a16:creationId xmlns:a16="http://schemas.microsoft.com/office/drawing/2014/main" id="{CDF40E75-02B2-B09C-1826-4480E422B901}"/>
                  </a:ext>
                </a:extLst>
              </p:cNvPr>
              <p:cNvSpPr/>
              <p:nvPr/>
            </p:nvSpPr>
            <p:spPr>
              <a:xfrm>
                <a:off x="2850844" y="5493968"/>
                <a:ext cx="6784" cy="3068"/>
              </a:xfrm>
              <a:custGeom>
                <a:avLst/>
                <a:gdLst>
                  <a:gd name="connsiteX0" fmla="*/ 4278 w 6784"/>
                  <a:gd name="connsiteY0" fmla="*/ 472 h 3068"/>
                  <a:gd name="connsiteX1" fmla="*/ 391 w 6784"/>
                  <a:gd name="connsiteY1" fmla="*/ 3067 h 3068"/>
                  <a:gd name="connsiteX2" fmla="*/ 4278 w 6784"/>
                  <a:gd name="connsiteY2" fmla="*/ 472 h 3068"/>
                </a:gdLst>
                <a:ahLst/>
                <a:cxnLst>
                  <a:cxn ang="0">
                    <a:pos x="connsiteX0" y="connsiteY0"/>
                  </a:cxn>
                  <a:cxn ang="0">
                    <a:pos x="connsiteX1" y="connsiteY1"/>
                  </a:cxn>
                  <a:cxn ang="0">
                    <a:pos x="connsiteX2" y="connsiteY2"/>
                  </a:cxn>
                </a:cxnLst>
                <a:rect l="l" t="t" r="r" b="b"/>
                <a:pathLst>
                  <a:path w="6784" h="3068">
                    <a:moveTo>
                      <a:pt x="4278" y="472"/>
                    </a:moveTo>
                    <a:cubicBezTo>
                      <a:pt x="3323" y="832"/>
                      <a:pt x="-1369" y="2621"/>
                      <a:pt x="391" y="3067"/>
                    </a:cubicBezTo>
                    <a:cubicBezTo>
                      <a:pt x="2666" y="3170"/>
                      <a:pt x="10856" y="-1460"/>
                      <a:pt x="4278" y="47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2" name="Freeform: Shape 771">
                <a:extLst>
                  <a:ext uri="{FF2B5EF4-FFF2-40B4-BE49-F238E27FC236}">
                    <a16:creationId xmlns:a16="http://schemas.microsoft.com/office/drawing/2014/main" id="{0AE298BA-78A3-A916-64C9-F5E5D86CFDCA}"/>
                  </a:ext>
                </a:extLst>
              </p:cNvPr>
              <p:cNvSpPr/>
              <p:nvPr/>
            </p:nvSpPr>
            <p:spPr>
              <a:xfrm>
                <a:off x="1716059" y="6719062"/>
                <a:ext cx="10822" cy="1124"/>
              </a:xfrm>
              <a:custGeom>
                <a:avLst/>
                <a:gdLst>
                  <a:gd name="connsiteX0" fmla="*/ 6962 w 10822"/>
                  <a:gd name="connsiteY0" fmla="*/ 0 h 1124"/>
                  <a:gd name="connsiteX1" fmla="*/ 18 w 10822"/>
                  <a:gd name="connsiteY1" fmla="*/ 555 h 1124"/>
                  <a:gd name="connsiteX2" fmla="*/ 6962 w 10822"/>
                  <a:gd name="connsiteY2" fmla="*/ 0 h 1124"/>
                </a:gdLst>
                <a:ahLst/>
                <a:cxnLst>
                  <a:cxn ang="0">
                    <a:pos x="connsiteX0" y="connsiteY0"/>
                  </a:cxn>
                  <a:cxn ang="0">
                    <a:pos x="connsiteX1" y="connsiteY1"/>
                  </a:cxn>
                  <a:cxn ang="0">
                    <a:pos x="connsiteX2" y="connsiteY2"/>
                  </a:cxn>
                </a:cxnLst>
                <a:rect l="l" t="t" r="r" b="b"/>
                <a:pathLst>
                  <a:path w="10822" h="1124">
                    <a:moveTo>
                      <a:pt x="6962" y="0"/>
                    </a:moveTo>
                    <a:cubicBezTo>
                      <a:pt x="4076" y="0"/>
                      <a:pt x="967" y="246"/>
                      <a:pt x="18" y="555"/>
                    </a:cubicBezTo>
                    <a:cubicBezTo>
                      <a:pt x="-679" y="1978"/>
                      <a:pt x="18883" y="326"/>
                      <a:pt x="696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3" name="Freeform: Shape 772">
                <a:extLst>
                  <a:ext uri="{FF2B5EF4-FFF2-40B4-BE49-F238E27FC236}">
                    <a16:creationId xmlns:a16="http://schemas.microsoft.com/office/drawing/2014/main" id="{AFE513DD-08CA-367F-BD81-0858DB310513}"/>
                  </a:ext>
                </a:extLst>
              </p:cNvPr>
              <p:cNvSpPr/>
              <p:nvPr/>
            </p:nvSpPr>
            <p:spPr>
              <a:xfrm>
                <a:off x="2002340" y="6703723"/>
                <a:ext cx="9892" cy="361"/>
              </a:xfrm>
              <a:custGeom>
                <a:avLst/>
                <a:gdLst>
                  <a:gd name="connsiteX0" fmla="*/ 6390 w 9892"/>
                  <a:gd name="connsiteY0" fmla="*/ 0 h 361"/>
                  <a:gd name="connsiteX1" fmla="*/ 3498 w 9892"/>
                  <a:gd name="connsiteY1" fmla="*/ 360 h 361"/>
                  <a:gd name="connsiteX2" fmla="*/ 6390 w 9892"/>
                  <a:gd name="connsiteY2" fmla="*/ 0 h 361"/>
                </a:gdLst>
                <a:ahLst/>
                <a:cxnLst>
                  <a:cxn ang="0">
                    <a:pos x="connsiteX0" y="connsiteY0"/>
                  </a:cxn>
                  <a:cxn ang="0">
                    <a:pos x="connsiteX1" y="connsiteY1"/>
                  </a:cxn>
                  <a:cxn ang="0">
                    <a:pos x="connsiteX2" y="connsiteY2"/>
                  </a:cxn>
                </a:cxnLst>
                <a:rect l="l" t="t" r="r" b="b"/>
                <a:pathLst>
                  <a:path w="9892" h="361">
                    <a:moveTo>
                      <a:pt x="6390" y="0"/>
                    </a:moveTo>
                    <a:cubicBezTo>
                      <a:pt x="2601" y="-5"/>
                      <a:pt x="-4165" y="383"/>
                      <a:pt x="3498" y="360"/>
                    </a:cubicBezTo>
                    <a:cubicBezTo>
                      <a:pt x="7293" y="371"/>
                      <a:pt x="14060" y="-11"/>
                      <a:pt x="63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4" name="Freeform: Shape 773">
                <a:extLst>
                  <a:ext uri="{FF2B5EF4-FFF2-40B4-BE49-F238E27FC236}">
                    <a16:creationId xmlns:a16="http://schemas.microsoft.com/office/drawing/2014/main" id="{68FF2202-299A-1F3F-40BC-0EB5AAA8AD36}"/>
                  </a:ext>
                </a:extLst>
              </p:cNvPr>
              <p:cNvSpPr/>
              <p:nvPr/>
            </p:nvSpPr>
            <p:spPr>
              <a:xfrm>
                <a:off x="1912134" y="6705286"/>
                <a:ext cx="10198" cy="153"/>
              </a:xfrm>
              <a:custGeom>
                <a:avLst/>
                <a:gdLst>
                  <a:gd name="connsiteX0" fmla="*/ 6625 w 10198"/>
                  <a:gd name="connsiteY0" fmla="*/ 145 h 153"/>
                  <a:gd name="connsiteX1" fmla="*/ 3568 w 10198"/>
                  <a:gd name="connsiteY1" fmla="*/ 8 h 153"/>
                  <a:gd name="connsiteX2" fmla="*/ 6625 w 10198"/>
                  <a:gd name="connsiteY2" fmla="*/ 145 h 153"/>
                </a:gdLst>
                <a:ahLst/>
                <a:cxnLst>
                  <a:cxn ang="0">
                    <a:pos x="connsiteX0" y="connsiteY0"/>
                  </a:cxn>
                  <a:cxn ang="0">
                    <a:pos x="connsiteX1" y="connsiteY1"/>
                  </a:cxn>
                  <a:cxn ang="0">
                    <a:pos x="connsiteX2" y="connsiteY2"/>
                  </a:cxn>
                </a:cxnLst>
                <a:rect l="l" t="t" r="r" b="b"/>
                <a:pathLst>
                  <a:path w="10198" h="153">
                    <a:moveTo>
                      <a:pt x="6625" y="145"/>
                    </a:moveTo>
                    <a:cubicBezTo>
                      <a:pt x="2791" y="186"/>
                      <a:pt x="-4325" y="77"/>
                      <a:pt x="3568" y="8"/>
                    </a:cubicBezTo>
                    <a:cubicBezTo>
                      <a:pt x="7414" y="-32"/>
                      <a:pt x="14523" y="82"/>
                      <a:pt x="6625" y="1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5" name="Freeform: Shape 774">
                <a:extLst>
                  <a:ext uri="{FF2B5EF4-FFF2-40B4-BE49-F238E27FC236}">
                    <a16:creationId xmlns:a16="http://schemas.microsoft.com/office/drawing/2014/main" id="{472B1FF8-9D1B-F8DA-FD80-DF7F1DFE2517}"/>
                  </a:ext>
                </a:extLst>
              </p:cNvPr>
              <p:cNvSpPr/>
              <p:nvPr/>
            </p:nvSpPr>
            <p:spPr>
              <a:xfrm>
                <a:off x="1495736" y="6880134"/>
                <a:ext cx="11611" cy="3688"/>
              </a:xfrm>
              <a:custGeom>
                <a:avLst/>
                <a:gdLst>
                  <a:gd name="connsiteX0" fmla="*/ 7554 w 11611"/>
                  <a:gd name="connsiteY0" fmla="*/ 0 h 3688"/>
                  <a:gd name="connsiteX1" fmla="*/ 73 w 11611"/>
                  <a:gd name="connsiteY1" fmla="*/ 1805 h 3688"/>
                  <a:gd name="connsiteX2" fmla="*/ 7554 w 11611"/>
                  <a:gd name="connsiteY2" fmla="*/ 0 h 3688"/>
                </a:gdLst>
                <a:ahLst/>
                <a:cxnLst>
                  <a:cxn ang="0">
                    <a:pos x="connsiteX0" y="connsiteY0"/>
                  </a:cxn>
                  <a:cxn ang="0">
                    <a:pos x="connsiteX1" y="connsiteY1"/>
                  </a:cxn>
                  <a:cxn ang="0">
                    <a:pos x="connsiteX2" y="connsiteY2"/>
                  </a:cxn>
                </a:cxnLst>
                <a:rect l="l" t="t" r="r" b="b"/>
                <a:pathLst>
                  <a:path w="11611" h="3688">
                    <a:moveTo>
                      <a:pt x="7554" y="0"/>
                    </a:moveTo>
                    <a:cubicBezTo>
                      <a:pt x="4491" y="0"/>
                      <a:pt x="1142" y="806"/>
                      <a:pt x="73" y="1805"/>
                    </a:cubicBezTo>
                    <a:cubicBezTo>
                      <a:pt x="-1413" y="6543"/>
                      <a:pt x="20373" y="966"/>
                      <a:pt x="75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6" name="Freeform: Shape 775">
                <a:extLst>
                  <a:ext uri="{FF2B5EF4-FFF2-40B4-BE49-F238E27FC236}">
                    <a16:creationId xmlns:a16="http://schemas.microsoft.com/office/drawing/2014/main" id="{A7158BD0-AB62-4385-9DBA-077B675D5352}"/>
                  </a:ext>
                </a:extLst>
              </p:cNvPr>
              <p:cNvSpPr/>
              <p:nvPr/>
            </p:nvSpPr>
            <p:spPr>
              <a:xfrm>
                <a:off x="1816796" y="6702951"/>
                <a:ext cx="10518" cy="109"/>
              </a:xfrm>
              <a:custGeom>
                <a:avLst/>
                <a:gdLst>
                  <a:gd name="connsiteX0" fmla="*/ 6871 w 10518"/>
                  <a:gd name="connsiteY0" fmla="*/ 0 h 109"/>
                  <a:gd name="connsiteX1" fmla="*/ 3642 w 10518"/>
                  <a:gd name="connsiteY1" fmla="*/ 109 h 109"/>
                  <a:gd name="connsiteX2" fmla="*/ 6871 w 10518"/>
                  <a:gd name="connsiteY2" fmla="*/ 0 h 109"/>
                </a:gdLst>
                <a:ahLst/>
                <a:cxnLst>
                  <a:cxn ang="0">
                    <a:pos x="connsiteX0" y="connsiteY0"/>
                  </a:cxn>
                  <a:cxn ang="0">
                    <a:pos x="connsiteX1" y="connsiteY1"/>
                  </a:cxn>
                  <a:cxn ang="0">
                    <a:pos x="connsiteX2" y="connsiteY2"/>
                  </a:cxn>
                </a:cxnLst>
                <a:rect l="l" t="t" r="r" b="b"/>
                <a:pathLst>
                  <a:path w="10518" h="109">
                    <a:moveTo>
                      <a:pt x="6871" y="0"/>
                    </a:moveTo>
                    <a:cubicBezTo>
                      <a:pt x="2985" y="0"/>
                      <a:pt x="-4490" y="115"/>
                      <a:pt x="3642" y="109"/>
                    </a:cubicBezTo>
                    <a:cubicBezTo>
                      <a:pt x="7540" y="115"/>
                      <a:pt x="15010" y="-5"/>
                      <a:pt x="687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7" name="Freeform: Shape 776">
                <a:extLst>
                  <a:ext uri="{FF2B5EF4-FFF2-40B4-BE49-F238E27FC236}">
                    <a16:creationId xmlns:a16="http://schemas.microsoft.com/office/drawing/2014/main" id="{6E3C7991-5CCD-5C90-C8DA-D106E7A87E3D}"/>
                  </a:ext>
                </a:extLst>
              </p:cNvPr>
              <p:cNvSpPr/>
              <p:nvPr/>
            </p:nvSpPr>
            <p:spPr>
              <a:xfrm>
                <a:off x="1608942" y="6776523"/>
                <a:ext cx="11236" cy="2918"/>
              </a:xfrm>
              <a:custGeom>
                <a:avLst/>
                <a:gdLst>
                  <a:gd name="connsiteX0" fmla="*/ 7431 w 11236"/>
                  <a:gd name="connsiteY0" fmla="*/ 26 h 2918"/>
                  <a:gd name="connsiteX1" fmla="*/ 3802 w 11236"/>
                  <a:gd name="connsiteY1" fmla="*/ 2895 h 2918"/>
                  <a:gd name="connsiteX2" fmla="*/ 7431 w 11236"/>
                  <a:gd name="connsiteY2" fmla="*/ 26 h 2918"/>
                </a:gdLst>
                <a:ahLst/>
                <a:cxnLst>
                  <a:cxn ang="0">
                    <a:pos x="connsiteX0" y="connsiteY0"/>
                  </a:cxn>
                  <a:cxn ang="0">
                    <a:pos x="connsiteX1" y="connsiteY1"/>
                  </a:cxn>
                  <a:cxn ang="0">
                    <a:pos x="connsiteX2" y="connsiteY2"/>
                  </a:cxn>
                </a:cxnLst>
                <a:rect l="l" t="t" r="r" b="b"/>
                <a:pathLst>
                  <a:path w="11236" h="2918">
                    <a:moveTo>
                      <a:pt x="7431" y="26"/>
                    </a:moveTo>
                    <a:cubicBezTo>
                      <a:pt x="3070" y="-299"/>
                      <a:pt x="-4685" y="2484"/>
                      <a:pt x="3802" y="2895"/>
                    </a:cubicBezTo>
                    <a:cubicBezTo>
                      <a:pt x="8168" y="3203"/>
                      <a:pt x="15924" y="409"/>
                      <a:pt x="7431" y="2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8" name="Freeform: Shape 777">
                <a:extLst>
                  <a:ext uri="{FF2B5EF4-FFF2-40B4-BE49-F238E27FC236}">
                    <a16:creationId xmlns:a16="http://schemas.microsoft.com/office/drawing/2014/main" id="{CACC6492-28A8-ADC4-3A72-A637ED8F2DF5}"/>
                  </a:ext>
                </a:extLst>
              </p:cNvPr>
              <p:cNvSpPr/>
              <p:nvPr/>
            </p:nvSpPr>
            <p:spPr>
              <a:xfrm>
                <a:off x="962358" y="7378698"/>
                <a:ext cx="13499" cy="4785"/>
              </a:xfrm>
              <a:custGeom>
                <a:avLst/>
                <a:gdLst>
                  <a:gd name="connsiteX0" fmla="*/ 9255 w 13499"/>
                  <a:gd name="connsiteY0" fmla="*/ 41 h 4785"/>
                  <a:gd name="connsiteX1" fmla="*/ 4243 w 13499"/>
                  <a:gd name="connsiteY1" fmla="*/ 4745 h 4785"/>
                  <a:gd name="connsiteX2" fmla="*/ 9255 w 13499"/>
                  <a:gd name="connsiteY2" fmla="*/ 41 h 4785"/>
                </a:gdLst>
                <a:ahLst/>
                <a:cxnLst>
                  <a:cxn ang="0">
                    <a:pos x="connsiteX0" y="connsiteY0"/>
                  </a:cxn>
                  <a:cxn ang="0">
                    <a:pos x="connsiteX1" y="connsiteY1"/>
                  </a:cxn>
                  <a:cxn ang="0">
                    <a:pos x="connsiteX2" y="connsiteY2"/>
                  </a:cxn>
                </a:cxnLst>
                <a:rect l="l" t="t" r="r" b="b"/>
                <a:pathLst>
                  <a:path w="13499" h="4785">
                    <a:moveTo>
                      <a:pt x="9255" y="41"/>
                    </a:moveTo>
                    <a:cubicBezTo>
                      <a:pt x="4311" y="-479"/>
                      <a:pt x="-5707" y="4065"/>
                      <a:pt x="4243" y="4745"/>
                    </a:cubicBezTo>
                    <a:cubicBezTo>
                      <a:pt x="9198" y="5259"/>
                      <a:pt x="19205" y="722"/>
                      <a:pt x="9255"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79" name="Freeform: Shape 778">
                <a:extLst>
                  <a:ext uri="{FF2B5EF4-FFF2-40B4-BE49-F238E27FC236}">
                    <a16:creationId xmlns:a16="http://schemas.microsoft.com/office/drawing/2014/main" id="{1073A958-BAE4-FFAC-A850-30DD32986856}"/>
                  </a:ext>
                </a:extLst>
              </p:cNvPr>
              <p:cNvSpPr/>
              <p:nvPr/>
            </p:nvSpPr>
            <p:spPr>
              <a:xfrm>
                <a:off x="1375084" y="6992761"/>
                <a:ext cx="12050" cy="3905"/>
              </a:xfrm>
              <a:custGeom>
                <a:avLst/>
                <a:gdLst>
                  <a:gd name="connsiteX0" fmla="*/ 8071 w 12050"/>
                  <a:gd name="connsiteY0" fmla="*/ 33 h 3905"/>
                  <a:gd name="connsiteX1" fmla="*/ 3973 w 12050"/>
                  <a:gd name="connsiteY1" fmla="*/ 3873 h 3905"/>
                  <a:gd name="connsiteX2" fmla="*/ 8071 w 12050"/>
                  <a:gd name="connsiteY2" fmla="*/ 33 h 3905"/>
                </a:gdLst>
                <a:ahLst/>
                <a:cxnLst>
                  <a:cxn ang="0">
                    <a:pos x="connsiteX0" y="connsiteY0"/>
                  </a:cxn>
                  <a:cxn ang="0">
                    <a:pos x="connsiteX1" y="connsiteY1"/>
                  </a:cxn>
                  <a:cxn ang="0">
                    <a:pos x="connsiteX2" y="connsiteY2"/>
                  </a:cxn>
                </a:cxnLst>
                <a:rect l="l" t="t" r="r" b="b"/>
                <a:pathLst>
                  <a:path w="12050" h="3905">
                    <a:moveTo>
                      <a:pt x="8071" y="33"/>
                    </a:moveTo>
                    <a:cubicBezTo>
                      <a:pt x="3425" y="-385"/>
                      <a:pt x="-5022" y="3347"/>
                      <a:pt x="3973" y="3873"/>
                    </a:cubicBezTo>
                    <a:cubicBezTo>
                      <a:pt x="8637" y="4290"/>
                      <a:pt x="17072" y="558"/>
                      <a:pt x="8071"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0" name="Freeform: Shape 779">
                <a:extLst>
                  <a:ext uri="{FF2B5EF4-FFF2-40B4-BE49-F238E27FC236}">
                    <a16:creationId xmlns:a16="http://schemas.microsoft.com/office/drawing/2014/main" id="{3F362DA4-4DE8-9FB9-EC68-FF73B1FF7FFF}"/>
                  </a:ext>
                </a:extLst>
              </p:cNvPr>
              <p:cNvSpPr/>
              <p:nvPr/>
            </p:nvSpPr>
            <p:spPr>
              <a:xfrm>
                <a:off x="1109376" y="7241227"/>
                <a:ext cx="12980" cy="4465"/>
              </a:xfrm>
              <a:custGeom>
                <a:avLst/>
                <a:gdLst>
                  <a:gd name="connsiteX0" fmla="*/ 8826 w 12980"/>
                  <a:gd name="connsiteY0" fmla="*/ 38 h 4465"/>
                  <a:gd name="connsiteX1" fmla="*/ 4145 w 12980"/>
                  <a:gd name="connsiteY1" fmla="*/ 4427 h 4465"/>
                  <a:gd name="connsiteX2" fmla="*/ 8826 w 12980"/>
                  <a:gd name="connsiteY2" fmla="*/ 38 h 4465"/>
                </a:gdLst>
                <a:ahLst/>
                <a:cxnLst>
                  <a:cxn ang="0">
                    <a:pos x="connsiteX0" y="connsiteY0"/>
                  </a:cxn>
                  <a:cxn ang="0">
                    <a:pos x="connsiteX1" y="connsiteY1"/>
                  </a:cxn>
                  <a:cxn ang="0">
                    <a:pos x="connsiteX2" y="connsiteY2"/>
                  </a:cxn>
                </a:cxnLst>
                <a:rect l="l" t="t" r="r" b="b"/>
                <a:pathLst>
                  <a:path w="12980" h="4465">
                    <a:moveTo>
                      <a:pt x="8826" y="38"/>
                    </a:moveTo>
                    <a:cubicBezTo>
                      <a:pt x="3991" y="-442"/>
                      <a:pt x="-5462" y="3798"/>
                      <a:pt x="4145" y="4427"/>
                    </a:cubicBezTo>
                    <a:cubicBezTo>
                      <a:pt x="9003" y="4907"/>
                      <a:pt x="18444" y="661"/>
                      <a:pt x="8826"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1" name="Freeform: Shape 780">
                <a:extLst>
                  <a:ext uri="{FF2B5EF4-FFF2-40B4-BE49-F238E27FC236}">
                    <a16:creationId xmlns:a16="http://schemas.microsoft.com/office/drawing/2014/main" id="{7F712D95-401E-2A23-DC16-756DD58F0F70}"/>
                  </a:ext>
                </a:extLst>
              </p:cNvPr>
              <p:cNvSpPr/>
              <p:nvPr/>
            </p:nvSpPr>
            <p:spPr>
              <a:xfrm>
                <a:off x="1246663" y="7112859"/>
                <a:ext cx="12493" cy="4173"/>
              </a:xfrm>
              <a:custGeom>
                <a:avLst/>
                <a:gdLst>
                  <a:gd name="connsiteX0" fmla="*/ 8431 w 12493"/>
                  <a:gd name="connsiteY0" fmla="*/ 35 h 4173"/>
                  <a:gd name="connsiteX1" fmla="*/ 4059 w 12493"/>
                  <a:gd name="connsiteY1" fmla="*/ 4138 h 4173"/>
                  <a:gd name="connsiteX2" fmla="*/ 8431 w 12493"/>
                  <a:gd name="connsiteY2" fmla="*/ 35 h 4173"/>
                </a:gdLst>
                <a:ahLst/>
                <a:cxnLst>
                  <a:cxn ang="0">
                    <a:pos x="connsiteX0" y="connsiteY0"/>
                  </a:cxn>
                  <a:cxn ang="0">
                    <a:pos x="connsiteX1" y="connsiteY1"/>
                  </a:cxn>
                  <a:cxn ang="0">
                    <a:pos x="connsiteX2" y="connsiteY2"/>
                  </a:cxn>
                </a:cxnLst>
                <a:rect l="l" t="t" r="r" b="b"/>
                <a:pathLst>
                  <a:path w="12493" h="4173">
                    <a:moveTo>
                      <a:pt x="8431" y="35"/>
                    </a:moveTo>
                    <a:cubicBezTo>
                      <a:pt x="3693" y="-411"/>
                      <a:pt x="-5234" y="3561"/>
                      <a:pt x="4059" y="4138"/>
                    </a:cubicBezTo>
                    <a:cubicBezTo>
                      <a:pt x="8808" y="4584"/>
                      <a:pt x="17729" y="607"/>
                      <a:pt x="843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2" name="Freeform: Shape 781">
                <a:extLst>
                  <a:ext uri="{FF2B5EF4-FFF2-40B4-BE49-F238E27FC236}">
                    <a16:creationId xmlns:a16="http://schemas.microsoft.com/office/drawing/2014/main" id="{1C9A5972-E319-0B5B-64A1-58A87220BAA8}"/>
                  </a:ext>
                </a:extLst>
              </p:cNvPr>
              <p:cNvSpPr/>
              <p:nvPr/>
            </p:nvSpPr>
            <p:spPr>
              <a:xfrm>
                <a:off x="2696100" y="5849925"/>
                <a:ext cx="7810" cy="5041"/>
              </a:xfrm>
              <a:custGeom>
                <a:avLst/>
                <a:gdLst>
                  <a:gd name="connsiteX0" fmla="*/ 4706 w 7810"/>
                  <a:gd name="connsiteY0" fmla="*/ 0 h 5041"/>
                  <a:gd name="connsiteX1" fmla="*/ 2 w 7810"/>
                  <a:gd name="connsiteY1" fmla="*/ 3012 h 5041"/>
                  <a:gd name="connsiteX2" fmla="*/ 4706 w 7810"/>
                  <a:gd name="connsiteY2" fmla="*/ 0 h 5041"/>
                </a:gdLst>
                <a:ahLst/>
                <a:cxnLst>
                  <a:cxn ang="0">
                    <a:pos x="connsiteX0" y="connsiteY0"/>
                  </a:cxn>
                  <a:cxn ang="0">
                    <a:pos x="connsiteX1" y="connsiteY1"/>
                  </a:cxn>
                  <a:cxn ang="0">
                    <a:pos x="connsiteX2" y="connsiteY2"/>
                  </a:cxn>
                </a:cxnLst>
                <a:rect l="l" t="t" r="r" b="b"/>
                <a:pathLst>
                  <a:path w="7810" h="5041">
                    <a:moveTo>
                      <a:pt x="4706" y="0"/>
                    </a:moveTo>
                    <a:cubicBezTo>
                      <a:pt x="2609" y="315"/>
                      <a:pt x="505" y="1669"/>
                      <a:pt x="2" y="3012"/>
                    </a:cubicBezTo>
                    <a:cubicBezTo>
                      <a:pt x="-215" y="8962"/>
                      <a:pt x="13879" y="-74"/>
                      <a:pt x="470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3" name="Freeform: Shape 782">
                <a:extLst>
                  <a:ext uri="{FF2B5EF4-FFF2-40B4-BE49-F238E27FC236}">
                    <a16:creationId xmlns:a16="http://schemas.microsoft.com/office/drawing/2014/main" id="{7CE76858-778D-F354-F02C-C594DB25F8B6}"/>
                  </a:ext>
                </a:extLst>
              </p:cNvPr>
              <p:cNvSpPr/>
              <p:nvPr/>
            </p:nvSpPr>
            <p:spPr>
              <a:xfrm>
                <a:off x="2581528" y="6117048"/>
                <a:ext cx="8072" cy="3519"/>
              </a:xfrm>
              <a:custGeom>
                <a:avLst/>
                <a:gdLst>
                  <a:gd name="connsiteX0" fmla="*/ 5018 w 8072"/>
                  <a:gd name="connsiteY0" fmla="*/ 19 h 3519"/>
                  <a:gd name="connsiteX1" fmla="*/ 3052 w 8072"/>
                  <a:gd name="connsiteY1" fmla="*/ 3499 h 3519"/>
                  <a:gd name="connsiteX2" fmla="*/ 5018 w 8072"/>
                  <a:gd name="connsiteY2" fmla="*/ 19 h 3519"/>
                </a:gdLst>
                <a:ahLst/>
                <a:cxnLst>
                  <a:cxn ang="0">
                    <a:pos x="connsiteX0" y="connsiteY0"/>
                  </a:cxn>
                  <a:cxn ang="0">
                    <a:pos x="connsiteX1" y="connsiteY1"/>
                  </a:cxn>
                  <a:cxn ang="0">
                    <a:pos x="connsiteX2" y="connsiteY2"/>
                  </a:cxn>
                </a:cxnLst>
                <a:rect l="l" t="t" r="r" b="b"/>
                <a:pathLst>
                  <a:path w="8072" h="3519">
                    <a:moveTo>
                      <a:pt x="5018" y="19"/>
                    </a:moveTo>
                    <a:cubicBezTo>
                      <a:pt x="1120" y="-284"/>
                      <a:pt x="-2966" y="3162"/>
                      <a:pt x="3052" y="3499"/>
                    </a:cubicBezTo>
                    <a:cubicBezTo>
                      <a:pt x="6972" y="3813"/>
                      <a:pt x="11030" y="367"/>
                      <a:pt x="501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4" name="Freeform: Shape 783">
                <a:extLst>
                  <a:ext uri="{FF2B5EF4-FFF2-40B4-BE49-F238E27FC236}">
                    <a16:creationId xmlns:a16="http://schemas.microsoft.com/office/drawing/2014/main" id="{7078CBF6-2215-2D29-A3B5-E87C9CDA3E24}"/>
                  </a:ext>
                </a:extLst>
              </p:cNvPr>
              <p:cNvSpPr/>
              <p:nvPr/>
            </p:nvSpPr>
            <p:spPr>
              <a:xfrm>
                <a:off x="2520459" y="6198214"/>
                <a:ext cx="8325" cy="1973"/>
              </a:xfrm>
              <a:custGeom>
                <a:avLst/>
                <a:gdLst>
                  <a:gd name="connsiteX0" fmla="*/ 5102 w 8325"/>
                  <a:gd name="connsiteY0" fmla="*/ 0 h 1973"/>
                  <a:gd name="connsiteX1" fmla="*/ 4 w 8325"/>
                  <a:gd name="connsiteY1" fmla="*/ 966 h 1973"/>
                  <a:gd name="connsiteX2" fmla="*/ 5102 w 8325"/>
                  <a:gd name="connsiteY2" fmla="*/ 0 h 1973"/>
                </a:gdLst>
                <a:ahLst/>
                <a:cxnLst>
                  <a:cxn ang="0">
                    <a:pos x="connsiteX0" y="connsiteY0"/>
                  </a:cxn>
                  <a:cxn ang="0">
                    <a:pos x="connsiteX1" y="connsiteY1"/>
                  </a:cxn>
                  <a:cxn ang="0">
                    <a:pos x="connsiteX2" y="connsiteY2"/>
                  </a:cxn>
                </a:cxnLst>
                <a:rect l="l" t="t" r="r" b="b"/>
                <a:pathLst>
                  <a:path w="8325" h="1973">
                    <a:moveTo>
                      <a:pt x="5102" y="0"/>
                    </a:moveTo>
                    <a:cubicBezTo>
                      <a:pt x="2861" y="0"/>
                      <a:pt x="581" y="428"/>
                      <a:pt x="4" y="966"/>
                    </a:cubicBezTo>
                    <a:cubicBezTo>
                      <a:pt x="-276" y="3497"/>
                      <a:pt x="14720" y="526"/>
                      <a:pt x="510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5" name="Freeform: Shape 784">
                <a:extLst>
                  <a:ext uri="{FF2B5EF4-FFF2-40B4-BE49-F238E27FC236}">
                    <a16:creationId xmlns:a16="http://schemas.microsoft.com/office/drawing/2014/main" id="{EBE54DC3-B99E-E4F8-B55E-61470353BDA1}"/>
                  </a:ext>
                </a:extLst>
              </p:cNvPr>
              <p:cNvSpPr/>
              <p:nvPr/>
            </p:nvSpPr>
            <p:spPr>
              <a:xfrm>
                <a:off x="2087939" y="6675034"/>
                <a:ext cx="9670" cy="1667"/>
              </a:xfrm>
              <a:custGeom>
                <a:avLst/>
                <a:gdLst>
                  <a:gd name="connsiteX0" fmla="*/ 6076 w 9670"/>
                  <a:gd name="connsiteY0" fmla="*/ 0 h 1667"/>
                  <a:gd name="connsiteX1" fmla="*/ 13 w 9670"/>
                  <a:gd name="connsiteY1" fmla="*/ 863 h 1667"/>
                  <a:gd name="connsiteX2" fmla="*/ 6076 w 9670"/>
                  <a:gd name="connsiteY2" fmla="*/ 0 h 1667"/>
                </a:gdLst>
                <a:ahLst/>
                <a:cxnLst>
                  <a:cxn ang="0">
                    <a:pos x="connsiteX0" y="connsiteY0"/>
                  </a:cxn>
                  <a:cxn ang="0">
                    <a:pos x="connsiteX1" y="connsiteY1"/>
                  </a:cxn>
                  <a:cxn ang="0">
                    <a:pos x="connsiteX2" y="connsiteY2"/>
                  </a:cxn>
                </a:cxnLst>
                <a:rect l="l" t="t" r="r" b="b"/>
                <a:pathLst>
                  <a:path w="9670" h="1667">
                    <a:moveTo>
                      <a:pt x="6076" y="0"/>
                    </a:moveTo>
                    <a:cubicBezTo>
                      <a:pt x="3487" y="29"/>
                      <a:pt x="773" y="417"/>
                      <a:pt x="13" y="863"/>
                    </a:cubicBezTo>
                    <a:cubicBezTo>
                      <a:pt x="-536" y="2977"/>
                      <a:pt x="17009" y="286"/>
                      <a:pt x="60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6" name="Freeform: Shape 785">
                <a:extLst>
                  <a:ext uri="{FF2B5EF4-FFF2-40B4-BE49-F238E27FC236}">
                    <a16:creationId xmlns:a16="http://schemas.microsoft.com/office/drawing/2014/main" id="{E6435D1A-2016-0D94-B520-C9C4DA3971B3}"/>
                  </a:ext>
                </a:extLst>
              </p:cNvPr>
              <p:cNvSpPr/>
              <p:nvPr/>
            </p:nvSpPr>
            <p:spPr>
              <a:xfrm>
                <a:off x="2749840" y="5705210"/>
                <a:ext cx="7621" cy="4963"/>
              </a:xfrm>
              <a:custGeom>
                <a:avLst/>
                <a:gdLst>
                  <a:gd name="connsiteX0" fmla="*/ 4584 w 7621"/>
                  <a:gd name="connsiteY0" fmla="*/ 97 h 4963"/>
                  <a:gd name="connsiteX1" fmla="*/ 0 w 7621"/>
                  <a:gd name="connsiteY1" fmla="*/ 3360 h 4963"/>
                  <a:gd name="connsiteX2" fmla="*/ 4584 w 7621"/>
                  <a:gd name="connsiteY2" fmla="*/ 97 h 4963"/>
                </a:gdLst>
                <a:ahLst/>
                <a:cxnLst>
                  <a:cxn ang="0">
                    <a:pos x="connsiteX0" y="connsiteY0"/>
                  </a:cxn>
                  <a:cxn ang="0">
                    <a:pos x="connsiteX1" y="connsiteY1"/>
                  </a:cxn>
                  <a:cxn ang="0">
                    <a:pos x="connsiteX2" y="connsiteY2"/>
                  </a:cxn>
                </a:cxnLst>
                <a:rect l="l" t="t" r="r" b="b"/>
                <a:pathLst>
                  <a:path w="7621" h="4963">
                    <a:moveTo>
                      <a:pt x="4584" y="97"/>
                    </a:moveTo>
                    <a:cubicBezTo>
                      <a:pt x="2532" y="634"/>
                      <a:pt x="480" y="2097"/>
                      <a:pt x="0" y="3360"/>
                    </a:cubicBezTo>
                    <a:cubicBezTo>
                      <a:pt x="-51" y="8686"/>
                      <a:pt x="13499" y="-1063"/>
                      <a:pt x="4584" y="9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7" name="Freeform: Shape 786">
                <a:extLst>
                  <a:ext uri="{FF2B5EF4-FFF2-40B4-BE49-F238E27FC236}">
                    <a16:creationId xmlns:a16="http://schemas.microsoft.com/office/drawing/2014/main" id="{829C2C83-87BC-605B-B4A7-737A7B327537}"/>
                  </a:ext>
                </a:extLst>
              </p:cNvPr>
              <p:cNvSpPr/>
              <p:nvPr/>
            </p:nvSpPr>
            <p:spPr>
              <a:xfrm>
                <a:off x="2801355" y="5579786"/>
                <a:ext cx="7440" cy="4382"/>
              </a:xfrm>
              <a:custGeom>
                <a:avLst/>
                <a:gdLst>
                  <a:gd name="connsiteX0" fmla="*/ 4475 w 7440"/>
                  <a:gd name="connsiteY0" fmla="*/ 328 h 4382"/>
                  <a:gd name="connsiteX1" fmla="*/ 0 w 7440"/>
                  <a:gd name="connsiteY1" fmla="*/ 3391 h 4382"/>
                  <a:gd name="connsiteX2" fmla="*/ 4475 w 7440"/>
                  <a:gd name="connsiteY2" fmla="*/ 328 h 4382"/>
                </a:gdLst>
                <a:ahLst/>
                <a:cxnLst>
                  <a:cxn ang="0">
                    <a:pos x="connsiteX0" y="connsiteY0"/>
                  </a:cxn>
                  <a:cxn ang="0">
                    <a:pos x="connsiteX1" y="connsiteY1"/>
                  </a:cxn>
                  <a:cxn ang="0">
                    <a:pos x="connsiteX2" y="connsiteY2"/>
                  </a:cxn>
                </a:cxnLst>
                <a:rect l="l" t="t" r="r" b="b"/>
                <a:pathLst>
                  <a:path w="7440" h="4382">
                    <a:moveTo>
                      <a:pt x="4475" y="328"/>
                    </a:moveTo>
                    <a:cubicBezTo>
                      <a:pt x="2463" y="1019"/>
                      <a:pt x="463" y="2397"/>
                      <a:pt x="0" y="3391"/>
                    </a:cubicBezTo>
                    <a:cubicBezTo>
                      <a:pt x="120" y="7311"/>
                      <a:pt x="13122" y="-1804"/>
                      <a:pt x="4475" y="3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8" name="Freeform: Shape 787">
                <a:extLst>
                  <a:ext uri="{FF2B5EF4-FFF2-40B4-BE49-F238E27FC236}">
                    <a16:creationId xmlns:a16="http://schemas.microsoft.com/office/drawing/2014/main" id="{B1934192-514E-5175-F1BE-FB04DA414B2B}"/>
                  </a:ext>
                </a:extLst>
              </p:cNvPr>
              <p:cNvSpPr/>
              <p:nvPr/>
            </p:nvSpPr>
            <p:spPr>
              <a:xfrm>
                <a:off x="2639989" y="5993871"/>
                <a:ext cx="7897" cy="4516"/>
              </a:xfrm>
              <a:custGeom>
                <a:avLst/>
                <a:gdLst>
                  <a:gd name="connsiteX0" fmla="*/ 4890 w 7897"/>
                  <a:gd name="connsiteY0" fmla="*/ 3 h 4516"/>
                  <a:gd name="connsiteX1" fmla="*/ 3004 w 7897"/>
                  <a:gd name="connsiteY1" fmla="*/ 4513 h 4516"/>
                  <a:gd name="connsiteX2" fmla="*/ 4890 w 7897"/>
                  <a:gd name="connsiteY2" fmla="*/ 3 h 4516"/>
                </a:gdLst>
                <a:ahLst/>
                <a:cxnLst>
                  <a:cxn ang="0">
                    <a:pos x="connsiteX0" y="connsiteY0"/>
                  </a:cxn>
                  <a:cxn ang="0">
                    <a:pos x="connsiteX1" y="connsiteY1"/>
                  </a:cxn>
                  <a:cxn ang="0">
                    <a:pos x="connsiteX2" y="connsiteY2"/>
                  </a:cxn>
                </a:cxnLst>
                <a:rect l="l" t="t" r="r" b="b"/>
                <a:pathLst>
                  <a:path w="7897" h="4516">
                    <a:moveTo>
                      <a:pt x="4890" y="3"/>
                    </a:moveTo>
                    <a:cubicBezTo>
                      <a:pt x="1038" y="-134"/>
                      <a:pt x="-2877" y="4432"/>
                      <a:pt x="3004" y="4513"/>
                    </a:cubicBezTo>
                    <a:cubicBezTo>
                      <a:pt x="6879" y="4672"/>
                      <a:pt x="10765" y="83"/>
                      <a:pt x="4890"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89" name="Freeform: Shape 788">
                <a:extLst>
                  <a:ext uri="{FF2B5EF4-FFF2-40B4-BE49-F238E27FC236}">
                    <a16:creationId xmlns:a16="http://schemas.microsoft.com/office/drawing/2014/main" id="{7B3B8305-DA1F-4D3F-ACEC-7C2D1AF3E40B}"/>
                  </a:ext>
                </a:extLst>
              </p:cNvPr>
              <p:cNvSpPr/>
              <p:nvPr/>
            </p:nvSpPr>
            <p:spPr>
              <a:xfrm>
                <a:off x="2456170" y="6257913"/>
                <a:ext cx="8536" cy="2061"/>
              </a:xfrm>
              <a:custGeom>
                <a:avLst/>
                <a:gdLst>
                  <a:gd name="connsiteX0" fmla="*/ 5252 w 8536"/>
                  <a:gd name="connsiteY0" fmla="*/ 0 h 2061"/>
                  <a:gd name="connsiteX1" fmla="*/ 5 w 8536"/>
                  <a:gd name="connsiteY1" fmla="*/ 1005 h 2061"/>
                  <a:gd name="connsiteX2" fmla="*/ 5252 w 8536"/>
                  <a:gd name="connsiteY2" fmla="*/ 0 h 2061"/>
                </a:gdLst>
                <a:ahLst/>
                <a:cxnLst>
                  <a:cxn ang="0">
                    <a:pos x="connsiteX0" y="connsiteY0"/>
                  </a:cxn>
                  <a:cxn ang="0">
                    <a:pos x="connsiteX1" y="connsiteY1"/>
                  </a:cxn>
                  <a:cxn ang="0">
                    <a:pos x="connsiteX2" y="connsiteY2"/>
                  </a:cxn>
                </a:cxnLst>
                <a:rect l="l" t="t" r="r" b="b"/>
                <a:pathLst>
                  <a:path w="8536" h="2061">
                    <a:moveTo>
                      <a:pt x="5252" y="0"/>
                    </a:moveTo>
                    <a:cubicBezTo>
                      <a:pt x="2954" y="0"/>
                      <a:pt x="606" y="451"/>
                      <a:pt x="5" y="1005"/>
                    </a:cubicBezTo>
                    <a:cubicBezTo>
                      <a:pt x="-332" y="3657"/>
                      <a:pt x="15087" y="548"/>
                      <a:pt x="5252"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0" name="Freeform: Shape 789">
                <a:extLst>
                  <a:ext uri="{FF2B5EF4-FFF2-40B4-BE49-F238E27FC236}">
                    <a16:creationId xmlns:a16="http://schemas.microsoft.com/office/drawing/2014/main" id="{A1E52708-8900-ABC0-186A-B21E212675FA}"/>
                  </a:ext>
                </a:extLst>
              </p:cNvPr>
              <p:cNvSpPr/>
              <p:nvPr/>
            </p:nvSpPr>
            <p:spPr>
              <a:xfrm>
                <a:off x="2168626" y="6594270"/>
                <a:ext cx="9406" cy="3829"/>
              </a:xfrm>
              <a:custGeom>
                <a:avLst/>
                <a:gdLst>
                  <a:gd name="connsiteX0" fmla="*/ 5994 w 9406"/>
                  <a:gd name="connsiteY0" fmla="*/ 17 h 3829"/>
                  <a:gd name="connsiteX1" fmla="*/ 3411 w 9406"/>
                  <a:gd name="connsiteY1" fmla="*/ 3812 h 3829"/>
                  <a:gd name="connsiteX2" fmla="*/ 5994 w 9406"/>
                  <a:gd name="connsiteY2" fmla="*/ 17 h 3829"/>
                </a:gdLst>
                <a:ahLst/>
                <a:cxnLst>
                  <a:cxn ang="0">
                    <a:pos x="connsiteX0" y="connsiteY0"/>
                  </a:cxn>
                  <a:cxn ang="0">
                    <a:pos x="connsiteX1" y="connsiteY1"/>
                  </a:cxn>
                  <a:cxn ang="0">
                    <a:pos x="connsiteX2" y="connsiteY2"/>
                  </a:cxn>
                </a:cxnLst>
                <a:rect l="l" t="t" r="r" b="b"/>
                <a:pathLst>
                  <a:path w="9406" h="3829">
                    <a:moveTo>
                      <a:pt x="5994" y="17"/>
                    </a:moveTo>
                    <a:cubicBezTo>
                      <a:pt x="1765" y="-281"/>
                      <a:pt x="-3641" y="3497"/>
                      <a:pt x="3411" y="3812"/>
                    </a:cubicBezTo>
                    <a:cubicBezTo>
                      <a:pt x="7657" y="4120"/>
                      <a:pt x="13041" y="354"/>
                      <a:pt x="599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1" name="Freeform: Shape 790">
                <a:extLst>
                  <a:ext uri="{FF2B5EF4-FFF2-40B4-BE49-F238E27FC236}">
                    <a16:creationId xmlns:a16="http://schemas.microsoft.com/office/drawing/2014/main" id="{B3BE5BB8-AD98-539A-DF0B-C0A688B7BA80}"/>
                  </a:ext>
                </a:extLst>
              </p:cNvPr>
              <p:cNvSpPr/>
              <p:nvPr/>
            </p:nvSpPr>
            <p:spPr>
              <a:xfrm>
                <a:off x="2245042" y="6469628"/>
                <a:ext cx="9180" cy="3902"/>
              </a:xfrm>
              <a:custGeom>
                <a:avLst/>
                <a:gdLst>
                  <a:gd name="connsiteX0" fmla="*/ 5816 w 9180"/>
                  <a:gd name="connsiteY0" fmla="*/ 20 h 3902"/>
                  <a:gd name="connsiteX1" fmla="*/ 3358 w 9180"/>
                  <a:gd name="connsiteY1" fmla="*/ 3884 h 3902"/>
                  <a:gd name="connsiteX2" fmla="*/ 5816 w 9180"/>
                  <a:gd name="connsiteY2" fmla="*/ 20 h 3902"/>
                </a:gdLst>
                <a:ahLst/>
                <a:cxnLst>
                  <a:cxn ang="0">
                    <a:pos x="connsiteX0" y="connsiteY0"/>
                  </a:cxn>
                  <a:cxn ang="0">
                    <a:pos x="connsiteX1" y="connsiteY1"/>
                  </a:cxn>
                  <a:cxn ang="0">
                    <a:pos x="connsiteX2" y="connsiteY2"/>
                  </a:cxn>
                </a:cxnLst>
                <a:rect l="l" t="t" r="r" b="b"/>
                <a:pathLst>
                  <a:path w="9180" h="3902">
                    <a:moveTo>
                      <a:pt x="5816" y="20"/>
                    </a:moveTo>
                    <a:cubicBezTo>
                      <a:pt x="1586" y="-311"/>
                      <a:pt x="-3494" y="3512"/>
                      <a:pt x="3358" y="3884"/>
                    </a:cubicBezTo>
                    <a:cubicBezTo>
                      <a:pt x="7593" y="4204"/>
                      <a:pt x="12679" y="380"/>
                      <a:pt x="5816"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2" name="Freeform: Shape 791">
                <a:extLst>
                  <a:ext uri="{FF2B5EF4-FFF2-40B4-BE49-F238E27FC236}">
                    <a16:creationId xmlns:a16="http://schemas.microsoft.com/office/drawing/2014/main" id="{00F23BC5-D7F4-52F9-36F6-C6316A3A9C64}"/>
                  </a:ext>
                </a:extLst>
              </p:cNvPr>
              <p:cNvSpPr/>
              <p:nvPr/>
            </p:nvSpPr>
            <p:spPr>
              <a:xfrm>
                <a:off x="2318343" y="6385952"/>
                <a:ext cx="8995" cy="2268"/>
              </a:xfrm>
              <a:custGeom>
                <a:avLst/>
                <a:gdLst>
                  <a:gd name="connsiteX0" fmla="*/ 5576 w 8995"/>
                  <a:gd name="connsiteY0" fmla="*/ 0 h 2268"/>
                  <a:gd name="connsiteX1" fmla="*/ 9 w 8995"/>
                  <a:gd name="connsiteY1" fmla="*/ 1109 h 2268"/>
                  <a:gd name="connsiteX2" fmla="*/ 5576 w 8995"/>
                  <a:gd name="connsiteY2" fmla="*/ 0 h 2268"/>
                </a:gdLst>
                <a:ahLst/>
                <a:cxnLst>
                  <a:cxn ang="0">
                    <a:pos x="connsiteX0" y="connsiteY0"/>
                  </a:cxn>
                  <a:cxn ang="0">
                    <a:pos x="connsiteX1" y="connsiteY1"/>
                  </a:cxn>
                  <a:cxn ang="0">
                    <a:pos x="connsiteX2" y="connsiteY2"/>
                  </a:cxn>
                </a:cxnLst>
                <a:rect l="l" t="t" r="r" b="b"/>
                <a:pathLst>
                  <a:path w="8995" h="2268">
                    <a:moveTo>
                      <a:pt x="5576" y="0"/>
                    </a:moveTo>
                    <a:cubicBezTo>
                      <a:pt x="3158" y="0"/>
                      <a:pt x="672" y="497"/>
                      <a:pt x="9" y="1109"/>
                    </a:cubicBezTo>
                    <a:cubicBezTo>
                      <a:pt x="-448" y="4023"/>
                      <a:pt x="15886" y="600"/>
                      <a:pt x="557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3" name="Freeform: Shape 792">
                <a:extLst>
                  <a:ext uri="{FF2B5EF4-FFF2-40B4-BE49-F238E27FC236}">
                    <a16:creationId xmlns:a16="http://schemas.microsoft.com/office/drawing/2014/main" id="{E406E8B4-9038-99A4-F9C6-CC6B162D2965}"/>
                  </a:ext>
                </a:extLst>
              </p:cNvPr>
              <p:cNvSpPr/>
              <p:nvPr/>
            </p:nvSpPr>
            <p:spPr>
              <a:xfrm>
                <a:off x="2388879" y="6320418"/>
                <a:ext cx="8760" cy="2162"/>
              </a:xfrm>
              <a:custGeom>
                <a:avLst/>
                <a:gdLst>
                  <a:gd name="connsiteX0" fmla="*/ 5408 w 8760"/>
                  <a:gd name="connsiteY0" fmla="*/ 0 h 2162"/>
                  <a:gd name="connsiteX1" fmla="*/ 7 w 8760"/>
                  <a:gd name="connsiteY1" fmla="*/ 1057 h 2162"/>
                  <a:gd name="connsiteX2" fmla="*/ 5408 w 8760"/>
                  <a:gd name="connsiteY2" fmla="*/ 0 h 2162"/>
                </a:gdLst>
                <a:ahLst/>
                <a:cxnLst>
                  <a:cxn ang="0">
                    <a:pos x="connsiteX0" y="connsiteY0"/>
                  </a:cxn>
                  <a:cxn ang="0">
                    <a:pos x="connsiteX1" y="connsiteY1"/>
                  </a:cxn>
                  <a:cxn ang="0">
                    <a:pos x="connsiteX2" y="connsiteY2"/>
                  </a:cxn>
                </a:cxnLst>
                <a:rect l="l" t="t" r="r" b="b"/>
                <a:pathLst>
                  <a:path w="8760" h="2162">
                    <a:moveTo>
                      <a:pt x="5408" y="0"/>
                    </a:moveTo>
                    <a:cubicBezTo>
                      <a:pt x="3053" y="0"/>
                      <a:pt x="636" y="474"/>
                      <a:pt x="7" y="1057"/>
                    </a:cubicBezTo>
                    <a:cubicBezTo>
                      <a:pt x="-387" y="3834"/>
                      <a:pt x="15478" y="571"/>
                      <a:pt x="540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4" name="Freeform: Shape 793">
                <a:extLst>
                  <a:ext uri="{FF2B5EF4-FFF2-40B4-BE49-F238E27FC236}">
                    <a16:creationId xmlns:a16="http://schemas.microsoft.com/office/drawing/2014/main" id="{482BC51D-1A77-8896-067F-39358C5000F3}"/>
                  </a:ext>
                </a:extLst>
              </p:cNvPr>
              <p:cNvSpPr/>
              <p:nvPr/>
            </p:nvSpPr>
            <p:spPr>
              <a:xfrm>
                <a:off x="804908" y="7526050"/>
                <a:ext cx="13659" cy="5235"/>
              </a:xfrm>
              <a:custGeom>
                <a:avLst/>
                <a:gdLst>
                  <a:gd name="connsiteX0" fmla="*/ 9519 w 13659"/>
                  <a:gd name="connsiteY0" fmla="*/ 95 h 5235"/>
                  <a:gd name="connsiteX1" fmla="*/ 4141 w 13659"/>
                  <a:gd name="connsiteY1" fmla="*/ 5141 h 5235"/>
                  <a:gd name="connsiteX2" fmla="*/ 9519 w 13659"/>
                  <a:gd name="connsiteY2" fmla="*/ 95 h 5235"/>
                </a:gdLst>
                <a:ahLst/>
                <a:cxnLst>
                  <a:cxn ang="0">
                    <a:pos x="connsiteX0" y="connsiteY0"/>
                  </a:cxn>
                  <a:cxn ang="0">
                    <a:pos x="connsiteX1" y="connsiteY1"/>
                  </a:cxn>
                  <a:cxn ang="0">
                    <a:pos x="connsiteX2" y="connsiteY2"/>
                  </a:cxn>
                </a:cxnLst>
                <a:rect l="l" t="t" r="r" b="b"/>
                <a:pathLst>
                  <a:path w="13659" h="5235">
                    <a:moveTo>
                      <a:pt x="9519" y="95"/>
                    </a:moveTo>
                    <a:cubicBezTo>
                      <a:pt x="5135" y="-773"/>
                      <a:pt x="-6003" y="4553"/>
                      <a:pt x="4141" y="5141"/>
                    </a:cubicBezTo>
                    <a:cubicBezTo>
                      <a:pt x="8524" y="6004"/>
                      <a:pt x="19663" y="684"/>
                      <a:pt x="9519" y="9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5" name="Freeform: Shape 794">
                <a:extLst>
                  <a:ext uri="{FF2B5EF4-FFF2-40B4-BE49-F238E27FC236}">
                    <a16:creationId xmlns:a16="http://schemas.microsoft.com/office/drawing/2014/main" id="{503A557B-CDB2-1656-D48B-2C1DA639C64E}"/>
                  </a:ext>
                </a:extLst>
              </p:cNvPr>
              <p:cNvSpPr/>
              <p:nvPr/>
            </p:nvSpPr>
            <p:spPr>
              <a:xfrm>
                <a:off x="2656005" y="5596472"/>
                <a:ext cx="6637" cy="4814"/>
              </a:xfrm>
              <a:custGeom>
                <a:avLst/>
                <a:gdLst>
                  <a:gd name="connsiteX0" fmla="*/ 4281 w 6637"/>
                  <a:gd name="connsiteY0" fmla="*/ 1296 h 4814"/>
                  <a:gd name="connsiteX1" fmla="*/ 292 w 6637"/>
                  <a:gd name="connsiteY1" fmla="*/ 4799 h 4814"/>
                  <a:gd name="connsiteX2" fmla="*/ 4281 w 6637"/>
                  <a:gd name="connsiteY2" fmla="*/ 1296 h 4814"/>
                </a:gdLst>
                <a:ahLst/>
                <a:cxnLst>
                  <a:cxn ang="0">
                    <a:pos x="connsiteX0" y="connsiteY0"/>
                  </a:cxn>
                  <a:cxn ang="0">
                    <a:pos x="connsiteX1" y="connsiteY1"/>
                  </a:cxn>
                  <a:cxn ang="0">
                    <a:pos x="connsiteX2" y="connsiteY2"/>
                  </a:cxn>
                </a:cxnLst>
                <a:rect l="l" t="t" r="r" b="b"/>
                <a:pathLst>
                  <a:path w="6637" h="4814">
                    <a:moveTo>
                      <a:pt x="4281" y="1296"/>
                    </a:moveTo>
                    <a:cubicBezTo>
                      <a:pt x="3366" y="1964"/>
                      <a:pt x="-1183" y="5062"/>
                      <a:pt x="292" y="4799"/>
                    </a:cubicBezTo>
                    <a:cubicBezTo>
                      <a:pt x="2463" y="3890"/>
                      <a:pt x="10596" y="-2751"/>
                      <a:pt x="4281" y="12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6" name="Freeform: Shape 795">
                <a:extLst>
                  <a:ext uri="{FF2B5EF4-FFF2-40B4-BE49-F238E27FC236}">
                    <a16:creationId xmlns:a16="http://schemas.microsoft.com/office/drawing/2014/main" id="{B76C3152-3D67-503D-2493-E609A3D3AC8E}"/>
                  </a:ext>
                </a:extLst>
              </p:cNvPr>
              <p:cNvSpPr/>
              <p:nvPr/>
            </p:nvSpPr>
            <p:spPr>
              <a:xfrm>
                <a:off x="1191821" y="6880134"/>
                <a:ext cx="11690" cy="3688"/>
              </a:xfrm>
              <a:custGeom>
                <a:avLst/>
                <a:gdLst>
                  <a:gd name="connsiteX0" fmla="*/ 7740 w 11690"/>
                  <a:gd name="connsiteY0" fmla="*/ 0 h 3688"/>
                  <a:gd name="connsiteX1" fmla="*/ 105 w 11690"/>
                  <a:gd name="connsiteY1" fmla="*/ 1805 h 3688"/>
                  <a:gd name="connsiteX2" fmla="*/ 7740 w 11690"/>
                  <a:gd name="connsiteY2" fmla="*/ 0 h 3688"/>
                </a:gdLst>
                <a:ahLst/>
                <a:cxnLst>
                  <a:cxn ang="0">
                    <a:pos x="connsiteX0" y="connsiteY0"/>
                  </a:cxn>
                  <a:cxn ang="0">
                    <a:pos x="connsiteX1" y="connsiteY1"/>
                  </a:cxn>
                  <a:cxn ang="0">
                    <a:pos x="connsiteX2" y="connsiteY2"/>
                  </a:cxn>
                </a:cxnLst>
                <a:rect l="l" t="t" r="r" b="b"/>
                <a:pathLst>
                  <a:path w="11690" h="3688">
                    <a:moveTo>
                      <a:pt x="7740" y="0"/>
                    </a:moveTo>
                    <a:cubicBezTo>
                      <a:pt x="4677" y="0"/>
                      <a:pt x="1254" y="806"/>
                      <a:pt x="105" y="1805"/>
                    </a:cubicBezTo>
                    <a:cubicBezTo>
                      <a:pt x="-1695" y="6549"/>
                      <a:pt x="20439" y="948"/>
                      <a:pt x="774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7" name="Freeform: Shape 796">
                <a:extLst>
                  <a:ext uri="{FF2B5EF4-FFF2-40B4-BE49-F238E27FC236}">
                    <a16:creationId xmlns:a16="http://schemas.microsoft.com/office/drawing/2014/main" id="{1CF0DB4F-D7C0-1602-2DC5-336D19C9DDBB}"/>
                  </a:ext>
                </a:extLst>
              </p:cNvPr>
              <p:cNvSpPr/>
              <p:nvPr/>
            </p:nvSpPr>
            <p:spPr>
              <a:xfrm>
                <a:off x="1429539" y="6719452"/>
                <a:ext cx="10961" cy="1110"/>
              </a:xfrm>
              <a:custGeom>
                <a:avLst/>
                <a:gdLst>
                  <a:gd name="connsiteX0" fmla="*/ 7326 w 10961"/>
                  <a:gd name="connsiteY0" fmla="*/ 10 h 1110"/>
                  <a:gd name="connsiteX1" fmla="*/ 3628 w 10961"/>
                  <a:gd name="connsiteY1" fmla="*/ 1101 h 1110"/>
                  <a:gd name="connsiteX2" fmla="*/ 7326 w 10961"/>
                  <a:gd name="connsiteY2" fmla="*/ 10 h 1110"/>
                </a:gdLst>
                <a:ahLst/>
                <a:cxnLst>
                  <a:cxn ang="0">
                    <a:pos x="connsiteX0" y="connsiteY0"/>
                  </a:cxn>
                  <a:cxn ang="0">
                    <a:pos x="connsiteX1" y="connsiteY1"/>
                  </a:cxn>
                  <a:cxn ang="0">
                    <a:pos x="connsiteX2" y="connsiteY2"/>
                  </a:cxn>
                </a:cxnLst>
                <a:rect l="l" t="t" r="r" b="b"/>
                <a:pathLst>
                  <a:path w="10961" h="1110">
                    <a:moveTo>
                      <a:pt x="7326" y="10"/>
                    </a:moveTo>
                    <a:cubicBezTo>
                      <a:pt x="3474" y="-115"/>
                      <a:pt x="-4744" y="947"/>
                      <a:pt x="3628" y="1101"/>
                    </a:cubicBezTo>
                    <a:cubicBezTo>
                      <a:pt x="7492" y="1221"/>
                      <a:pt x="15710" y="147"/>
                      <a:pt x="7326"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8" name="Freeform: Shape 797">
                <a:extLst>
                  <a:ext uri="{FF2B5EF4-FFF2-40B4-BE49-F238E27FC236}">
                    <a16:creationId xmlns:a16="http://schemas.microsoft.com/office/drawing/2014/main" id="{C4E45DE7-AD06-515B-8564-1E5C7482F65C}"/>
                  </a:ext>
                </a:extLst>
              </p:cNvPr>
              <p:cNvSpPr/>
              <p:nvPr/>
            </p:nvSpPr>
            <p:spPr>
              <a:xfrm>
                <a:off x="1314059" y="6776510"/>
                <a:ext cx="11337" cy="2917"/>
              </a:xfrm>
              <a:custGeom>
                <a:avLst/>
                <a:gdLst>
                  <a:gd name="connsiteX0" fmla="*/ 7626 w 11337"/>
                  <a:gd name="connsiteY0" fmla="*/ 27 h 2917"/>
                  <a:gd name="connsiteX1" fmla="*/ 3706 w 11337"/>
                  <a:gd name="connsiteY1" fmla="*/ 2891 h 2917"/>
                  <a:gd name="connsiteX2" fmla="*/ 7626 w 11337"/>
                  <a:gd name="connsiteY2" fmla="*/ 27 h 2917"/>
                </a:gdLst>
                <a:ahLst/>
                <a:cxnLst>
                  <a:cxn ang="0">
                    <a:pos x="connsiteX0" y="connsiteY0"/>
                  </a:cxn>
                  <a:cxn ang="0">
                    <a:pos x="connsiteX1" y="connsiteY1"/>
                  </a:cxn>
                  <a:cxn ang="0">
                    <a:pos x="connsiteX2" y="connsiteY2"/>
                  </a:cxn>
                </a:cxnLst>
                <a:rect l="l" t="t" r="r" b="b"/>
                <a:pathLst>
                  <a:path w="11337" h="2917">
                    <a:moveTo>
                      <a:pt x="7626" y="27"/>
                    </a:moveTo>
                    <a:cubicBezTo>
                      <a:pt x="3437" y="-304"/>
                      <a:pt x="-4804" y="2462"/>
                      <a:pt x="3706" y="2891"/>
                    </a:cubicBezTo>
                    <a:cubicBezTo>
                      <a:pt x="7900" y="3216"/>
                      <a:pt x="16147" y="434"/>
                      <a:pt x="7626"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799" name="Freeform: Shape 798">
                <a:extLst>
                  <a:ext uri="{FF2B5EF4-FFF2-40B4-BE49-F238E27FC236}">
                    <a16:creationId xmlns:a16="http://schemas.microsoft.com/office/drawing/2014/main" id="{B243DA41-98D1-C773-FA81-46633344C1FB}"/>
                  </a:ext>
                </a:extLst>
              </p:cNvPr>
              <p:cNvSpPr/>
              <p:nvPr/>
            </p:nvSpPr>
            <p:spPr>
              <a:xfrm>
                <a:off x="1641470" y="6707521"/>
                <a:ext cx="10300" cy="210"/>
              </a:xfrm>
              <a:custGeom>
                <a:avLst/>
                <a:gdLst>
                  <a:gd name="connsiteX0" fmla="*/ 6798 w 10300"/>
                  <a:gd name="connsiteY0" fmla="*/ 191 h 210"/>
                  <a:gd name="connsiteX1" fmla="*/ 3501 w 10300"/>
                  <a:gd name="connsiteY1" fmla="*/ 19 h 210"/>
                  <a:gd name="connsiteX2" fmla="*/ 6798 w 10300"/>
                  <a:gd name="connsiteY2" fmla="*/ 191 h 210"/>
                </a:gdLst>
                <a:ahLst/>
                <a:cxnLst>
                  <a:cxn ang="0">
                    <a:pos x="connsiteX0" y="connsiteY0"/>
                  </a:cxn>
                  <a:cxn ang="0">
                    <a:pos x="connsiteX1" y="connsiteY1"/>
                  </a:cxn>
                  <a:cxn ang="0">
                    <a:pos x="connsiteX2" y="connsiteY2"/>
                  </a:cxn>
                </a:cxnLst>
                <a:rect l="l" t="t" r="r" b="b"/>
                <a:pathLst>
                  <a:path w="10300" h="210">
                    <a:moveTo>
                      <a:pt x="6798" y="191"/>
                    </a:moveTo>
                    <a:cubicBezTo>
                      <a:pt x="3106" y="259"/>
                      <a:pt x="-4443" y="134"/>
                      <a:pt x="3501" y="19"/>
                    </a:cubicBezTo>
                    <a:cubicBezTo>
                      <a:pt x="7198" y="-49"/>
                      <a:pt x="14742" y="77"/>
                      <a:pt x="6798" y="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0" name="Freeform: Shape 799">
                <a:extLst>
                  <a:ext uri="{FF2B5EF4-FFF2-40B4-BE49-F238E27FC236}">
                    <a16:creationId xmlns:a16="http://schemas.microsoft.com/office/drawing/2014/main" id="{F924B72E-FE4A-B07D-6955-39ECB013B84A}"/>
                  </a:ext>
                </a:extLst>
              </p:cNvPr>
              <p:cNvSpPr/>
              <p:nvPr/>
            </p:nvSpPr>
            <p:spPr>
              <a:xfrm>
                <a:off x="1538505" y="6704197"/>
                <a:ext cx="10644" cy="98"/>
              </a:xfrm>
              <a:custGeom>
                <a:avLst/>
                <a:gdLst>
                  <a:gd name="connsiteX0" fmla="*/ 7064 w 10644"/>
                  <a:gd name="connsiteY0" fmla="*/ 11 h 98"/>
                  <a:gd name="connsiteX1" fmla="*/ 3573 w 10644"/>
                  <a:gd name="connsiteY1" fmla="*/ 92 h 98"/>
                  <a:gd name="connsiteX2" fmla="*/ 7064 w 10644"/>
                  <a:gd name="connsiteY2" fmla="*/ 11 h 98"/>
                </a:gdLst>
                <a:ahLst/>
                <a:cxnLst>
                  <a:cxn ang="0">
                    <a:pos x="connsiteX0" y="connsiteY0"/>
                  </a:cxn>
                  <a:cxn ang="0">
                    <a:pos x="connsiteX1" y="connsiteY1"/>
                  </a:cxn>
                  <a:cxn ang="0">
                    <a:pos x="connsiteX2" y="connsiteY2"/>
                  </a:cxn>
                </a:cxnLst>
                <a:rect l="l" t="t" r="r" b="b"/>
                <a:pathLst>
                  <a:path w="10644" h="98">
                    <a:moveTo>
                      <a:pt x="7064" y="11"/>
                    </a:moveTo>
                    <a:cubicBezTo>
                      <a:pt x="3327" y="23"/>
                      <a:pt x="-4617" y="126"/>
                      <a:pt x="3573" y="92"/>
                    </a:cubicBezTo>
                    <a:cubicBezTo>
                      <a:pt x="7322" y="69"/>
                      <a:pt x="15265" y="-34"/>
                      <a:pt x="7064" y="1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1" name="Freeform: Shape 800">
                <a:extLst>
                  <a:ext uri="{FF2B5EF4-FFF2-40B4-BE49-F238E27FC236}">
                    <a16:creationId xmlns:a16="http://schemas.microsoft.com/office/drawing/2014/main" id="{A606B6E5-2929-2AC0-ABFA-D5FA0D4DBDA9}"/>
                  </a:ext>
                </a:extLst>
              </p:cNvPr>
              <p:cNvSpPr/>
              <p:nvPr/>
            </p:nvSpPr>
            <p:spPr>
              <a:xfrm>
                <a:off x="1738881" y="6706904"/>
                <a:ext cx="9984" cy="354"/>
              </a:xfrm>
              <a:custGeom>
                <a:avLst/>
                <a:gdLst>
                  <a:gd name="connsiteX0" fmla="*/ 6554 w 9984"/>
                  <a:gd name="connsiteY0" fmla="*/ 8 h 354"/>
                  <a:gd name="connsiteX1" fmla="*/ 3428 w 9984"/>
                  <a:gd name="connsiteY1" fmla="*/ 345 h 354"/>
                  <a:gd name="connsiteX2" fmla="*/ 6554 w 9984"/>
                  <a:gd name="connsiteY2" fmla="*/ 8 h 354"/>
                </a:gdLst>
                <a:ahLst/>
                <a:cxnLst>
                  <a:cxn ang="0">
                    <a:pos x="connsiteX0" y="connsiteY0"/>
                  </a:cxn>
                  <a:cxn ang="0">
                    <a:pos x="connsiteX1" y="connsiteY1"/>
                  </a:cxn>
                  <a:cxn ang="0">
                    <a:pos x="connsiteX2" y="connsiteY2"/>
                  </a:cxn>
                </a:cxnLst>
                <a:rect l="l" t="t" r="r" b="b"/>
                <a:pathLst>
                  <a:path w="9984" h="354">
                    <a:moveTo>
                      <a:pt x="6554" y="8"/>
                    </a:moveTo>
                    <a:cubicBezTo>
                      <a:pt x="2913" y="31"/>
                      <a:pt x="-4282" y="420"/>
                      <a:pt x="3428" y="345"/>
                    </a:cubicBezTo>
                    <a:cubicBezTo>
                      <a:pt x="7085" y="323"/>
                      <a:pt x="14263" y="-60"/>
                      <a:pt x="6554"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2" name="Freeform: Shape 801">
                <a:extLst>
                  <a:ext uri="{FF2B5EF4-FFF2-40B4-BE49-F238E27FC236}">
                    <a16:creationId xmlns:a16="http://schemas.microsoft.com/office/drawing/2014/main" id="{1A892166-E2F0-D290-D914-9C2D4E6793A2}"/>
                  </a:ext>
                </a:extLst>
              </p:cNvPr>
              <p:cNvSpPr/>
              <p:nvPr/>
            </p:nvSpPr>
            <p:spPr>
              <a:xfrm>
                <a:off x="615815" y="7378695"/>
                <a:ext cx="13652" cy="4791"/>
              </a:xfrm>
              <a:custGeom>
                <a:avLst/>
                <a:gdLst>
                  <a:gd name="connsiteX0" fmla="*/ 9531 w 13652"/>
                  <a:gd name="connsiteY0" fmla="*/ 44 h 4791"/>
                  <a:gd name="connsiteX1" fmla="*/ 4113 w 13652"/>
                  <a:gd name="connsiteY1" fmla="*/ 4748 h 4791"/>
                  <a:gd name="connsiteX2" fmla="*/ 9531 w 13652"/>
                  <a:gd name="connsiteY2" fmla="*/ 44 h 4791"/>
                </a:gdLst>
                <a:ahLst/>
                <a:cxnLst>
                  <a:cxn ang="0">
                    <a:pos x="connsiteX0" y="connsiteY0"/>
                  </a:cxn>
                  <a:cxn ang="0">
                    <a:pos x="connsiteX1" y="connsiteY1"/>
                  </a:cxn>
                  <a:cxn ang="0">
                    <a:pos x="connsiteX2" y="connsiteY2"/>
                  </a:cxn>
                </a:cxnLst>
                <a:rect l="l" t="t" r="r" b="b"/>
                <a:pathLst>
                  <a:path w="13652" h="4791">
                    <a:moveTo>
                      <a:pt x="9531" y="44"/>
                    </a:moveTo>
                    <a:cubicBezTo>
                      <a:pt x="4805" y="-493"/>
                      <a:pt x="-5842" y="4021"/>
                      <a:pt x="4113" y="4748"/>
                    </a:cubicBezTo>
                    <a:cubicBezTo>
                      <a:pt x="8857" y="5285"/>
                      <a:pt x="19498" y="770"/>
                      <a:pt x="9531" y="4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3" name="Freeform: Shape 802">
                <a:extLst>
                  <a:ext uri="{FF2B5EF4-FFF2-40B4-BE49-F238E27FC236}">
                    <a16:creationId xmlns:a16="http://schemas.microsoft.com/office/drawing/2014/main" id="{F1F8C3EA-6BD7-5B05-D3B7-8C6980D39F89}"/>
                  </a:ext>
                </a:extLst>
              </p:cNvPr>
              <p:cNvSpPr/>
              <p:nvPr/>
            </p:nvSpPr>
            <p:spPr>
              <a:xfrm>
                <a:off x="1061521" y="6992759"/>
                <a:ext cx="12166" cy="3910"/>
              </a:xfrm>
              <a:custGeom>
                <a:avLst/>
                <a:gdLst>
                  <a:gd name="connsiteX0" fmla="*/ 8292 w 12166"/>
                  <a:gd name="connsiteY0" fmla="*/ 35 h 3910"/>
                  <a:gd name="connsiteX1" fmla="*/ 3868 w 12166"/>
                  <a:gd name="connsiteY1" fmla="*/ 3876 h 3910"/>
                  <a:gd name="connsiteX2" fmla="*/ 8292 w 12166"/>
                  <a:gd name="connsiteY2" fmla="*/ 35 h 3910"/>
                </a:gdLst>
                <a:ahLst/>
                <a:cxnLst>
                  <a:cxn ang="0">
                    <a:pos x="connsiteX0" y="connsiteY0"/>
                  </a:cxn>
                  <a:cxn ang="0">
                    <a:pos x="connsiteX1" y="connsiteY1"/>
                  </a:cxn>
                  <a:cxn ang="0">
                    <a:pos x="connsiteX2" y="connsiteY2"/>
                  </a:cxn>
                </a:cxnLst>
                <a:rect l="l" t="t" r="r" b="b"/>
                <a:pathLst>
                  <a:path w="12166" h="3910">
                    <a:moveTo>
                      <a:pt x="8292" y="35"/>
                    </a:moveTo>
                    <a:cubicBezTo>
                      <a:pt x="3846" y="-399"/>
                      <a:pt x="-5156" y="3316"/>
                      <a:pt x="3868" y="3876"/>
                    </a:cubicBezTo>
                    <a:cubicBezTo>
                      <a:pt x="8332" y="4310"/>
                      <a:pt x="17321" y="601"/>
                      <a:pt x="8292"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4" name="Freeform: Shape 803">
                <a:extLst>
                  <a:ext uri="{FF2B5EF4-FFF2-40B4-BE49-F238E27FC236}">
                    <a16:creationId xmlns:a16="http://schemas.microsoft.com/office/drawing/2014/main" id="{3F932FDC-F21A-5C24-E41B-B5545D290670}"/>
                  </a:ext>
                </a:extLst>
              </p:cNvPr>
              <p:cNvSpPr/>
              <p:nvPr/>
            </p:nvSpPr>
            <p:spPr>
              <a:xfrm>
                <a:off x="922833" y="7112856"/>
                <a:ext cx="12625" cy="4178"/>
              </a:xfrm>
              <a:custGeom>
                <a:avLst/>
                <a:gdLst>
                  <a:gd name="connsiteX0" fmla="*/ 8672 w 12625"/>
                  <a:gd name="connsiteY0" fmla="*/ 38 h 4178"/>
                  <a:gd name="connsiteX1" fmla="*/ 3946 w 12625"/>
                  <a:gd name="connsiteY1" fmla="*/ 4141 h 4178"/>
                  <a:gd name="connsiteX2" fmla="*/ 8672 w 12625"/>
                  <a:gd name="connsiteY2" fmla="*/ 38 h 4178"/>
                </a:gdLst>
                <a:ahLst/>
                <a:cxnLst>
                  <a:cxn ang="0">
                    <a:pos x="connsiteX0" y="connsiteY0"/>
                  </a:cxn>
                  <a:cxn ang="0">
                    <a:pos x="connsiteX1" y="connsiteY1"/>
                  </a:cxn>
                  <a:cxn ang="0">
                    <a:pos x="connsiteX2" y="connsiteY2"/>
                  </a:cxn>
                </a:cxnLst>
                <a:rect l="l" t="t" r="r" b="b"/>
                <a:pathLst>
                  <a:path w="12625" h="4178">
                    <a:moveTo>
                      <a:pt x="8672" y="38"/>
                    </a:moveTo>
                    <a:cubicBezTo>
                      <a:pt x="4140" y="-425"/>
                      <a:pt x="-5370" y="3524"/>
                      <a:pt x="3946" y="4141"/>
                    </a:cubicBezTo>
                    <a:cubicBezTo>
                      <a:pt x="8495" y="4604"/>
                      <a:pt x="17999" y="649"/>
                      <a:pt x="8672" y="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5" name="Freeform: Shape 804">
                <a:extLst>
                  <a:ext uri="{FF2B5EF4-FFF2-40B4-BE49-F238E27FC236}">
                    <a16:creationId xmlns:a16="http://schemas.microsoft.com/office/drawing/2014/main" id="{D836312E-5C28-8857-DFBF-39B3D21E1471}"/>
                  </a:ext>
                </a:extLst>
              </p:cNvPr>
              <p:cNvSpPr/>
              <p:nvPr/>
            </p:nvSpPr>
            <p:spPr>
              <a:xfrm>
                <a:off x="774583" y="7241224"/>
                <a:ext cx="13118" cy="4470"/>
              </a:xfrm>
              <a:custGeom>
                <a:avLst/>
                <a:gdLst>
                  <a:gd name="connsiteX0" fmla="*/ 9086 w 13118"/>
                  <a:gd name="connsiteY0" fmla="*/ 41 h 4470"/>
                  <a:gd name="connsiteX1" fmla="*/ 4028 w 13118"/>
                  <a:gd name="connsiteY1" fmla="*/ 4430 h 4470"/>
                  <a:gd name="connsiteX2" fmla="*/ 9086 w 13118"/>
                  <a:gd name="connsiteY2" fmla="*/ 41 h 4470"/>
                </a:gdLst>
                <a:ahLst/>
                <a:cxnLst>
                  <a:cxn ang="0">
                    <a:pos x="connsiteX0" y="connsiteY0"/>
                  </a:cxn>
                  <a:cxn ang="0">
                    <a:pos x="connsiteX1" y="connsiteY1"/>
                  </a:cxn>
                  <a:cxn ang="0">
                    <a:pos x="connsiteX2" y="connsiteY2"/>
                  </a:cxn>
                </a:cxnLst>
                <a:rect l="l" t="t" r="r" b="b"/>
                <a:pathLst>
                  <a:path w="13118" h="4470">
                    <a:moveTo>
                      <a:pt x="9086" y="41"/>
                    </a:moveTo>
                    <a:cubicBezTo>
                      <a:pt x="4451" y="-457"/>
                      <a:pt x="-5596" y="3761"/>
                      <a:pt x="4028" y="4430"/>
                    </a:cubicBezTo>
                    <a:cubicBezTo>
                      <a:pt x="8674" y="4927"/>
                      <a:pt x="18716" y="703"/>
                      <a:pt x="9086"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6" name="Freeform: Shape 805">
                <a:extLst>
                  <a:ext uri="{FF2B5EF4-FFF2-40B4-BE49-F238E27FC236}">
                    <a16:creationId xmlns:a16="http://schemas.microsoft.com/office/drawing/2014/main" id="{ACC8ACA5-047A-C19D-488F-1EA331C274D3}"/>
                  </a:ext>
                </a:extLst>
              </p:cNvPr>
              <p:cNvSpPr/>
              <p:nvPr/>
            </p:nvSpPr>
            <p:spPr>
              <a:xfrm>
                <a:off x="2079823" y="6385952"/>
                <a:ext cx="8976" cy="2270"/>
              </a:xfrm>
              <a:custGeom>
                <a:avLst/>
                <a:gdLst>
                  <a:gd name="connsiteX0" fmla="*/ 5654 w 8976"/>
                  <a:gd name="connsiteY0" fmla="*/ 0 h 2270"/>
                  <a:gd name="connsiteX1" fmla="*/ 19 w 8976"/>
                  <a:gd name="connsiteY1" fmla="*/ 1109 h 2270"/>
                  <a:gd name="connsiteX2" fmla="*/ 5654 w 8976"/>
                  <a:gd name="connsiteY2" fmla="*/ 0 h 2270"/>
                </a:gdLst>
                <a:ahLst/>
                <a:cxnLst>
                  <a:cxn ang="0">
                    <a:pos x="connsiteX0" y="connsiteY0"/>
                  </a:cxn>
                  <a:cxn ang="0">
                    <a:pos x="connsiteX1" y="connsiteY1"/>
                  </a:cxn>
                  <a:cxn ang="0">
                    <a:pos x="connsiteX2" y="connsiteY2"/>
                  </a:cxn>
                </a:cxnLst>
                <a:rect l="l" t="t" r="r" b="b"/>
                <a:pathLst>
                  <a:path w="8976" h="2270">
                    <a:moveTo>
                      <a:pt x="5654" y="0"/>
                    </a:moveTo>
                    <a:cubicBezTo>
                      <a:pt x="3254" y="0"/>
                      <a:pt x="728" y="497"/>
                      <a:pt x="19" y="1109"/>
                    </a:cubicBezTo>
                    <a:cubicBezTo>
                      <a:pt x="-633" y="4035"/>
                      <a:pt x="15815" y="583"/>
                      <a:pt x="565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7" name="Freeform: Shape 806">
                <a:extLst>
                  <a:ext uri="{FF2B5EF4-FFF2-40B4-BE49-F238E27FC236}">
                    <a16:creationId xmlns:a16="http://schemas.microsoft.com/office/drawing/2014/main" id="{19AC62D4-7297-92CB-5F42-D843552B362C}"/>
                  </a:ext>
                </a:extLst>
              </p:cNvPr>
              <p:cNvSpPr/>
              <p:nvPr/>
            </p:nvSpPr>
            <p:spPr>
              <a:xfrm>
                <a:off x="2546603" y="5780181"/>
                <a:ext cx="7565" cy="4970"/>
              </a:xfrm>
              <a:custGeom>
                <a:avLst/>
                <a:gdLst>
                  <a:gd name="connsiteX0" fmla="*/ 4721 w 7565"/>
                  <a:gd name="connsiteY0" fmla="*/ 627 h 4970"/>
                  <a:gd name="connsiteX1" fmla="*/ 2841 w 7565"/>
                  <a:gd name="connsiteY1" fmla="*/ 4348 h 4970"/>
                  <a:gd name="connsiteX2" fmla="*/ 4721 w 7565"/>
                  <a:gd name="connsiteY2" fmla="*/ 627 h 4970"/>
                </a:gdLst>
                <a:ahLst/>
                <a:cxnLst>
                  <a:cxn ang="0">
                    <a:pos x="connsiteX0" y="connsiteY0"/>
                  </a:cxn>
                  <a:cxn ang="0">
                    <a:pos x="connsiteX1" y="connsiteY1"/>
                  </a:cxn>
                  <a:cxn ang="0">
                    <a:pos x="connsiteX2" y="connsiteY2"/>
                  </a:cxn>
                </a:cxnLst>
                <a:rect l="l" t="t" r="r" b="b"/>
                <a:pathLst>
                  <a:path w="7565" h="4970">
                    <a:moveTo>
                      <a:pt x="4721" y="627"/>
                    </a:moveTo>
                    <a:cubicBezTo>
                      <a:pt x="1801" y="1673"/>
                      <a:pt x="-3183" y="6708"/>
                      <a:pt x="2841" y="4348"/>
                    </a:cubicBezTo>
                    <a:cubicBezTo>
                      <a:pt x="5778" y="3325"/>
                      <a:pt x="10745" y="-1750"/>
                      <a:pt x="4721" y="6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8" name="Freeform: Shape 807">
                <a:extLst>
                  <a:ext uri="{FF2B5EF4-FFF2-40B4-BE49-F238E27FC236}">
                    <a16:creationId xmlns:a16="http://schemas.microsoft.com/office/drawing/2014/main" id="{2319BECC-3DFA-C180-31E7-1E14BA5F3CF4}"/>
                  </a:ext>
                </a:extLst>
              </p:cNvPr>
              <p:cNvSpPr/>
              <p:nvPr/>
            </p:nvSpPr>
            <p:spPr>
              <a:xfrm>
                <a:off x="2364382" y="6119942"/>
                <a:ext cx="8116" cy="3144"/>
              </a:xfrm>
              <a:custGeom>
                <a:avLst/>
                <a:gdLst>
                  <a:gd name="connsiteX0" fmla="*/ 5119 w 8116"/>
                  <a:gd name="connsiteY0" fmla="*/ 6 h 3144"/>
                  <a:gd name="connsiteX1" fmla="*/ 2993 w 8116"/>
                  <a:gd name="connsiteY1" fmla="*/ 3138 h 3144"/>
                  <a:gd name="connsiteX2" fmla="*/ 5119 w 8116"/>
                  <a:gd name="connsiteY2" fmla="*/ 6 h 3144"/>
                </a:gdLst>
                <a:ahLst/>
                <a:cxnLst>
                  <a:cxn ang="0">
                    <a:pos x="connsiteX0" y="connsiteY0"/>
                  </a:cxn>
                  <a:cxn ang="0">
                    <a:pos x="connsiteX1" y="connsiteY1"/>
                  </a:cxn>
                  <a:cxn ang="0">
                    <a:pos x="connsiteX2" y="connsiteY2"/>
                  </a:cxn>
                </a:cxnLst>
                <a:rect l="l" t="t" r="r" b="b"/>
                <a:pathLst>
                  <a:path w="8116" h="3144">
                    <a:moveTo>
                      <a:pt x="5119" y="6"/>
                    </a:moveTo>
                    <a:cubicBezTo>
                      <a:pt x="1450" y="-155"/>
                      <a:pt x="-3128" y="3000"/>
                      <a:pt x="2993" y="3138"/>
                    </a:cubicBezTo>
                    <a:cubicBezTo>
                      <a:pt x="6679" y="3315"/>
                      <a:pt x="11240" y="137"/>
                      <a:pt x="5119" y="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09" name="Freeform: Shape 808">
                <a:extLst>
                  <a:ext uri="{FF2B5EF4-FFF2-40B4-BE49-F238E27FC236}">
                    <a16:creationId xmlns:a16="http://schemas.microsoft.com/office/drawing/2014/main" id="{A35A55D5-A01E-2B6F-BC51-A8F806D9F19E}"/>
                  </a:ext>
                </a:extLst>
              </p:cNvPr>
              <p:cNvSpPr/>
              <p:nvPr/>
            </p:nvSpPr>
            <p:spPr>
              <a:xfrm>
                <a:off x="2298314" y="6198199"/>
                <a:ext cx="8301" cy="1955"/>
              </a:xfrm>
              <a:custGeom>
                <a:avLst/>
                <a:gdLst>
                  <a:gd name="connsiteX0" fmla="*/ 5270 w 8301"/>
                  <a:gd name="connsiteY0" fmla="*/ 15 h 1955"/>
                  <a:gd name="connsiteX1" fmla="*/ 3030 w 8301"/>
                  <a:gd name="connsiteY1" fmla="*/ 1941 h 1955"/>
                  <a:gd name="connsiteX2" fmla="*/ 5270 w 8301"/>
                  <a:gd name="connsiteY2" fmla="*/ 15 h 1955"/>
                </a:gdLst>
                <a:ahLst/>
                <a:cxnLst>
                  <a:cxn ang="0">
                    <a:pos x="connsiteX0" y="connsiteY0"/>
                  </a:cxn>
                  <a:cxn ang="0">
                    <a:pos x="connsiteX1" y="connsiteY1"/>
                  </a:cxn>
                  <a:cxn ang="0">
                    <a:pos x="connsiteX2" y="connsiteY2"/>
                  </a:cxn>
                </a:cxnLst>
                <a:rect l="l" t="t" r="r" b="b"/>
                <a:pathLst>
                  <a:path w="8301" h="1955">
                    <a:moveTo>
                      <a:pt x="5270" y="15"/>
                    </a:moveTo>
                    <a:cubicBezTo>
                      <a:pt x="1715" y="-185"/>
                      <a:pt x="-3308" y="1712"/>
                      <a:pt x="3030" y="1941"/>
                    </a:cubicBezTo>
                    <a:cubicBezTo>
                      <a:pt x="6590" y="2140"/>
                      <a:pt x="11608" y="244"/>
                      <a:pt x="5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0" name="Freeform: Shape 809">
                <a:extLst>
                  <a:ext uri="{FF2B5EF4-FFF2-40B4-BE49-F238E27FC236}">
                    <a16:creationId xmlns:a16="http://schemas.microsoft.com/office/drawing/2014/main" id="{784EB143-E50D-E59A-0D4A-594BEC1B54D3}"/>
                  </a:ext>
                </a:extLst>
              </p:cNvPr>
              <p:cNvSpPr/>
              <p:nvPr/>
            </p:nvSpPr>
            <p:spPr>
              <a:xfrm>
                <a:off x="1831348" y="6678731"/>
                <a:ext cx="9722" cy="1665"/>
              </a:xfrm>
              <a:custGeom>
                <a:avLst/>
                <a:gdLst>
                  <a:gd name="connsiteX0" fmla="*/ 6195 w 9722"/>
                  <a:gd name="connsiteY0" fmla="*/ 0 h 1665"/>
                  <a:gd name="connsiteX1" fmla="*/ 23 w 9722"/>
                  <a:gd name="connsiteY1" fmla="*/ 897 h 1665"/>
                  <a:gd name="connsiteX2" fmla="*/ 6195 w 9722"/>
                  <a:gd name="connsiteY2" fmla="*/ 0 h 1665"/>
                </a:gdLst>
                <a:ahLst/>
                <a:cxnLst>
                  <a:cxn ang="0">
                    <a:pos x="connsiteX0" y="connsiteY0"/>
                  </a:cxn>
                  <a:cxn ang="0">
                    <a:pos x="connsiteX1" y="connsiteY1"/>
                  </a:cxn>
                  <a:cxn ang="0">
                    <a:pos x="connsiteX2" y="connsiteY2"/>
                  </a:cxn>
                </a:cxnLst>
                <a:rect l="l" t="t" r="r" b="b"/>
                <a:pathLst>
                  <a:path w="9722" h="1665">
                    <a:moveTo>
                      <a:pt x="6195" y="0"/>
                    </a:moveTo>
                    <a:cubicBezTo>
                      <a:pt x="3606" y="46"/>
                      <a:pt x="840" y="452"/>
                      <a:pt x="23" y="897"/>
                    </a:cubicBezTo>
                    <a:cubicBezTo>
                      <a:pt x="-726" y="2989"/>
                      <a:pt x="17065" y="160"/>
                      <a:pt x="6195"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1" name="Freeform: Shape 810">
                <a:extLst>
                  <a:ext uri="{FF2B5EF4-FFF2-40B4-BE49-F238E27FC236}">
                    <a16:creationId xmlns:a16="http://schemas.microsoft.com/office/drawing/2014/main" id="{22229FA1-BA89-18F8-C5E3-9CFFC15D9031}"/>
                  </a:ext>
                </a:extLst>
              </p:cNvPr>
              <p:cNvSpPr/>
              <p:nvPr/>
            </p:nvSpPr>
            <p:spPr>
              <a:xfrm>
                <a:off x="2488361" y="5897272"/>
                <a:ext cx="7757" cy="4406"/>
              </a:xfrm>
              <a:custGeom>
                <a:avLst/>
                <a:gdLst>
                  <a:gd name="connsiteX0" fmla="*/ 4858 w 7757"/>
                  <a:gd name="connsiteY0" fmla="*/ 242 h 4406"/>
                  <a:gd name="connsiteX1" fmla="*/ 2898 w 7757"/>
                  <a:gd name="connsiteY1" fmla="*/ 4168 h 4406"/>
                  <a:gd name="connsiteX2" fmla="*/ 4858 w 7757"/>
                  <a:gd name="connsiteY2" fmla="*/ 242 h 4406"/>
                </a:gdLst>
                <a:ahLst/>
                <a:cxnLst>
                  <a:cxn ang="0">
                    <a:pos x="connsiteX0" y="connsiteY0"/>
                  </a:cxn>
                  <a:cxn ang="0">
                    <a:pos x="connsiteX1" y="connsiteY1"/>
                  </a:cxn>
                  <a:cxn ang="0">
                    <a:pos x="connsiteX2" y="connsiteY2"/>
                  </a:cxn>
                </a:cxnLst>
                <a:rect l="l" t="t" r="r" b="b"/>
                <a:pathLst>
                  <a:path w="7757" h="4406">
                    <a:moveTo>
                      <a:pt x="4858" y="242"/>
                    </a:moveTo>
                    <a:cubicBezTo>
                      <a:pt x="1686" y="842"/>
                      <a:pt x="-3171" y="5499"/>
                      <a:pt x="2898" y="4168"/>
                    </a:cubicBezTo>
                    <a:cubicBezTo>
                      <a:pt x="6087" y="3596"/>
                      <a:pt x="10922" y="-1107"/>
                      <a:pt x="4858" y="24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2" name="Freeform: Shape 811">
                <a:extLst>
                  <a:ext uri="{FF2B5EF4-FFF2-40B4-BE49-F238E27FC236}">
                    <a16:creationId xmlns:a16="http://schemas.microsoft.com/office/drawing/2014/main" id="{76CA1E7C-6512-D00B-91AB-E54446E7EBCA}"/>
                  </a:ext>
                </a:extLst>
              </p:cNvPr>
              <p:cNvSpPr/>
              <p:nvPr/>
            </p:nvSpPr>
            <p:spPr>
              <a:xfrm>
                <a:off x="2427638" y="6014613"/>
                <a:ext cx="7941" cy="3800"/>
              </a:xfrm>
              <a:custGeom>
                <a:avLst/>
                <a:gdLst>
                  <a:gd name="connsiteX0" fmla="*/ 4991 w 7941"/>
                  <a:gd name="connsiteY0" fmla="*/ 35 h 3800"/>
                  <a:gd name="connsiteX1" fmla="*/ 2945 w 7941"/>
                  <a:gd name="connsiteY1" fmla="*/ 3767 h 3800"/>
                  <a:gd name="connsiteX2" fmla="*/ 4991 w 7941"/>
                  <a:gd name="connsiteY2" fmla="*/ 35 h 3800"/>
                </a:gdLst>
                <a:ahLst/>
                <a:cxnLst>
                  <a:cxn ang="0">
                    <a:pos x="connsiteX0" y="connsiteY0"/>
                  </a:cxn>
                  <a:cxn ang="0">
                    <a:pos x="connsiteX1" y="connsiteY1"/>
                  </a:cxn>
                  <a:cxn ang="0">
                    <a:pos x="connsiteX2" y="connsiteY2"/>
                  </a:cxn>
                </a:cxnLst>
                <a:rect l="l" t="t" r="r" b="b"/>
                <a:pathLst>
                  <a:path w="7941" h="3800">
                    <a:moveTo>
                      <a:pt x="4991" y="35"/>
                    </a:moveTo>
                    <a:cubicBezTo>
                      <a:pt x="1511" y="207"/>
                      <a:pt x="-3119" y="4207"/>
                      <a:pt x="2945" y="3767"/>
                    </a:cubicBezTo>
                    <a:cubicBezTo>
                      <a:pt x="6448" y="3624"/>
                      <a:pt x="11055" y="-416"/>
                      <a:pt x="4991"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3" name="Freeform: Shape 812">
                <a:extLst>
                  <a:ext uri="{FF2B5EF4-FFF2-40B4-BE49-F238E27FC236}">
                    <a16:creationId xmlns:a16="http://schemas.microsoft.com/office/drawing/2014/main" id="{F9069899-1567-EE0E-A37D-36F61E7CF54E}"/>
                  </a:ext>
                </a:extLst>
              </p:cNvPr>
              <p:cNvSpPr/>
              <p:nvPr/>
            </p:nvSpPr>
            <p:spPr>
              <a:xfrm>
                <a:off x="2000717" y="6470267"/>
                <a:ext cx="9203" cy="3978"/>
              </a:xfrm>
              <a:custGeom>
                <a:avLst/>
                <a:gdLst>
                  <a:gd name="connsiteX0" fmla="*/ 5922 w 9203"/>
                  <a:gd name="connsiteY0" fmla="*/ 21 h 3978"/>
                  <a:gd name="connsiteX1" fmla="*/ 3276 w 9203"/>
                  <a:gd name="connsiteY1" fmla="*/ 3959 h 3978"/>
                  <a:gd name="connsiteX2" fmla="*/ 5922 w 9203"/>
                  <a:gd name="connsiteY2" fmla="*/ 21 h 3978"/>
                </a:gdLst>
                <a:ahLst/>
                <a:cxnLst>
                  <a:cxn ang="0">
                    <a:pos x="connsiteX0" y="connsiteY0"/>
                  </a:cxn>
                  <a:cxn ang="0">
                    <a:pos x="connsiteX1" y="connsiteY1"/>
                  </a:cxn>
                  <a:cxn ang="0">
                    <a:pos x="connsiteX2" y="connsiteY2"/>
                  </a:cxn>
                </a:cxnLst>
                <a:rect l="l" t="t" r="r" b="b"/>
                <a:pathLst>
                  <a:path w="9203" h="3978">
                    <a:moveTo>
                      <a:pt x="5922" y="21"/>
                    </a:moveTo>
                    <a:cubicBezTo>
                      <a:pt x="1824" y="-322"/>
                      <a:pt x="-3582" y="3565"/>
                      <a:pt x="3276" y="3959"/>
                    </a:cubicBezTo>
                    <a:cubicBezTo>
                      <a:pt x="7374" y="4290"/>
                      <a:pt x="12792" y="398"/>
                      <a:pt x="5922"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4" name="Freeform: Shape 813">
                <a:extLst>
                  <a:ext uri="{FF2B5EF4-FFF2-40B4-BE49-F238E27FC236}">
                    <a16:creationId xmlns:a16="http://schemas.microsoft.com/office/drawing/2014/main" id="{AFFA7C57-E771-8D58-B534-F04B3708EF60}"/>
                  </a:ext>
                </a:extLst>
              </p:cNvPr>
              <p:cNvSpPr/>
              <p:nvPr/>
            </p:nvSpPr>
            <p:spPr>
              <a:xfrm>
                <a:off x="1918378" y="6597511"/>
                <a:ext cx="9459" cy="3890"/>
              </a:xfrm>
              <a:custGeom>
                <a:avLst/>
                <a:gdLst>
                  <a:gd name="connsiteX0" fmla="*/ 6120 w 9459"/>
                  <a:gd name="connsiteY0" fmla="*/ 16 h 3890"/>
                  <a:gd name="connsiteX1" fmla="*/ 3336 w 9459"/>
                  <a:gd name="connsiteY1" fmla="*/ 3874 h 3890"/>
                  <a:gd name="connsiteX2" fmla="*/ 6120 w 9459"/>
                  <a:gd name="connsiteY2" fmla="*/ 16 h 3890"/>
                </a:gdLst>
                <a:ahLst/>
                <a:cxnLst>
                  <a:cxn ang="0">
                    <a:pos x="connsiteX0" y="connsiteY0"/>
                  </a:cxn>
                  <a:cxn ang="0">
                    <a:pos x="connsiteX1" y="connsiteY1"/>
                  </a:cxn>
                  <a:cxn ang="0">
                    <a:pos x="connsiteX2" y="connsiteY2"/>
                  </a:cxn>
                </a:cxnLst>
                <a:rect l="l" t="t" r="r" b="b"/>
                <a:pathLst>
                  <a:path w="9459" h="3890">
                    <a:moveTo>
                      <a:pt x="6120" y="16"/>
                    </a:moveTo>
                    <a:cubicBezTo>
                      <a:pt x="2028" y="-276"/>
                      <a:pt x="-3745" y="3571"/>
                      <a:pt x="3336" y="3874"/>
                    </a:cubicBezTo>
                    <a:cubicBezTo>
                      <a:pt x="7445" y="4171"/>
                      <a:pt x="13200" y="336"/>
                      <a:pt x="6120"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5" name="Freeform: Shape 814">
                <a:extLst>
                  <a:ext uri="{FF2B5EF4-FFF2-40B4-BE49-F238E27FC236}">
                    <a16:creationId xmlns:a16="http://schemas.microsoft.com/office/drawing/2014/main" id="{727383A3-E0E1-72DC-DA56-E1AA84F90C2D}"/>
                  </a:ext>
                </a:extLst>
              </p:cNvPr>
              <p:cNvSpPr/>
              <p:nvPr/>
            </p:nvSpPr>
            <p:spPr>
              <a:xfrm>
                <a:off x="2228776" y="6257898"/>
                <a:ext cx="8507" cy="2048"/>
              </a:xfrm>
              <a:custGeom>
                <a:avLst/>
                <a:gdLst>
                  <a:gd name="connsiteX0" fmla="*/ 5423 w 8507"/>
                  <a:gd name="connsiteY0" fmla="*/ 16 h 2048"/>
                  <a:gd name="connsiteX1" fmla="*/ 3079 w 8507"/>
                  <a:gd name="connsiteY1" fmla="*/ 2033 h 2048"/>
                  <a:gd name="connsiteX2" fmla="*/ 5423 w 8507"/>
                  <a:gd name="connsiteY2" fmla="*/ 16 h 2048"/>
                </a:gdLst>
                <a:ahLst/>
                <a:cxnLst>
                  <a:cxn ang="0">
                    <a:pos x="connsiteX0" y="connsiteY0"/>
                  </a:cxn>
                  <a:cxn ang="0">
                    <a:pos x="connsiteX1" y="connsiteY1"/>
                  </a:cxn>
                  <a:cxn ang="0">
                    <a:pos x="connsiteX2" y="connsiteY2"/>
                  </a:cxn>
                </a:cxnLst>
                <a:rect l="l" t="t" r="r" b="b"/>
                <a:pathLst>
                  <a:path w="8507" h="2048">
                    <a:moveTo>
                      <a:pt x="5423" y="16"/>
                    </a:moveTo>
                    <a:cubicBezTo>
                      <a:pt x="1816" y="-196"/>
                      <a:pt x="-3407" y="1787"/>
                      <a:pt x="3079" y="2033"/>
                    </a:cubicBezTo>
                    <a:cubicBezTo>
                      <a:pt x="6697" y="2244"/>
                      <a:pt x="11915" y="261"/>
                      <a:pt x="5423"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6" name="Freeform: Shape 815">
                <a:extLst>
                  <a:ext uri="{FF2B5EF4-FFF2-40B4-BE49-F238E27FC236}">
                    <a16:creationId xmlns:a16="http://schemas.microsoft.com/office/drawing/2014/main" id="{17728626-A65A-C875-EF2F-0B7DDF62D708}"/>
                  </a:ext>
                </a:extLst>
              </p:cNvPr>
              <p:cNvSpPr/>
              <p:nvPr/>
            </p:nvSpPr>
            <p:spPr>
              <a:xfrm>
                <a:off x="2156094" y="6320418"/>
                <a:ext cx="8755" cy="2161"/>
              </a:xfrm>
              <a:custGeom>
                <a:avLst/>
                <a:gdLst>
                  <a:gd name="connsiteX0" fmla="*/ 5490 w 8755"/>
                  <a:gd name="connsiteY0" fmla="*/ 0 h 2161"/>
                  <a:gd name="connsiteX1" fmla="*/ 15 w 8755"/>
                  <a:gd name="connsiteY1" fmla="*/ 1057 h 2161"/>
                  <a:gd name="connsiteX2" fmla="*/ 5490 w 8755"/>
                  <a:gd name="connsiteY2" fmla="*/ 0 h 2161"/>
                </a:gdLst>
                <a:ahLst/>
                <a:cxnLst>
                  <a:cxn ang="0">
                    <a:pos x="connsiteX0" y="connsiteY0"/>
                  </a:cxn>
                  <a:cxn ang="0">
                    <a:pos x="connsiteX1" y="connsiteY1"/>
                  </a:cxn>
                  <a:cxn ang="0">
                    <a:pos x="connsiteX2" y="connsiteY2"/>
                  </a:cxn>
                </a:cxnLst>
                <a:rect l="l" t="t" r="r" b="b"/>
                <a:pathLst>
                  <a:path w="8755" h="2161">
                    <a:moveTo>
                      <a:pt x="5490" y="0"/>
                    </a:moveTo>
                    <a:cubicBezTo>
                      <a:pt x="3147" y="0"/>
                      <a:pt x="695" y="474"/>
                      <a:pt x="15" y="1057"/>
                    </a:cubicBezTo>
                    <a:cubicBezTo>
                      <a:pt x="-562" y="3840"/>
                      <a:pt x="15434" y="554"/>
                      <a:pt x="549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7" name="Freeform: Shape 816">
                <a:extLst>
                  <a:ext uri="{FF2B5EF4-FFF2-40B4-BE49-F238E27FC236}">
                    <a16:creationId xmlns:a16="http://schemas.microsoft.com/office/drawing/2014/main" id="{457838D9-765B-48B6-FABC-B1B0E18B2AF8}"/>
                  </a:ext>
                </a:extLst>
              </p:cNvPr>
              <p:cNvSpPr/>
              <p:nvPr/>
            </p:nvSpPr>
            <p:spPr>
              <a:xfrm>
                <a:off x="2602462" y="5675615"/>
                <a:ext cx="7433" cy="5350"/>
              </a:xfrm>
              <a:custGeom>
                <a:avLst/>
                <a:gdLst>
                  <a:gd name="connsiteX0" fmla="*/ 4532 w 7433"/>
                  <a:gd name="connsiteY0" fmla="*/ 1191 h 5350"/>
                  <a:gd name="connsiteX1" fmla="*/ 0 w 7433"/>
                  <a:gd name="connsiteY1" fmla="*/ 4957 h 5350"/>
                  <a:gd name="connsiteX2" fmla="*/ 4532 w 7433"/>
                  <a:gd name="connsiteY2" fmla="*/ 1191 h 5350"/>
                </a:gdLst>
                <a:ahLst/>
                <a:cxnLst>
                  <a:cxn ang="0">
                    <a:pos x="connsiteX0" y="connsiteY0"/>
                  </a:cxn>
                  <a:cxn ang="0">
                    <a:pos x="connsiteX1" y="connsiteY1"/>
                  </a:cxn>
                  <a:cxn ang="0">
                    <a:pos x="connsiteX2" y="connsiteY2"/>
                  </a:cxn>
                </a:cxnLst>
                <a:rect l="l" t="t" r="r" b="b"/>
                <a:pathLst>
                  <a:path w="7433" h="5350">
                    <a:moveTo>
                      <a:pt x="4532" y="1191"/>
                    </a:moveTo>
                    <a:cubicBezTo>
                      <a:pt x="2526" y="2414"/>
                      <a:pt x="497" y="4106"/>
                      <a:pt x="0" y="4957"/>
                    </a:cubicBezTo>
                    <a:cubicBezTo>
                      <a:pt x="189" y="7529"/>
                      <a:pt x="13024" y="-3541"/>
                      <a:pt x="4532" y="119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8" name="Freeform: Shape 817">
                <a:extLst>
                  <a:ext uri="{FF2B5EF4-FFF2-40B4-BE49-F238E27FC236}">
                    <a16:creationId xmlns:a16="http://schemas.microsoft.com/office/drawing/2014/main" id="{C91C3E40-75E1-25A6-791E-2BE54B9B97A6}"/>
                  </a:ext>
                </a:extLst>
              </p:cNvPr>
              <p:cNvSpPr/>
              <p:nvPr/>
            </p:nvSpPr>
            <p:spPr>
              <a:xfrm>
                <a:off x="445758" y="7526050"/>
                <a:ext cx="13849" cy="5236"/>
              </a:xfrm>
              <a:custGeom>
                <a:avLst/>
                <a:gdLst>
                  <a:gd name="connsiteX0" fmla="*/ 9829 w 13849"/>
                  <a:gd name="connsiteY0" fmla="*/ 96 h 5236"/>
                  <a:gd name="connsiteX1" fmla="*/ 4017 w 13849"/>
                  <a:gd name="connsiteY1" fmla="*/ 5141 h 5236"/>
                  <a:gd name="connsiteX2" fmla="*/ 9829 w 13849"/>
                  <a:gd name="connsiteY2" fmla="*/ 96 h 5236"/>
                </a:gdLst>
                <a:ahLst/>
                <a:cxnLst>
                  <a:cxn ang="0">
                    <a:pos x="connsiteX0" y="connsiteY0"/>
                  </a:cxn>
                  <a:cxn ang="0">
                    <a:pos x="connsiteX1" y="connsiteY1"/>
                  </a:cxn>
                  <a:cxn ang="0">
                    <a:pos x="connsiteX2" y="connsiteY2"/>
                  </a:cxn>
                </a:cxnLst>
                <a:rect l="l" t="t" r="r" b="b"/>
                <a:pathLst>
                  <a:path w="13849" h="5236">
                    <a:moveTo>
                      <a:pt x="9829" y="96"/>
                    </a:moveTo>
                    <a:cubicBezTo>
                      <a:pt x="5652" y="-767"/>
                      <a:pt x="-6133" y="4484"/>
                      <a:pt x="4017" y="5141"/>
                    </a:cubicBezTo>
                    <a:cubicBezTo>
                      <a:pt x="8195" y="6004"/>
                      <a:pt x="19985" y="753"/>
                      <a:pt x="9829" y="9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19" name="Freeform: Shape 818">
                <a:extLst>
                  <a:ext uri="{FF2B5EF4-FFF2-40B4-BE49-F238E27FC236}">
                    <a16:creationId xmlns:a16="http://schemas.microsoft.com/office/drawing/2014/main" id="{804F63C5-FEF3-F3C5-34B9-3AA684C17ABB}"/>
                  </a:ext>
                </a:extLst>
              </p:cNvPr>
              <p:cNvSpPr/>
              <p:nvPr/>
            </p:nvSpPr>
            <p:spPr>
              <a:xfrm>
                <a:off x="2461506" y="5750890"/>
                <a:ext cx="6590" cy="5907"/>
              </a:xfrm>
              <a:custGeom>
                <a:avLst/>
                <a:gdLst>
                  <a:gd name="connsiteX0" fmla="*/ 4327 w 6590"/>
                  <a:gd name="connsiteY0" fmla="*/ 1920 h 5907"/>
                  <a:gd name="connsiteX1" fmla="*/ 229 w 6590"/>
                  <a:gd name="connsiteY1" fmla="*/ 5761 h 5907"/>
                  <a:gd name="connsiteX2" fmla="*/ 4327 w 6590"/>
                  <a:gd name="connsiteY2" fmla="*/ 1920 h 5907"/>
                </a:gdLst>
                <a:ahLst/>
                <a:cxnLst>
                  <a:cxn ang="0">
                    <a:pos x="connsiteX0" y="connsiteY0"/>
                  </a:cxn>
                  <a:cxn ang="0">
                    <a:pos x="connsiteX1" y="connsiteY1"/>
                  </a:cxn>
                  <a:cxn ang="0">
                    <a:pos x="connsiteX2" y="connsiteY2"/>
                  </a:cxn>
                </a:cxnLst>
                <a:rect l="l" t="t" r="r" b="b"/>
                <a:pathLst>
                  <a:path w="6590" h="5907">
                    <a:moveTo>
                      <a:pt x="4327" y="1920"/>
                    </a:moveTo>
                    <a:cubicBezTo>
                      <a:pt x="3441" y="2720"/>
                      <a:pt x="-1056" y="6715"/>
                      <a:pt x="229" y="5761"/>
                    </a:cubicBezTo>
                    <a:cubicBezTo>
                      <a:pt x="2235" y="4132"/>
                      <a:pt x="10528" y="-3509"/>
                      <a:pt x="4327" y="19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0" name="Freeform: Shape 819">
                <a:extLst>
                  <a:ext uri="{FF2B5EF4-FFF2-40B4-BE49-F238E27FC236}">
                    <a16:creationId xmlns:a16="http://schemas.microsoft.com/office/drawing/2014/main" id="{03AB4692-B9A3-DF43-7DBC-2D48F5B7F2B4}"/>
                  </a:ext>
                </a:extLst>
              </p:cNvPr>
              <p:cNvSpPr/>
              <p:nvPr/>
            </p:nvSpPr>
            <p:spPr>
              <a:xfrm>
                <a:off x="1260189" y="6706174"/>
                <a:ext cx="10815" cy="89"/>
              </a:xfrm>
              <a:custGeom>
                <a:avLst/>
                <a:gdLst>
                  <a:gd name="connsiteX0" fmla="*/ 7284 w 10815"/>
                  <a:gd name="connsiteY0" fmla="*/ 29 h 89"/>
                  <a:gd name="connsiteX1" fmla="*/ 3534 w 10815"/>
                  <a:gd name="connsiteY1" fmla="*/ 63 h 89"/>
                  <a:gd name="connsiteX2" fmla="*/ 7284 w 10815"/>
                  <a:gd name="connsiteY2" fmla="*/ 29 h 89"/>
                </a:gdLst>
                <a:ahLst/>
                <a:cxnLst>
                  <a:cxn ang="0">
                    <a:pos x="connsiteX0" y="connsiteY0"/>
                  </a:cxn>
                  <a:cxn ang="0">
                    <a:pos x="connsiteX1" y="connsiteY1"/>
                  </a:cxn>
                  <a:cxn ang="0">
                    <a:pos x="connsiteX2" y="connsiteY2"/>
                  </a:cxn>
                </a:cxnLst>
                <a:rect l="l" t="t" r="r" b="b"/>
                <a:pathLst>
                  <a:path w="10815" h="89">
                    <a:moveTo>
                      <a:pt x="7284" y="29"/>
                    </a:moveTo>
                    <a:cubicBezTo>
                      <a:pt x="3637" y="58"/>
                      <a:pt x="-4747" y="127"/>
                      <a:pt x="3534" y="63"/>
                    </a:cubicBezTo>
                    <a:cubicBezTo>
                      <a:pt x="7181" y="29"/>
                      <a:pt x="15559" y="-39"/>
                      <a:pt x="7284"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1" name="Freeform: Shape 820">
                <a:extLst>
                  <a:ext uri="{FF2B5EF4-FFF2-40B4-BE49-F238E27FC236}">
                    <a16:creationId xmlns:a16="http://schemas.microsoft.com/office/drawing/2014/main" id="{24E0C0C0-C9D7-1C81-B1EF-BA6BD465F92E}"/>
                  </a:ext>
                </a:extLst>
              </p:cNvPr>
              <p:cNvSpPr/>
              <p:nvPr/>
            </p:nvSpPr>
            <p:spPr>
              <a:xfrm>
                <a:off x="1143194" y="6720264"/>
                <a:ext cx="11078" cy="1076"/>
              </a:xfrm>
              <a:custGeom>
                <a:avLst/>
                <a:gdLst>
                  <a:gd name="connsiteX0" fmla="*/ 7527 w 11078"/>
                  <a:gd name="connsiteY0" fmla="*/ 10 h 1076"/>
                  <a:gd name="connsiteX1" fmla="*/ 3555 w 11078"/>
                  <a:gd name="connsiteY1" fmla="*/ 1067 h 1076"/>
                  <a:gd name="connsiteX2" fmla="*/ 7527 w 11078"/>
                  <a:gd name="connsiteY2" fmla="*/ 10 h 1076"/>
                </a:gdLst>
                <a:ahLst/>
                <a:cxnLst>
                  <a:cxn ang="0">
                    <a:pos x="connsiteX0" y="connsiteY0"/>
                  </a:cxn>
                  <a:cxn ang="0">
                    <a:pos x="connsiteX1" y="connsiteY1"/>
                  </a:cxn>
                  <a:cxn ang="0">
                    <a:pos x="connsiteX2" y="connsiteY2"/>
                  </a:cxn>
                </a:cxnLst>
                <a:rect l="l" t="t" r="r" b="b"/>
                <a:pathLst>
                  <a:path w="11078" h="1076">
                    <a:moveTo>
                      <a:pt x="7527" y="10"/>
                    </a:moveTo>
                    <a:cubicBezTo>
                      <a:pt x="3829" y="-110"/>
                      <a:pt x="-4863" y="924"/>
                      <a:pt x="3555" y="1067"/>
                    </a:cubicBezTo>
                    <a:cubicBezTo>
                      <a:pt x="7252" y="1187"/>
                      <a:pt x="15939" y="135"/>
                      <a:pt x="752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2" name="Freeform: Shape 821">
                <a:extLst>
                  <a:ext uri="{FF2B5EF4-FFF2-40B4-BE49-F238E27FC236}">
                    <a16:creationId xmlns:a16="http://schemas.microsoft.com/office/drawing/2014/main" id="{E91CC03A-756A-9A47-E1FD-8AD851C7A965}"/>
                  </a:ext>
                </a:extLst>
              </p:cNvPr>
              <p:cNvSpPr/>
              <p:nvPr/>
            </p:nvSpPr>
            <p:spPr>
              <a:xfrm>
                <a:off x="1370789" y="6710816"/>
                <a:ext cx="10428" cy="262"/>
              </a:xfrm>
              <a:custGeom>
                <a:avLst/>
                <a:gdLst>
                  <a:gd name="connsiteX0" fmla="*/ 6989 w 10428"/>
                  <a:gd name="connsiteY0" fmla="*/ 239 h 262"/>
                  <a:gd name="connsiteX1" fmla="*/ 3446 w 10428"/>
                  <a:gd name="connsiteY1" fmla="*/ 23 h 262"/>
                  <a:gd name="connsiteX2" fmla="*/ 6989 w 10428"/>
                  <a:gd name="connsiteY2" fmla="*/ 239 h 262"/>
                </a:gdLst>
                <a:ahLst/>
                <a:cxnLst>
                  <a:cxn ang="0">
                    <a:pos x="connsiteX0" y="connsiteY0"/>
                  </a:cxn>
                  <a:cxn ang="0">
                    <a:pos x="connsiteX1" y="connsiteY1"/>
                  </a:cxn>
                  <a:cxn ang="0">
                    <a:pos x="connsiteX2" y="connsiteY2"/>
                  </a:cxn>
                </a:cxnLst>
                <a:rect l="l" t="t" r="r" b="b"/>
                <a:pathLst>
                  <a:path w="10428" h="262">
                    <a:moveTo>
                      <a:pt x="6989" y="239"/>
                    </a:moveTo>
                    <a:cubicBezTo>
                      <a:pt x="3417" y="320"/>
                      <a:pt x="-4561" y="171"/>
                      <a:pt x="3446" y="23"/>
                    </a:cubicBezTo>
                    <a:cubicBezTo>
                      <a:pt x="7012" y="-58"/>
                      <a:pt x="14984" y="91"/>
                      <a:pt x="6989" y="2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3" name="Freeform: Shape 822">
                <a:extLst>
                  <a:ext uri="{FF2B5EF4-FFF2-40B4-BE49-F238E27FC236}">
                    <a16:creationId xmlns:a16="http://schemas.microsoft.com/office/drawing/2014/main" id="{4E6ED600-14FA-1115-E292-672E22DFBF93}"/>
                  </a:ext>
                </a:extLst>
              </p:cNvPr>
              <p:cNvSpPr/>
              <p:nvPr/>
            </p:nvSpPr>
            <p:spPr>
              <a:xfrm>
                <a:off x="1475410" y="6711470"/>
                <a:ext cx="10100" cy="340"/>
              </a:xfrm>
              <a:custGeom>
                <a:avLst/>
                <a:gdLst>
                  <a:gd name="connsiteX0" fmla="*/ 6729 w 10100"/>
                  <a:gd name="connsiteY0" fmla="*/ 20 h 340"/>
                  <a:gd name="connsiteX1" fmla="*/ 3374 w 10100"/>
                  <a:gd name="connsiteY1" fmla="*/ 317 h 340"/>
                  <a:gd name="connsiteX2" fmla="*/ 6729 w 10100"/>
                  <a:gd name="connsiteY2" fmla="*/ 20 h 340"/>
                </a:gdLst>
                <a:ahLst/>
                <a:cxnLst>
                  <a:cxn ang="0">
                    <a:pos x="connsiteX0" y="connsiteY0"/>
                  </a:cxn>
                  <a:cxn ang="0">
                    <a:pos x="connsiteX1" y="connsiteY1"/>
                  </a:cxn>
                  <a:cxn ang="0">
                    <a:pos x="connsiteX2" y="connsiteY2"/>
                  </a:cxn>
                </a:cxnLst>
                <a:rect l="l" t="t" r="r" b="b"/>
                <a:pathLst>
                  <a:path w="10100" h="340">
                    <a:moveTo>
                      <a:pt x="6729" y="20"/>
                    </a:moveTo>
                    <a:cubicBezTo>
                      <a:pt x="3214" y="60"/>
                      <a:pt x="-4398" y="437"/>
                      <a:pt x="3374" y="317"/>
                    </a:cubicBezTo>
                    <a:cubicBezTo>
                      <a:pt x="6889" y="283"/>
                      <a:pt x="14496" y="-89"/>
                      <a:pt x="6729"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4" name="Freeform: Shape 823">
                <a:extLst>
                  <a:ext uri="{FF2B5EF4-FFF2-40B4-BE49-F238E27FC236}">
                    <a16:creationId xmlns:a16="http://schemas.microsoft.com/office/drawing/2014/main" id="{FE390485-D66A-DD5B-4DD9-08B990E4360F}"/>
                  </a:ext>
                </a:extLst>
              </p:cNvPr>
              <p:cNvSpPr/>
              <p:nvPr/>
            </p:nvSpPr>
            <p:spPr>
              <a:xfrm>
                <a:off x="1019181" y="6776594"/>
                <a:ext cx="11438" cy="2908"/>
              </a:xfrm>
              <a:custGeom>
                <a:avLst/>
                <a:gdLst>
                  <a:gd name="connsiteX0" fmla="*/ 7826 w 11438"/>
                  <a:gd name="connsiteY0" fmla="*/ 29 h 2908"/>
                  <a:gd name="connsiteX1" fmla="*/ 3620 w 11438"/>
                  <a:gd name="connsiteY1" fmla="*/ 2881 h 2908"/>
                  <a:gd name="connsiteX2" fmla="*/ 7826 w 11438"/>
                  <a:gd name="connsiteY2" fmla="*/ 29 h 2908"/>
                </a:gdLst>
                <a:ahLst/>
                <a:cxnLst>
                  <a:cxn ang="0">
                    <a:pos x="connsiteX0" y="connsiteY0"/>
                  </a:cxn>
                  <a:cxn ang="0">
                    <a:pos x="connsiteX1" y="connsiteY1"/>
                  </a:cxn>
                  <a:cxn ang="0">
                    <a:pos x="connsiteX2" y="connsiteY2"/>
                  </a:cxn>
                </a:cxnLst>
                <a:rect l="l" t="t" r="r" b="b"/>
                <a:pathLst>
                  <a:path w="11438" h="2908">
                    <a:moveTo>
                      <a:pt x="7826" y="29"/>
                    </a:moveTo>
                    <a:cubicBezTo>
                      <a:pt x="3797" y="-313"/>
                      <a:pt x="-4918" y="2436"/>
                      <a:pt x="3620" y="2881"/>
                    </a:cubicBezTo>
                    <a:cubicBezTo>
                      <a:pt x="7632" y="3213"/>
                      <a:pt x="16353" y="452"/>
                      <a:pt x="7826" y="2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5" name="Freeform: Shape 824">
                <a:extLst>
                  <a:ext uri="{FF2B5EF4-FFF2-40B4-BE49-F238E27FC236}">
                    <a16:creationId xmlns:a16="http://schemas.microsoft.com/office/drawing/2014/main" id="{1F0888AB-A94A-11F6-860B-37A7AD4F7E8A}"/>
                  </a:ext>
                </a:extLst>
              </p:cNvPr>
              <p:cNvSpPr/>
              <p:nvPr/>
            </p:nvSpPr>
            <p:spPr>
              <a:xfrm>
                <a:off x="439788" y="7241221"/>
                <a:ext cx="13260" cy="4476"/>
              </a:xfrm>
              <a:custGeom>
                <a:avLst/>
                <a:gdLst>
                  <a:gd name="connsiteX0" fmla="*/ 9348 w 13260"/>
                  <a:gd name="connsiteY0" fmla="*/ 43 h 4476"/>
                  <a:gd name="connsiteX1" fmla="*/ 3919 w 13260"/>
                  <a:gd name="connsiteY1" fmla="*/ 4433 h 4476"/>
                  <a:gd name="connsiteX2" fmla="*/ 9348 w 13260"/>
                  <a:gd name="connsiteY2" fmla="*/ 43 h 4476"/>
                </a:gdLst>
                <a:ahLst/>
                <a:cxnLst>
                  <a:cxn ang="0">
                    <a:pos x="connsiteX0" y="connsiteY0"/>
                  </a:cxn>
                  <a:cxn ang="0">
                    <a:pos x="connsiteX1" y="connsiteY1"/>
                  </a:cxn>
                  <a:cxn ang="0">
                    <a:pos x="connsiteX2" y="connsiteY2"/>
                  </a:cxn>
                </a:cxnLst>
                <a:rect l="l" t="t" r="r" b="b"/>
                <a:pathLst>
                  <a:path w="13260" h="4476">
                    <a:moveTo>
                      <a:pt x="9348" y="43"/>
                    </a:moveTo>
                    <a:cubicBezTo>
                      <a:pt x="4913" y="-471"/>
                      <a:pt x="-5723" y="3730"/>
                      <a:pt x="3919" y="4433"/>
                    </a:cubicBezTo>
                    <a:cubicBezTo>
                      <a:pt x="8348" y="4947"/>
                      <a:pt x="18977" y="752"/>
                      <a:pt x="9348"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6" name="Freeform: Shape 825">
                <a:extLst>
                  <a:ext uri="{FF2B5EF4-FFF2-40B4-BE49-F238E27FC236}">
                    <a16:creationId xmlns:a16="http://schemas.microsoft.com/office/drawing/2014/main" id="{EA8879C7-DC70-98E1-4633-35F5C6E2E95C}"/>
                  </a:ext>
                </a:extLst>
              </p:cNvPr>
              <p:cNvSpPr/>
              <p:nvPr/>
            </p:nvSpPr>
            <p:spPr>
              <a:xfrm>
                <a:off x="269272" y="7378693"/>
                <a:ext cx="13803" cy="4796"/>
              </a:xfrm>
              <a:custGeom>
                <a:avLst/>
                <a:gdLst>
                  <a:gd name="connsiteX0" fmla="*/ 9813 w 13803"/>
                  <a:gd name="connsiteY0" fmla="*/ 46 h 4796"/>
                  <a:gd name="connsiteX1" fmla="*/ 3995 w 13803"/>
                  <a:gd name="connsiteY1" fmla="*/ 4750 h 4796"/>
                  <a:gd name="connsiteX2" fmla="*/ 9813 w 13803"/>
                  <a:gd name="connsiteY2" fmla="*/ 46 h 4796"/>
                </a:gdLst>
                <a:ahLst/>
                <a:cxnLst>
                  <a:cxn ang="0">
                    <a:pos x="connsiteX0" y="connsiteY0"/>
                  </a:cxn>
                  <a:cxn ang="0">
                    <a:pos x="connsiteX1" y="connsiteY1"/>
                  </a:cxn>
                  <a:cxn ang="0">
                    <a:pos x="connsiteX2" y="connsiteY2"/>
                  </a:cxn>
                </a:cxnLst>
                <a:rect l="l" t="t" r="r" b="b"/>
                <a:pathLst>
                  <a:path w="13803" h="4796">
                    <a:moveTo>
                      <a:pt x="9813" y="46"/>
                    </a:moveTo>
                    <a:cubicBezTo>
                      <a:pt x="5287" y="-503"/>
                      <a:pt x="-5966" y="3984"/>
                      <a:pt x="3995" y="4750"/>
                    </a:cubicBezTo>
                    <a:cubicBezTo>
                      <a:pt x="8522" y="5298"/>
                      <a:pt x="19763" y="812"/>
                      <a:pt x="981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7" name="Freeform: Shape 826">
                <a:extLst>
                  <a:ext uri="{FF2B5EF4-FFF2-40B4-BE49-F238E27FC236}">
                    <a16:creationId xmlns:a16="http://schemas.microsoft.com/office/drawing/2014/main" id="{D18B6998-2BEF-3C54-3BD1-BB6F597C0171}"/>
                  </a:ext>
                </a:extLst>
              </p:cNvPr>
              <p:cNvSpPr/>
              <p:nvPr/>
            </p:nvSpPr>
            <p:spPr>
              <a:xfrm>
                <a:off x="887899" y="6880134"/>
                <a:ext cx="11780" cy="3687"/>
              </a:xfrm>
              <a:custGeom>
                <a:avLst/>
                <a:gdLst>
                  <a:gd name="connsiteX0" fmla="*/ 7938 w 11780"/>
                  <a:gd name="connsiteY0" fmla="*/ 0 h 3687"/>
                  <a:gd name="connsiteX1" fmla="*/ 143 w 11780"/>
                  <a:gd name="connsiteY1" fmla="*/ 1805 h 3687"/>
                  <a:gd name="connsiteX2" fmla="*/ 7938 w 11780"/>
                  <a:gd name="connsiteY2" fmla="*/ 0 h 3687"/>
                </a:gdLst>
                <a:ahLst/>
                <a:cxnLst>
                  <a:cxn ang="0">
                    <a:pos x="connsiteX0" y="connsiteY0"/>
                  </a:cxn>
                  <a:cxn ang="0">
                    <a:pos x="connsiteX1" y="connsiteY1"/>
                  </a:cxn>
                  <a:cxn ang="0">
                    <a:pos x="connsiteX2" y="connsiteY2"/>
                  </a:cxn>
                </a:cxnLst>
                <a:rect l="l" t="t" r="r" b="b"/>
                <a:pathLst>
                  <a:path w="11780" h="3687">
                    <a:moveTo>
                      <a:pt x="7938" y="0"/>
                    </a:moveTo>
                    <a:cubicBezTo>
                      <a:pt x="4869" y="0"/>
                      <a:pt x="1377" y="806"/>
                      <a:pt x="143" y="1805"/>
                    </a:cubicBezTo>
                    <a:cubicBezTo>
                      <a:pt x="-1983" y="6549"/>
                      <a:pt x="20511" y="943"/>
                      <a:pt x="793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8" name="Freeform: Shape 827">
                <a:extLst>
                  <a:ext uri="{FF2B5EF4-FFF2-40B4-BE49-F238E27FC236}">
                    <a16:creationId xmlns:a16="http://schemas.microsoft.com/office/drawing/2014/main" id="{CCA18CB5-29C6-9ACD-2260-D253877999E3}"/>
                  </a:ext>
                </a:extLst>
              </p:cNvPr>
              <p:cNvSpPr/>
              <p:nvPr/>
            </p:nvSpPr>
            <p:spPr>
              <a:xfrm>
                <a:off x="599005" y="7112854"/>
                <a:ext cx="12754" cy="4182"/>
              </a:xfrm>
              <a:custGeom>
                <a:avLst/>
                <a:gdLst>
                  <a:gd name="connsiteX0" fmla="*/ 8917 w 12754"/>
                  <a:gd name="connsiteY0" fmla="*/ 40 h 4182"/>
                  <a:gd name="connsiteX1" fmla="*/ 3842 w 12754"/>
                  <a:gd name="connsiteY1" fmla="*/ 4143 h 4182"/>
                  <a:gd name="connsiteX2" fmla="*/ 8917 w 12754"/>
                  <a:gd name="connsiteY2" fmla="*/ 40 h 4182"/>
                </a:gdLst>
                <a:ahLst/>
                <a:cxnLst>
                  <a:cxn ang="0">
                    <a:pos x="connsiteX0" y="connsiteY0"/>
                  </a:cxn>
                  <a:cxn ang="0">
                    <a:pos x="connsiteX1" y="connsiteY1"/>
                  </a:cxn>
                  <a:cxn ang="0">
                    <a:pos x="connsiteX2" y="connsiteY2"/>
                  </a:cxn>
                </a:cxnLst>
                <a:rect l="l" t="t" r="r" b="b"/>
                <a:pathLst>
                  <a:path w="12754" h="4182">
                    <a:moveTo>
                      <a:pt x="8917" y="40"/>
                    </a:moveTo>
                    <a:cubicBezTo>
                      <a:pt x="4567" y="-435"/>
                      <a:pt x="-5491" y="3498"/>
                      <a:pt x="3842" y="4143"/>
                    </a:cubicBezTo>
                    <a:cubicBezTo>
                      <a:pt x="8196" y="4617"/>
                      <a:pt x="18238" y="686"/>
                      <a:pt x="8917" y="4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29" name="Freeform: Shape 828">
                <a:extLst>
                  <a:ext uri="{FF2B5EF4-FFF2-40B4-BE49-F238E27FC236}">
                    <a16:creationId xmlns:a16="http://schemas.microsoft.com/office/drawing/2014/main" id="{607E61B6-485B-581D-78F1-1B35C39CEFAE}"/>
                  </a:ext>
                </a:extLst>
              </p:cNvPr>
              <p:cNvSpPr/>
              <p:nvPr/>
            </p:nvSpPr>
            <p:spPr>
              <a:xfrm>
                <a:off x="748198" y="6992794"/>
                <a:ext cx="12199" cy="3922"/>
              </a:xfrm>
              <a:custGeom>
                <a:avLst/>
                <a:gdLst>
                  <a:gd name="connsiteX0" fmla="*/ 8279 w 12199"/>
                  <a:gd name="connsiteY0" fmla="*/ 0 h 3922"/>
                  <a:gd name="connsiteX1" fmla="*/ 169 w 12199"/>
                  <a:gd name="connsiteY1" fmla="*/ 1920 h 3922"/>
                  <a:gd name="connsiteX2" fmla="*/ 8279 w 12199"/>
                  <a:gd name="connsiteY2" fmla="*/ 0 h 3922"/>
                </a:gdLst>
                <a:ahLst/>
                <a:cxnLst>
                  <a:cxn ang="0">
                    <a:pos x="connsiteX0" y="connsiteY0"/>
                  </a:cxn>
                  <a:cxn ang="0">
                    <a:pos x="connsiteX1" y="connsiteY1"/>
                  </a:cxn>
                  <a:cxn ang="0">
                    <a:pos x="connsiteX2" y="connsiteY2"/>
                  </a:cxn>
                </a:cxnLst>
                <a:rect l="l" t="t" r="r" b="b"/>
                <a:pathLst>
                  <a:path w="12199" h="3922">
                    <a:moveTo>
                      <a:pt x="8279" y="0"/>
                    </a:moveTo>
                    <a:cubicBezTo>
                      <a:pt x="5113" y="0"/>
                      <a:pt x="1484" y="857"/>
                      <a:pt x="169" y="1920"/>
                    </a:cubicBezTo>
                    <a:cubicBezTo>
                      <a:pt x="-2197" y="6967"/>
                      <a:pt x="21212" y="1005"/>
                      <a:pt x="82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0" name="Freeform: Shape 829">
                <a:extLst>
                  <a:ext uri="{FF2B5EF4-FFF2-40B4-BE49-F238E27FC236}">
                    <a16:creationId xmlns:a16="http://schemas.microsoft.com/office/drawing/2014/main" id="{86DAA56E-2174-DC07-0008-5EBD23EE7B05}"/>
                  </a:ext>
                </a:extLst>
              </p:cNvPr>
              <p:cNvSpPr/>
              <p:nvPr/>
            </p:nvSpPr>
            <p:spPr>
              <a:xfrm>
                <a:off x="1574596" y="6684145"/>
                <a:ext cx="9772" cy="1598"/>
              </a:xfrm>
              <a:custGeom>
                <a:avLst/>
                <a:gdLst>
                  <a:gd name="connsiteX0" fmla="*/ 6481 w 9772"/>
                  <a:gd name="connsiteY0" fmla="*/ 4 h 1598"/>
                  <a:gd name="connsiteX1" fmla="*/ 3297 w 9772"/>
                  <a:gd name="connsiteY1" fmla="*/ 1593 h 1598"/>
                  <a:gd name="connsiteX2" fmla="*/ 6481 w 9772"/>
                  <a:gd name="connsiteY2" fmla="*/ 4 h 1598"/>
                </a:gdLst>
                <a:ahLst/>
                <a:cxnLst>
                  <a:cxn ang="0">
                    <a:pos x="connsiteX0" y="connsiteY0"/>
                  </a:cxn>
                  <a:cxn ang="0">
                    <a:pos x="connsiteX1" y="connsiteY1"/>
                  </a:cxn>
                  <a:cxn ang="0">
                    <a:pos x="connsiteX2" y="connsiteY2"/>
                  </a:cxn>
                </a:cxnLst>
                <a:rect l="l" t="t" r="r" b="b"/>
                <a:pathLst>
                  <a:path w="9772" h="1598">
                    <a:moveTo>
                      <a:pt x="6481" y="4"/>
                    </a:moveTo>
                    <a:cubicBezTo>
                      <a:pt x="2886" y="-88"/>
                      <a:pt x="-4172" y="1552"/>
                      <a:pt x="3297" y="1593"/>
                    </a:cubicBezTo>
                    <a:cubicBezTo>
                      <a:pt x="6892" y="1701"/>
                      <a:pt x="13939" y="66"/>
                      <a:pt x="6481" y="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1" name="Freeform: Shape 830">
                <a:extLst>
                  <a:ext uri="{FF2B5EF4-FFF2-40B4-BE49-F238E27FC236}">
                    <a16:creationId xmlns:a16="http://schemas.microsoft.com/office/drawing/2014/main" id="{627832EC-3F2F-BC76-7E25-F8C3EFE6D11D}"/>
                  </a:ext>
                </a:extLst>
              </p:cNvPr>
              <p:cNvSpPr/>
              <p:nvPr/>
            </p:nvSpPr>
            <p:spPr>
              <a:xfrm>
                <a:off x="2215416" y="6050973"/>
                <a:ext cx="7960" cy="2977"/>
              </a:xfrm>
              <a:custGeom>
                <a:avLst/>
                <a:gdLst>
                  <a:gd name="connsiteX0" fmla="*/ 5084 w 7960"/>
                  <a:gd name="connsiteY0" fmla="*/ 160 h 2977"/>
                  <a:gd name="connsiteX1" fmla="*/ 2884 w 7960"/>
                  <a:gd name="connsiteY1" fmla="*/ 2823 h 2977"/>
                  <a:gd name="connsiteX2" fmla="*/ 5084 w 7960"/>
                  <a:gd name="connsiteY2" fmla="*/ 160 h 2977"/>
                </a:gdLst>
                <a:ahLst/>
                <a:cxnLst>
                  <a:cxn ang="0">
                    <a:pos x="connsiteX0" y="connsiteY0"/>
                  </a:cxn>
                  <a:cxn ang="0">
                    <a:pos x="connsiteX1" y="connsiteY1"/>
                  </a:cxn>
                  <a:cxn ang="0">
                    <a:pos x="connsiteX2" y="connsiteY2"/>
                  </a:cxn>
                </a:cxnLst>
                <a:rect l="l" t="t" r="r" b="b"/>
                <a:pathLst>
                  <a:path w="7960" h="2977">
                    <a:moveTo>
                      <a:pt x="5084" y="160"/>
                    </a:moveTo>
                    <a:cubicBezTo>
                      <a:pt x="1889" y="554"/>
                      <a:pt x="-3289" y="3703"/>
                      <a:pt x="2884" y="2823"/>
                    </a:cubicBezTo>
                    <a:cubicBezTo>
                      <a:pt x="6084" y="2463"/>
                      <a:pt x="11239" y="-744"/>
                      <a:pt x="5084" y="16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2" name="Freeform: Shape 831">
                <a:extLst>
                  <a:ext uri="{FF2B5EF4-FFF2-40B4-BE49-F238E27FC236}">
                    <a16:creationId xmlns:a16="http://schemas.microsoft.com/office/drawing/2014/main" id="{902C77AD-01FA-E6A8-6492-7E578D946E8A}"/>
                  </a:ext>
                </a:extLst>
              </p:cNvPr>
              <p:cNvSpPr/>
              <p:nvPr/>
            </p:nvSpPr>
            <p:spPr>
              <a:xfrm>
                <a:off x="2280969" y="5969167"/>
                <a:ext cx="7791" cy="3953"/>
              </a:xfrm>
              <a:custGeom>
                <a:avLst/>
                <a:gdLst>
                  <a:gd name="connsiteX0" fmla="*/ 4853 w 7791"/>
                  <a:gd name="connsiteY0" fmla="*/ 648 h 3953"/>
                  <a:gd name="connsiteX1" fmla="*/ 1 w 7791"/>
                  <a:gd name="connsiteY1" fmla="*/ 3459 h 3953"/>
                  <a:gd name="connsiteX2" fmla="*/ 4853 w 7791"/>
                  <a:gd name="connsiteY2" fmla="*/ 648 h 3953"/>
                </a:gdLst>
                <a:ahLst/>
                <a:cxnLst>
                  <a:cxn ang="0">
                    <a:pos x="connsiteX0" y="connsiteY0"/>
                  </a:cxn>
                  <a:cxn ang="0">
                    <a:pos x="connsiteX1" y="connsiteY1"/>
                  </a:cxn>
                  <a:cxn ang="0">
                    <a:pos x="connsiteX2" y="connsiteY2"/>
                  </a:cxn>
                </a:cxnLst>
                <a:rect l="l" t="t" r="r" b="b"/>
                <a:pathLst>
                  <a:path w="7791" h="3953">
                    <a:moveTo>
                      <a:pt x="4853" y="648"/>
                    </a:moveTo>
                    <a:cubicBezTo>
                      <a:pt x="2756" y="1465"/>
                      <a:pt x="584" y="2722"/>
                      <a:pt x="1" y="3459"/>
                    </a:cubicBezTo>
                    <a:cubicBezTo>
                      <a:pt x="-153" y="6014"/>
                      <a:pt x="13660" y="-2319"/>
                      <a:pt x="4853" y="6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3" name="Freeform: Shape 832">
                <a:extLst>
                  <a:ext uri="{FF2B5EF4-FFF2-40B4-BE49-F238E27FC236}">
                    <a16:creationId xmlns:a16="http://schemas.microsoft.com/office/drawing/2014/main" id="{E5E905D3-4114-ECBE-4217-088CC487567A}"/>
                  </a:ext>
                </a:extLst>
              </p:cNvPr>
              <p:cNvSpPr/>
              <p:nvPr/>
            </p:nvSpPr>
            <p:spPr>
              <a:xfrm>
                <a:off x="2147379" y="6129537"/>
                <a:ext cx="8183" cy="2570"/>
              </a:xfrm>
              <a:custGeom>
                <a:avLst/>
                <a:gdLst>
                  <a:gd name="connsiteX0" fmla="*/ 5129 w 8183"/>
                  <a:gd name="connsiteY0" fmla="*/ 0 h 2570"/>
                  <a:gd name="connsiteX1" fmla="*/ 14 w 8183"/>
                  <a:gd name="connsiteY1" fmla="*/ 1457 h 2570"/>
                  <a:gd name="connsiteX2" fmla="*/ 5129 w 8183"/>
                  <a:gd name="connsiteY2" fmla="*/ 0 h 2570"/>
                </a:gdLst>
                <a:ahLst/>
                <a:cxnLst>
                  <a:cxn ang="0">
                    <a:pos x="connsiteX0" y="connsiteY0"/>
                  </a:cxn>
                  <a:cxn ang="0">
                    <a:pos x="connsiteX1" y="connsiteY1"/>
                  </a:cxn>
                  <a:cxn ang="0">
                    <a:pos x="connsiteX2" y="connsiteY2"/>
                  </a:cxn>
                </a:cxnLst>
                <a:rect l="l" t="t" r="r" b="b"/>
                <a:pathLst>
                  <a:path w="8183" h="2570">
                    <a:moveTo>
                      <a:pt x="5129" y="0"/>
                    </a:moveTo>
                    <a:cubicBezTo>
                      <a:pt x="2935" y="120"/>
                      <a:pt x="643" y="772"/>
                      <a:pt x="14" y="1457"/>
                    </a:cubicBezTo>
                    <a:cubicBezTo>
                      <a:pt x="-523" y="4583"/>
                      <a:pt x="14427" y="149"/>
                      <a:pt x="512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4" name="Freeform: Shape 833">
                <a:extLst>
                  <a:ext uri="{FF2B5EF4-FFF2-40B4-BE49-F238E27FC236}">
                    <a16:creationId xmlns:a16="http://schemas.microsoft.com/office/drawing/2014/main" id="{21F091D5-B156-EC72-CEFD-04D8F7C8E7DB}"/>
                  </a:ext>
                </a:extLst>
              </p:cNvPr>
              <p:cNvSpPr/>
              <p:nvPr/>
            </p:nvSpPr>
            <p:spPr>
              <a:xfrm>
                <a:off x="1668418" y="6602164"/>
                <a:ext cx="9533" cy="3985"/>
              </a:xfrm>
              <a:custGeom>
                <a:avLst/>
                <a:gdLst>
                  <a:gd name="connsiteX0" fmla="*/ 6270 w 9533"/>
                  <a:gd name="connsiteY0" fmla="*/ 15 h 3985"/>
                  <a:gd name="connsiteX1" fmla="*/ 3264 w 9533"/>
                  <a:gd name="connsiteY1" fmla="*/ 3970 h 3985"/>
                  <a:gd name="connsiteX2" fmla="*/ 6270 w 9533"/>
                  <a:gd name="connsiteY2" fmla="*/ 15 h 3985"/>
                </a:gdLst>
                <a:ahLst/>
                <a:cxnLst>
                  <a:cxn ang="0">
                    <a:pos x="connsiteX0" y="connsiteY0"/>
                  </a:cxn>
                  <a:cxn ang="0">
                    <a:pos x="connsiteX1" y="connsiteY1"/>
                  </a:cxn>
                  <a:cxn ang="0">
                    <a:pos x="connsiteX2" y="connsiteY2"/>
                  </a:cxn>
                </a:cxnLst>
                <a:rect l="l" t="t" r="r" b="b"/>
                <a:pathLst>
                  <a:path w="9533" h="3985">
                    <a:moveTo>
                      <a:pt x="6270" y="15"/>
                    </a:moveTo>
                    <a:cubicBezTo>
                      <a:pt x="2304" y="-276"/>
                      <a:pt x="-3851" y="3661"/>
                      <a:pt x="3264" y="3970"/>
                    </a:cubicBezTo>
                    <a:cubicBezTo>
                      <a:pt x="7248" y="4267"/>
                      <a:pt x="13374" y="347"/>
                      <a:pt x="6270" y="1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5" name="Freeform: Shape 834">
                <a:extLst>
                  <a:ext uri="{FF2B5EF4-FFF2-40B4-BE49-F238E27FC236}">
                    <a16:creationId xmlns:a16="http://schemas.microsoft.com/office/drawing/2014/main" id="{47C1BA59-3383-F1AD-0B23-8BB04956861B}"/>
                  </a:ext>
                </a:extLst>
              </p:cNvPr>
              <p:cNvSpPr/>
              <p:nvPr/>
            </p:nvSpPr>
            <p:spPr>
              <a:xfrm>
                <a:off x="2343755" y="5888645"/>
                <a:ext cx="7666" cy="5086"/>
              </a:xfrm>
              <a:custGeom>
                <a:avLst/>
                <a:gdLst>
                  <a:gd name="connsiteX0" fmla="*/ 4726 w 7666"/>
                  <a:gd name="connsiteY0" fmla="*/ 1376 h 5086"/>
                  <a:gd name="connsiteX1" fmla="*/ 0 w 7666"/>
                  <a:gd name="connsiteY1" fmla="*/ 4857 h 5086"/>
                  <a:gd name="connsiteX2" fmla="*/ 4726 w 7666"/>
                  <a:gd name="connsiteY2" fmla="*/ 1376 h 5086"/>
                </a:gdLst>
                <a:ahLst/>
                <a:cxnLst>
                  <a:cxn ang="0">
                    <a:pos x="connsiteX0" y="connsiteY0"/>
                  </a:cxn>
                  <a:cxn ang="0">
                    <a:pos x="connsiteX1" y="connsiteY1"/>
                  </a:cxn>
                  <a:cxn ang="0">
                    <a:pos x="connsiteX2" y="connsiteY2"/>
                  </a:cxn>
                </a:cxnLst>
                <a:rect l="l" t="t" r="r" b="b"/>
                <a:pathLst>
                  <a:path w="7666" h="5086">
                    <a:moveTo>
                      <a:pt x="4726" y="1376"/>
                    </a:moveTo>
                    <a:cubicBezTo>
                      <a:pt x="2675" y="2599"/>
                      <a:pt x="560" y="4154"/>
                      <a:pt x="0" y="4857"/>
                    </a:cubicBezTo>
                    <a:cubicBezTo>
                      <a:pt x="-29" y="6731"/>
                      <a:pt x="13453" y="-3619"/>
                      <a:pt x="4726" y="13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6" name="Freeform: Shape 835">
                <a:extLst>
                  <a:ext uri="{FF2B5EF4-FFF2-40B4-BE49-F238E27FC236}">
                    <a16:creationId xmlns:a16="http://schemas.microsoft.com/office/drawing/2014/main" id="{1916187E-64EC-E2D1-28EF-1B080F3266A1}"/>
                  </a:ext>
                </a:extLst>
              </p:cNvPr>
              <p:cNvSpPr/>
              <p:nvPr/>
            </p:nvSpPr>
            <p:spPr>
              <a:xfrm>
                <a:off x="2403822" y="5814362"/>
                <a:ext cx="7391" cy="5985"/>
              </a:xfrm>
              <a:custGeom>
                <a:avLst/>
                <a:gdLst>
                  <a:gd name="connsiteX0" fmla="*/ 4667 w 7391"/>
                  <a:gd name="connsiteY0" fmla="*/ 1845 h 5985"/>
                  <a:gd name="connsiteX1" fmla="*/ 2729 w 7391"/>
                  <a:gd name="connsiteY1" fmla="*/ 4142 h 5985"/>
                  <a:gd name="connsiteX2" fmla="*/ 4667 w 7391"/>
                  <a:gd name="connsiteY2" fmla="*/ 1845 h 5985"/>
                </a:gdLst>
                <a:ahLst/>
                <a:cxnLst>
                  <a:cxn ang="0">
                    <a:pos x="connsiteX0" y="connsiteY0"/>
                  </a:cxn>
                  <a:cxn ang="0">
                    <a:pos x="connsiteX1" y="connsiteY1"/>
                  </a:cxn>
                  <a:cxn ang="0">
                    <a:pos x="connsiteX2" y="connsiteY2"/>
                  </a:cxn>
                </a:cxnLst>
                <a:rect l="l" t="t" r="r" b="b"/>
                <a:pathLst>
                  <a:path w="7391" h="5985">
                    <a:moveTo>
                      <a:pt x="4667" y="1845"/>
                    </a:moveTo>
                    <a:cubicBezTo>
                      <a:pt x="1832" y="3954"/>
                      <a:pt x="-3123" y="8543"/>
                      <a:pt x="2729" y="4142"/>
                    </a:cubicBezTo>
                    <a:cubicBezTo>
                      <a:pt x="5564" y="2051"/>
                      <a:pt x="10508" y="-2567"/>
                      <a:pt x="4667" y="18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7" name="Freeform: Shape 836">
                <a:extLst>
                  <a:ext uri="{FF2B5EF4-FFF2-40B4-BE49-F238E27FC236}">
                    <a16:creationId xmlns:a16="http://schemas.microsoft.com/office/drawing/2014/main" id="{8CAEE6AB-F7C2-9D6C-C2C4-B0C4E1DD9E51}"/>
                  </a:ext>
                </a:extLst>
              </p:cNvPr>
              <p:cNvSpPr/>
              <p:nvPr/>
            </p:nvSpPr>
            <p:spPr>
              <a:xfrm>
                <a:off x="2076324" y="6198199"/>
                <a:ext cx="8347" cy="1957"/>
              </a:xfrm>
              <a:custGeom>
                <a:avLst/>
                <a:gdLst>
                  <a:gd name="connsiteX0" fmla="*/ 5375 w 8347"/>
                  <a:gd name="connsiteY0" fmla="*/ 16 h 1957"/>
                  <a:gd name="connsiteX1" fmla="*/ 2975 w 8347"/>
                  <a:gd name="connsiteY1" fmla="*/ 1942 h 1957"/>
                  <a:gd name="connsiteX2" fmla="*/ 5375 w 8347"/>
                  <a:gd name="connsiteY2" fmla="*/ 16 h 1957"/>
                </a:gdLst>
                <a:ahLst/>
                <a:cxnLst>
                  <a:cxn ang="0">
                    <a:pos x="connsiteX0" y="connsiteY0"/>
                  </a:cxn>
                  <a:cxn ang="0">
                    <a:pos x="connsiteX1" y="connsiteY1"/>
                  </a:cxn>
                  <a:cxn ang="0">
                    <a:pos x="connsiteX2" y="connsiteY2"/>
                  </a:cxn>
                </a:cxnLst>
                <a:rect l="l" t="t" r="r" b="b"/>
                <a:pathLst>
                  <a:path w="8347" h="1957">
                    <a:moveTo>
                      <a:pt x="5375" y="16"/>
                    </a:moveTo>
                    <a:cubicBezTo>
                      <a:pt x="1924" y="-190"/>
                      <a:pt x="-3391" y="1696"/>
                      <a:pt x="2975" y="1942"/>
                    </a:cubicBezTo>
                    <a:cubicBezTo>
                      <a:pt x="6427" y="2148"/>
                      <a:pt x="11736" y="256"/>
                      <a:pt x="5375" y="1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8" name="Freeform: Shape 837">
                <a:extLst>
                  <a:ext uri="{FF2B5EF4-FFF2-40B4-BE49-F238E27FC236}">
                    <a16:creationId xmlns:a16="http://schemas.microsoft.com/office/drawing/2014/main" id="{22EEF0E3-8258-F4CD-7B29-7F4A1AA4EDC2}"/>
                  </a:ext>
                </a:extLst>
              </p:cNvPr>
              <p:cNvSpPr/>
              <p:nvPr/>
            </p:nvSpPr>
            <p:spPr>
              <a:xfrm>
                <a:off x="1757295" y="6471437"/>
                <a:ext cx="9252" cy="4084"/>
              </a:xfrm>
              <a:custGeom>
                <a:avLst/>
                <a:gdLst>
                  <a:gd name="connsiteX0" fmla="*/ 6057 w 9252"/>
                  <a:gd name="connsiteY0" fmla="*/ 23 h 4084"/>
                  <a:gd name="connsiteX1" fmla="*/ 3199 w 9252"/>
                  <a:gd name="connsiteY1" fmla="*/ 4064 h 4084"/>
                  <a:gd name="connsiteX2" fmla="*/ 6057 w 9252"/>
                  <a:gd name="connsiteY2" fmla="*/ 23 h 4084"/>
                </a:gdLst>
                <a:ahLst/>
                <a:cxnLst>
                  <a:cxn ang="0">
                    <a:pos x="connsiteX0" y="connsiteY0"/>
                  </a:cxn>
                  <a:cxn ang="0">
                    <a:pos x="connsiteX1" y="connsiteY1"/>
                  </a:cxn>
                  <a:cxn ang="0">
                    <a:pos x="connsiteX2" y="connsiteY2"/>
                  </a:cxn>
                </a:cxnLst>
                <a:rect l="l" t="t" r="r" b="b"/>
                <a:pathLst>
                  <a:path w="9252" h="4084">
                    <a:moveTo>
                      <a:pt x="6057" y="23"/>
                    </a:moveTo>
                    <a:cubicBezTo>
                      <a:pt x="2079" y="-337"/>
                      <a:pt x="-3676" y="3646"/>
                      <a:pt x="3199" y="4064"/>
                    </a:cubicBezTo>
                    <a:cubicBezTo>
                      <a:pt x="7165" y="4406"/>
                      <a:pt x="12932" y="429"/>
                      <a:pt x="6057"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39" name="Freeform: Shape 838">
                <a:extLst>
                  <a:ext uri="{FF2B5EF4-FFF2-40B4-BE49-F238E27FC236}">
                    <a16:creationId xmlns:a16="http://schemas.microsoft.com/office/drawing/2014/main" id="{540D53AD-511F-8098-B43C-573B7F516A9F}"/>
                  </a:ext>
                </a:extLst>
              </p:cNvPr>
              <p:cNvSpPr/>
              <p:nvPr/>
            </p:nvSpPr>
            <p:spPr>
              <a:xfrm>
                <a:off x="1842439" y="6385952"/>
                <a:ext cx="8983" cy="2272"/>
              </a:xfrm>
              <a:custGeom>
                <a:avLst/>
                <a:gdLst>
                  <a:gd name="connsiteX0" fmla="*/ 5746 w 8983"/>
                  <a:gd name="connsiteY0" fmla="*/ 0 h 2272"/>
                  <a:gd name="connsiteX1" fmla="*/ 31 w 8983"/>
                  <a:gd name="connsiteY1" fmla="*/ 1109 h 2272"/>
                  <a:gd name="connsiteX2" fmla="*/ 5746 w 8983"/>
                  <a:gd name="connsiteY2" fmla="*/ 0 h 2272"/>
                </a:gdLst>
                <a:ahLst/>
                <a:cxnLst>
                  <a:cxn ang="0">
                    <a:pos x="connsiteX0" y="connsiteY0"/>
                  </a:cxn>
                  <a:cxn ang="0">
                    <a:pos x="connsiteX1" y="connsiteY1"/>
                  </a:cxn>
                  <a:cxn ang="0">
                    <a:pos x="connsiteX2" y="connsiteY2"/>
                  </a:cxn>
                </a:cxnLst>
                <a:rect l="l" t="t" r="r" b="b"/>
                <a:pathLst>
                  <a:path w="8983" h="2272">
                    <a:moveTo>
                      <a:pt x="5746" y="0"/>
                    </a:moveTo>
                    <a:cubicBezTo>
                      <a:pt x="3351" y="0"/>
                      <a:pt x="797" y="497"/>
                      <a:pt x="31" y="1109"/>
                    </a:cubicBezTo>
                    <a:cubicBezTo>
                      <a:pt x="-809" y="4041"/>
                      <a:pt x="15787" y="578"/>
                      <a:pt x="5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0" name="Freeform: Shape 839">
                <a:extLst>
                  <a:ext uri="{FF2B5EF4-FFF2-40B4-BE49-F238E27FC236}">
                    <a16:creationId xmlns:a16="http://schemas.microsoft.com/office/drawing/2014/main" id="{1479ECF3-A612-A175-7564-02B65B8389FC}"/>
                  </a:ext>
                </a:extLst>
              </p:cNvPr>
              <p:cNvSpPr/>
              <p:nvPr/>
            </p:nvSpPr>
            <p:spPr>
              <a:xfrm>
                <a:off x="1923987" y="6320401"/>
                <a:ext cx="8756" cy="2149"/>
              </a:xfrm>
              <a:custGeom>
                <a:avLst/>
                <a:gdLst>
                  <a:gd name="connsiteX0" fmla="*/ 5694 w 8756"/>
                  <a:gd name="connsiteY0" fmla="*/ 18 h 2149"/>
                  <a:gd name="connsiteX1" fmla="*/ 3065 w 8756"/>
                  <a:gd name="connsiteY1" fmla="*/ 2132 h 2149"/>
                  <a:gd name="connsiteX2" fmla="*/ 5694 w 8756"/>
                  <a:gd name="connsiteY2" fmla="*/ 18 h 2149"/>
                </a:gdLst>
                <a:ahLst/>
                <a:cxnLst>
                  <a:cxn ang="0">
                    <a:pos x="connsiteX0" y="connsiteY0"/>
                  </a:cxn>
                  <a:cxn ang="0">
                    <a:pos x="connsiteX1" y="connsiteY1"/>
                  </a:cxn>
                  <a:cxn ang="0">
                    <a:pos x="connsiteX2" y="connsiteY2"/>
                  </a:cxn>
                </a:cxnLst>
                <a:rect l="l" t="t" r="r" b="b"/>
                <a:pathLst>
                  <a:path w="8756" h="2149">
                    <a:moveTo>
                      <a:pt x="5694" y="18"/>
                    </a:moveTo>
                    <a:cubicBezTo>
                      <a:pt x="2151" y="-211"/>
                      <a:pt x="-3593" y="1852"/>
                      <a:pt x="3065" y="2132"/>
                    </a:cubicBezTo>
                    <a:cubicBezTo>
                      <a:pt x="6608" y="2360"/>
                      <a:pt x="12346" y="292"/>
                      <a:pt x="5694"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1" name="Freeform: Shape 840">
                <a:extLst>
                  <a:ext uri="{FF2B5EF4-FFF2-40B4-BE49-F238E27FC236}">
                    <a16:creationId xmlns:a16="http://schemas.microsoft.com/office/drawing/2014/main" id="{FB19CAD5-A322-87F3-3569-02B8A964802B}"/>
                  </a:ext>
                </a:extLst>
              </p:cNvPr>
              <p:cNvSpPr/>
              <p:nvPr/>
            </p:nvSpPr>
            <p:spPr>
              <a:xfrm>
                <a:off x="2001899" y="6257897"/>
                <a:ext cx="8542" cy="2050"/>
              </a:xfrm>
              <a:custGeom>
                <a:avLst/>
                <a:gdLst>
                  <a:gd name="connsiteX0" fmla="*/ 5529 w 8542"/>
                  <a:gd name="connsiteY0" fmla="*/ 17 h 2050"/>
                  <a:gd name="connsiteX1" fmla="*/ 3020 w 8542"/>
                  <a:gd name="connsiteY1" fmla="*/ 2034 h 2050"/>
                  <a:gd name="connsiteX2" fmla="*/ 5529 w 8542"/>
                  <a:gd name="connsiteY2" fmla="*/ 17 h 2050"/>
                </a:gdLst>
                <a:ahLst/>
                <a:cxnLst>
                  <a:cxn ang="0">
                    <a:pos x="connsiteX0" y="connsiteY0"/>
                  </a:cxn>
                  <a:cxn ang="0">
                    <a:pos x="connsiteX1" y="connsiteY1"/>
                  </a:cxn>
                  <a:cxn ang="0">
                    <a:pos x="connsiteX2" y="connsiteY2"/>
                  </a:cxn>
                </a:cxnLst>
                <a:rect l="l" t="t" r="r" b="b"/>
                <a:pathLst>
                  <a:path w="8542" h="2050">
                    <a:moveTo>
                      <a:pt x="5529" y="17"/>
                    </a:moveTo>
                    <a:cubicBezTo>
                      <a:pt x="2031" y="-201"/>
                      <a:pt x="-3489" y="1771"/>
                      <a:pt x="3020" y="2034"/>
                    </a:cubicBezTo>
                    <a:cubicBezTo>
                      <a:pt x="6512" y="2251"/>
                      <a:pt x="12027" y="273"/>
                      <a:pt x="552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2" name="Freeform: Shape 841">
                <a:extLst>
                  <a:ext uri="{FF2B5EF4-FFF2-40B4-BE49-F238E27FC236}">
                    <a16:creationId xmlns:a16="http://schemas.microsoft.com/office/drawing/2014/main" id="{3099052C-4395-30EE-B43D-555246322358}"/>
                  </a:ext>
                </a:extLst>
              </p:cNvPr>
              <p:cNvSpPr/>
              <p:nvPr/>
            </p:nvSpPr>
            <p:spPr>
              <a:xfrm>
                <a:off x="86639" y="7526146"/>
                <a:ext cx="13923" cy="5179"/>
              </a:xfrm>
              <a:custGeom>
                <a:avLst/>
                <a:gdLst>
                  <a:gd name="connsiteX0" fmla="*/ 10109 w 13923"/>
                  <a:gd name="connsiteY0" fmla="*/ 0 h 5179"/>
                  <a:gd name="connsiteX1" fmla="*/ 131 w 13923"/>
                  <a:gd name="connsiteY1" fmla="*/ 4303 h 5179"/>
                  <a:gd name="connsiteX2" fmla="*/ 10109 w 13923"/>
                  <a:gd name="connsiteY2" fmla="*/ 0 h 5179"/>
                </a:gdLst>
                <a:ahLst/>
                <a:cxnLst>
                  <a:cxn ang="0">
                    <a:pos x="connsiteX0" y="connsiteY0"/>
                  </a:cxn>
                  <a:cxn ang="0">
                    <a:pos x="connsiteX1" y="connsiteY1"/>
                  </a:cxn>
                  <a:cxn ang="0">
                    <a:pos x="connsiteX2" y="connsiteY2"/>
                  </a:cxn>
                </a:cxnLst>
                <a:rect l="l" t="t" r="r" b="b"/>
                <a:pathLst>
                  <a:path w="13923" h="5179">
                    <a:moveTo>
                      <a:pt x="10109" y="0"/>
                    </a:moveTo>
                    <a:cubicBezTo>
                      <a:pt x="7475" y="149"/>
                      <a:pt x="-1161" y="834"/>
                      <a:pt x="131" y="4303"/>
                    </a:cubicBezTo>
                    <a:cubicBezTo>
                      <a:pt x="3423" y="7430"/>
                      <a:pt x="21722" y="1280"/>
                      <a:pt x="1010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3" name="Freeform: Shape 842">
                <a:extLst>
                  <a:ext uri="{FF2B5EF4-FFF2-40B4-BE49-F238E27FC236}">
                    <a16:creationId xmlns:a16="http://schemas.microsoft.com/office/drawing/2014/main" id="{531290D5-6F6C-FE0B-2704-739561C9466E}"/>
                  </a:ext>
                </a:extLst>
              </p:cNvPr>
              <p:cNvSpPr/>
              <p:nvPr/>
            </p:nvSpPr>
            <p:spPr>
              <a:xfrm>
                <a:off x="2267160" y="5932693"/>
                <a:ext cx="6640" cy="6322"/>
              </a:xfrm>
              <a:custGeom>
                <a:avLst/>
                <a:gdLst>
                  <a:gd name="connsiteX0" fmla="*/ 4421 w 6640"/>
                  <a:gd name="connsiteY0" fmla="*/ 2282 h 6322"/>
                  <a:gd name="connsiteX1" fmla="*/ 214 w 6640"/>
                  <a:gd name="connsiteY1" fmla="*/ 6003 h 6322"/>
                  <a:gd name="connsiteX2" fmla="*/ 4421 w 6640"/>
                  <a:gd name="connsiteY2" fmla="*/ 2282 h 6322"/>
                </a:gdLst>
                <a:ahLst/>
                <a:cxnLst>
                  <a:cxn ang="0">
                    <a:pos x="connsiteX0" y="connsiteY0"/>
                  </a:cxn>
                  <a:cxn ang="0">
                    <a:pos x="connsiteX1" y="connsiteY1"/>
                  </a:cxn>
                  <a:cxn ang="0">
                    <a:pos x="connsiteX2" y="connsiteY2"/>
                  </a:cxn>
                </a:cxnLst>
                <a:rect l="l" t="t" r="r" b="b"/>
                <a:pathLst>
                  <a:path w="6640" h="6322">
                    <a:moveTo>
                      <a:pt x="4421" y="2282"/>
                    </a:moveTo>
                    <a:cubicBezTo>
                      <a:pt x="3603" y="3066"/>
                      <a:pt x="-1043" y="7540"/>
                      <a:pt x="214" y="6003"/>
                    </a:cubicBezTo>
                    <a:cubicBezTo>
                      <a:pt x="2072" y="3968"/>
                      <a:pt x="10616" y="-3798"/>
                      <a:pt x="4421" y="228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4" name="Freeform: Shape 843">
                <a:extLst>
                  <a:ext uri="{FF2B5EF4-FFF2-40B4-BE49-F238E27FC236}">
                    <a16:creationId xmlns:a16="http://schemas.microsoft.com/office/drawing/2014/main" id="{64CAE5E4-0825-EEED-6B54-1562FBC5D213}"/>
                  </a:ext>
                </a:extLst>
              </p:cNvPr>
              <p:cNvSpPr/>
              <p:nvPr/>
            </p:nvSpPr>
            <p:spPr>
              <a:xfrm>
                <a:off x="724291" y="6776730"/>
                <a:ext cx="11552" cy="2894"/>
              </a:xfrm>
              <a:custGeom>
                <a:avLst/>
                <a:gdLst>
                  <a:gd name="connsiteX0" fmla="*/ 8023 w 11552"/>
                  <a:gd name="connsiteY0" fmla="*/ 31 h 2894"/>
                  <a:gd name="connsiteX1" fmla="*/ 3525 w 11552"/>
                  <a:gd name="connsiteY1" fmla="*/ 2865 h 2894"/>
                  <a:gd name="connsiteX2" fmla="*/ 8023 w 11552"/>
                  <a:gd name="connsiteY2" fmla="*/ 31 h 2894"/>
                </a:gdLst>
                <a:ahLst/>
                <a:cxnLst>
                  <a:cxn ang="0">
                    <a:pos x="connsiteX0" y="connsiteY0"/>
                  </a:cxn>
                  <a:cxn ang="0">
                    <a:pos x="connsiteX1" y="connsiteY1"/>
                  </a:cxn>
                  <a:cxn ang="0">
                    <a:pos x="connsiteX2" y="connsiteY2"/>
                  </a:cxn>
                </a:cxnLst>
                <a:rect l="l" t="t" r="r" b="b"/>
                <a:pathLst>
                  <a:path w="11552" h="2894">
                    <a:moveTo>
                      <a:pt x="8023" y="31"/>
                    </a:moveTo>
                    <a:cubicBezTo>
                      <a:pt x="4166" y="-318"/>
                      <a:pt x="-5018" y="2397"/>
                      <a:pt x="3525" y="2865"/>
                    </a:cubicBezTo>
                    <a:cubicBezTo>
                      <a:pt x="7389" y="3202"/>
                      <a:pt x="16573" y="471"/>
                      <a:pt x="8023" y="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5" name="Freeform: Shape 844">
                <a:extLst>
                  <a:ext uri="{FF2B5EF4-FFF2-40B4-BE49-F238E27FC236}">
                    <a16:creationId xmlns:a16="http://schemas.microsoft.com/office/drawing/2014/main" id="{290837E5-CE45-FF2D-387D-C4F27F7F719C}"/>
                  </a:ext>
                </a:extLst>
              </p:cNvPr>
              <p:cNvSpPr/>
              <p:nvPr/>
            </p:nvSpPr>
            <p:spPr>
              <a:xfrm>
                <a:off x="856831" y="6721299"/>
                <a:ext cx="11221" cy="1035"/>
              </a:xfrm>
              <a:custGeom>
                <a:avLst/>
                <a:gdLst>
                  <a:gd name="connsiteX0" fmla="*/ 7734 w 11221"/>
                  <a:gd name="connsiteY0" fmla="*/ 9 h 1035"/>
                  <a:gd name="connsiteX1" fmla="*/ 3487 w 11221"/>
                  <a:gd name="connsiteY1" fmla="*/ 1026 h 1035"/>
                  <a:gd name="connsiteX2" fmla="*/ 7734 w 11221"/>
                  <a:gd name="connsiteY2" fmla="*/ 9 h 1035"/>
                </a:gdLst>
                <a:ahLst/>
                <a:cxnLst>
                  <a:cxn ang="0">
                    <a:pos x="connsiteX0" y="connsiteY0"/>
                  </a:cxn>
                  <a:cxn ang="0">
                    <a:pos x="connsiteX1" y="connsiteY1"/>
                  </a:cxn>
                  <a:cxn ang="0">
                    <a:pos x="connsiteX2" y="connsiteY2"/>
                  </a:cxn>
                </a:cxnLst>
                <a:rect l="l" t="t" r="r" b="b"/>
                <a:pathLst>
                  <a:path w="11221" h="1035">
                    <a:moveTo>
                      <a:pt x="7734" y="9"/>
                    </a:moveTo>
                    <a:cubicBezTo>
                      <a:pt x="4179" y="-105"/>
                      <a:pt x="-4977" y="901"/>
                      <a:pt x="3487" y="1026"/>
                    </a:cubicBezTo>
                    <a:cubicBezTo>
                      <a:pt x="7048" y="1141"/>
                      <a:pt x="16197" y="123"/>
                      <a:pt x="7734"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6" name="Freeform: Shape 845">
                <a:extLst>
                  <a:ext uri="{FF2B5EF4-FFF2-40B4-BE49-F238E27FC236}">
                    <a16:creationId xmlns:a16="http://schemas.microsoft.com/office/drawing/2014/main" id="{096CADD9-99DF-5D23-FB41-8107F1808C26}"/>
                  </a:ext>
                </a:extLst>
              </p:cNvPr>
              <p:cNvSpPr/>
              <p:nvPr/>
            </p:nvSpPr>
            <p:spPr>
              <a:xfrm>
                <a:off x="1100134" y="6714668"/>
                <a:ext cx="10509" cy="314"/>
              </a:xfrm>
              <a:custGeom>
                <a:avLst/>
                <a:gdLst>
                  <a:gd name="connsiteX0" fmla="*/ 7147 w 10509"/>
                  <a:gd name="connsiteY0" fmla="*/ 290 h 314"/>
                  <a:gd name="connsiteX1" fmla="*/ 3358 w 10509"/>
                  <a:gd name="connsiteY1" fmla="*/ 22 h 314"/>
                  <a:gd name="connsiteX2" fmla="*/ 7147 w 10509"/>
                  <a:gd name="connsiteY2" fmla="*/ 290 h 314"/>
                </a:gdLst>
                <a:ahLst/>
                <a:cxnLst>
                  <a:cxn ang="0">
                    <a:pos x="connsiteX0" y="connsiteY0"/>
                  </a:cxn>
                  <a:cxn ang="0">
                    <a:pos x="connsiteX1" y="connsiteY1"/>
                  </a:cxn>
                  <a:cxn ang="0">
                    <a:pos x="connsiteX2" y="connsiteY2"/>
                  </a:cxn>
                </a:cxnLst>
                <a:rect l="l" t="t" r="r" b="b"/>
                <a:pathLst>
                  <a:path w="10509" h="314">
                    <a:moveTo>
                      <a:pt x="7147" y="290"/>
                    </a:moveTo>
                    <a:cubicBezTo>
                      <a:pt x="3724" y="382"/>
                      <a:pt x="-4643" y="199"/>
                      <a:pt x="3358" y="22"/>
                    </a:cubicBezTo>
                    <a:cubicBezTo>
                      <a:pt x="6792" y="-64"/>
                      <a:pt x="15154" y="119"/>
                      <a:pt x="7147" y="29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7" name="Freeform: Shape 846">
                <a:extLst>
                  <a:ext uri="{FF2B5EF4-FFF2-40B4-BE49-F238E27FC236}">
                    <a16:creationId xmlns:a16="http://schemas.microsoft.com/office/drawing/2014/main" id="{CB2C84C1-4144-949C-B922-9542F36E8F8B}"/>
                  </a:ext>
                </a:extLst>
              </p:cNvPr>
              <p:cNvSpPr/>
              <p:nvPr/>
            </p:nvSpPr>
            <p:spPr>
              <a:xfrm>
                <a:off x="981970" y="6708533"/>
                <a:ext cx="10801" cy="88"/>
              </a:xfrm>
              <a:custGeom>
                <a:avLst/>
                <a:gdLst>
                  <a:gd name="connsiteX0" fmla="*/ 7399 w 10801"/>
                  <a:gd name="connsiteY0" fmla="*/ 53 h 88"/>
                  <a:gd name="connsiteX1" fmla="*/ 3393 w 10801"/>
                  <a:gd name="connsiteY1" fmla="*/ 42 h 88"/>
                  <a:gd name="connsiteX2" fmla="*/ 7399 w 10801"/>
                  <a:gd name="connsiteY2" fmla="*/ 53 h 88"/>
                </a:gdLst>
                <a:ahLst/>
                <a:cxnLst>
                  <a:cxn ang="0">
                    <a:pos x="connsiteX0" y="connsiteY0"/>
                  </a:cxn>
                  <a:cxn ang="0">
                    <a:pos x="connsiteX1" y="connsiteY1"/>
                  </a:cxn>
                  <a:cxn ang="0">
                    <a:pos x="connsiteX2" y="connsiteY2"/>
                  </a:cxn>
                </a:cxnLst>
                <a:rect l="l" t="t" r="r" b="b"/>
                <a:pathLst>
                  <a:path w="10801" h="88">
                    <a:moveTo>
                      <a:pt x="7399" y="53"/>
                    </a:moveTo>
                    <a:cubicBezTo>
                      <a:pt x="3964" y="88"/>
                      <a:pt x="-4791" y="116"/>
                      <a:pt x="3393" y="42"/>
                    </a:cubicBezTo>
                    <a:cubicBezTo>
                      <a:pt x="6839" y="2"/>
                      <a:pt x="15600" y="-33"/>
                      <a:pt x="7399" y="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8" name="Freeform: Shape 847">
                <a:extLst>
                  <a:ext uri="{FF2B5EF4-FFF2-40B4-BE49-F238E27FC236}">
                    <a16:creationId xmlns:a16="http://schemas.microsoft.com/office/drawing/2014/main" id="{98F25E11-56FB-A006-DFAA-8EB484278EC4}"/>
                  </a:ext>
                </a:extLst>
              </p:cNvPr>
              <p:cNvSpPr/>
              <p:nvPr/>
            </p:nvSpPr>
            <p:spPr>
              <a:xfrm>
                <a:off x="583725" y="6880097"/>
                <a:ext cx="11974" cy="3684"/>
              </a:xfrm>
              <a:custGeom>
                <a:avLst/>
                <a:gdLst>
                  <a:gd name="connsiteX0" fmla="*/ 8372 w 11974"/>
                  <a:gd name="connsiteY0" fmla="*/ 37 h 3684"/>
                  <a:gd name="connsiteX1" fmla="*/ 3600 w 11974"/>
                  <a:gd name="connsiteY1" fmla="*/ 3648 h 3684"/>
                  <a:gd name="connsiteX2" fmla="*/ 8372 w 11974"/>
                  <a:gd name="connsiteY2" fmla="*/ 37 h 3684"/>
                </a:gdLst>
                <a:ahLst/>
                <a:cxnLst>
                  <a:cxn ang="0">
                    <a:pos x="connsiteX0" y="connsiteY0"/>
                  </a:cxn>
                  <a:cxn ang="0">
                    <a:pos x="connsiteX1" y="connsiteY1"/>
                  </a:cxn>
                  <a:cxn ang="0">
                    <a:pos x="connsiteX2" y="connsiteY2"/>
                  </a:cxn>
                </a:cxnLst>
                <a:rect l="l" t="t" r="r" b="b"/>
                <a:pathLst>
                  <a:path w="11974" h="3684">
                    <a:moveTo>
                      <a:pt x="8372" y="37"/>
                    </a:moveTo>
                    <a:cubicBezTo>
                      <a:pt x="4343" y="-392"/>
                      <a:pt x="-5173" y="3071"/>
                      <a:pt x="3600" y="3648"/>
                    </a:cubicBezTo>
                    <a:cubicBezTo>
                      <a:pt x="7646" y="4071"/>
                      <a:pt x="17144" y="614"/>
                      <a:pt x="8372" y="3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49" name="Freeform: Shape 848">
                <a:extLst>
                  <a:ext uri="{FF2B5EF4-FFF2-40B4-BE49-F238E27FC236}">
                    <a16:creationId xmlns:a16="http://schemas.microsoft.com/office/drawing/2014/main" id="{2E20857F-B32C-1EA9-7524-2D7F69F030CC}"/>
                  </a:ext>
                </a:extLst>
              </p:cNvPr>
              <p:cNvSpPr/>
              <p:nvPr/>
            </p:nvSpPr>
            <p:spPr>
              <a:xfrm>
                <a:off x="1211919" y="6716769"/>
                <a:ext cx="10263" cy="321"/>
              </a:xfrm>
              <a:custGeom>
                <a:avLst/>
                <a:gdLst>
                  <a:gd name="connsiteX0" fmla="*/ 6925 w 10263"/>
                  <a:gd name="connsiteY0" fmla="*/ 30 h 321"/>
                  <a:gd name="connsiteX1" fmla="*/ 3336 w 10263"/>
                  <a:gd name="connsiteY1" fmla="*/ 287 h 321"/>
                  <a:gd name="connsiteX2" fmla="*/ 6925 w 10263"/>
                  <a:gd name="connsiteY2" fmla="*/ 30 h 321"/>
                </a:gdLst>
                <a:ahLst/>
                <a:cxnLst>
                  <a:cxn ang="0">
                    <a:pos x="connsiteX0" y="connsiteY0"/>
                  </a:cxn>
                  <a:cxn ang="0">
                    <a:pos x="connsiteX1" y="connsiteY1"/>
                  </a:cxn>
                  <a:cxn ang="0">
                    <a:pos x="connsiteX2" y="connsiteY2"/>
                  </a:cxn>
                </a:cxnLst>
                <a:rect l="l" t="t" r="r" b="b"/>
                <a:pathLst>
                  <a:path w="10263" h="321">
                    <a:moveTo>
                      <a:pt x="6925" y="30"/>
                    </a:moveTo>
                    <a:cubicBezTo>
                      <a:pt x="3496" y="81"/>
                      <a:pt x="-4511" y="430"/>
                      <a:pt x="3336" y="287"/>
                    </a:cubicBezTo>
                    <a:cubicBezTo>
                      <a:pt x="6782" y="241"/>
                      <a:pt x="14771" y="-101"/>
                      <a:pt x="6925"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0" name="Freeform: Shape 849">
                <a:extLst>
                  <a:ext uri="{FF2B5EF4-FFF2-40B4-BE49-F238E27FC236}">
                    <a16:creationId xmlns:a16="http://schemas.microsoft.com/office/drawing/2014/main" id="{5E7D64B2-9891-34E1-DEA8-DC07FAB45CF2}"/>
                  </a:ext>
                </a:extLst>
              </p:cNvPr>
              <p:cNvSpPr/>
              <p:nvPr/>
            </p:nvSpPr>
            <p:spPr>
              <a:xfrm>
                <a:off x="434389" y="6992755"/>
                <a:ext cx="12411" cy="3918"/>
              </a:xfrm>
              <a:custGeom>
                <a:avLst/>
                <a:gdLst>
                  <a:gd name="connsiteX0" fmla="*/ 8746 w 12411"/>
                  <a:gd name="connsiteY0" fmla="*/ 39 h 3918"/>
                  <a:gd name="connsiteX1" fmla="*/ 3666 w 12411"/>
                  <a:gd name="connsiteY1" fmla="*/ 3880 h 3918"/>
                  <a:gd name="connsiteX2" fmla="*/ 8746 w 12411"/>
                  <a:gd name="connsiteY2" fmla="*/ 39 h 3918"/>
                </a:gdLst>
                <a:ahLst/>
                <a:cxnLst>
                  <a:cxn ang="0">
                    <a:pos x="connsiteX0" y="connsiteY0"/>
                  </a:cxn>
                  <a:cxn ang="0">
                    <a:pos x="connsiteX1" y="connsiteY1"/>
                  </a:cxn>
                  <a:cxn ang="0">
                    <a:pos x="connsiteX2" y="connsiteY2"/>
                  </a:cxn>
                </a:cxnLst>
                <a:rect l="l" t="t" r="r" b="b"/>
                <a:pathLst>
                  <a:path w="12411" h="3918">
                    <a:moveTo>
                      <a:pt x="8746" y="39"/>
                    </a:moveTo>
                    <a:cubicBezTo>
                      <a:pt x="4649" y="-418"/>
                      <a:pt x="-5376" y="3257"/>
                      <a:pt x="3666" y="3880"/>
                    </a:cubicBezTo>
                    <a:cubicBezTo>
                      <a:pt x="7775" y="4337"/>
                      <a:pt x="17782" y="662"/>
                      <a:pt x="8746" y="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1" name="Freeform: Shape 850">
                <a:extLst>
                  <a:ext uri="{FF2B5EF4-FFF2-40B4-BE49-F238E27FC236}">
                    <a16:creationId xmlns:a16="http://schemas.microsoft.com/office/drawing/2014/main" id="{F9BBF5B7-F3A6-1483-CC68-AC1067123E60}"/>
                  </a:ext>
                </a:extLst>
              </p:cNvPr>
              <p:cNvSpPr/>
              <p:nvPr/>
            </p:nvSpPr>
            <p:spPr>
              <a:xfrm>
                <a:off x="-77279" y="7378690"/>
                <a:ext cx="13970" cy="4802"/>
              </a:xfrm>
              <a:custGeom>
                <a:avLst/>
                <a:gdLst>
                  <a:gd name="connsiteX0" fmla="*/ 10094 w 13970"/>
                  <a:gd name="connsiteY0" fmla="*/ 49 h 4802"/>
                  <a:gd name="connsiteX1" fmla="*/ 3877 w 13970"/>
                  <a:gd name="connsiteY1" fmla="*/ 4753 h 4802"/>
                  <a:gd name="connsiteX2" fmla="*/ 10094 w 13970"/>
                  <a:gd name="connsiteY2" fmla="*/ 49 h 4802"/>
                </a:gdLst>
                <a:ahLst/>
                <a:cxnLst>
                  <a:cxn ang="0">
                    <a:pos x="connsiteX0" y="connsiteY0"/>
                  </a:cxn>
                  <a:cxn ang="0">
                    <a:pos x="connsiteX1" y="connsiteY1"/>
                  </a:cxn>
                  <a:cxn ang="0">
                    <a:pos x="connsiteX2" y="connsiteY2"/>
                  </a:cxn>
                </a:cxnLst>
                <a:rect l="l" t="t" r="r" b="b"/>
                <a:pathLst>
                  <a:path w="13970" h="4802">
                    <a:moveTo>
                      <a:pt x="10094" y="49"/>
                    </a:moveTo>
                    <a:cubicBezTo>
                      <a:pt x="5780" y="-516"/>
                      <a:pt x="-6079" y="3941"/>
                      <a:pt x="3877" y="4753"/>
                    </a:cubicBezTo>
                    <a:cubicBezTo>
                      <a:pt x="8203" y="5319"/>
                      <a:pt x="20044" y="855"/>
                      <a:pt x="10094" y="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2" name="Freeform: Shape 851">
                <a:extLst>
                  <a:ext uri="{FF2B5EF4-FFF2-40B4-BE49-F238E27FC236}">
                    <a16:creationId xmlns:a16="http://schemas.microsoft.com/office/drawing/2014/main" id="{99D2BA64-3A86-6448-A9EC-A59F668F2EAD}"/>
                  </a:ext>
                </a:extLst>
              </p:cNvPr>
              <p:cNvSpPr/>
              <p:nvPr/>
            </p:nvSpPr>
            <p:spPr>
              <a:xfrm>
                <a:off x="104988" y="7241219"/>
                <a:ext cx="13406" cy="4480"/>
              </a:xfrm>
              <a:custGeom>
                <a:avLst/>
                <a:gdLst>
                  <a:gd name="connsiteX0" fmla="*/ 9603 w 13406"/>
                  <a:gd name="connsiteY0" fmla="*/ 46 h 4480"/>
                  <a:gd name="connsiteX1" fmla="*/ 3802 w 13406"/>
                  <a:gd name="connsiteY1" fmla="*/ 4435 h 4480"/>
                  <a:gd name="connsiteX2" fmla="*/ 9603 w 13406"/>
                  <a:gd name="connsiteY2" fmla="*/ 46 h 4480"/>
                </a:gdLst>
                <a:ahLst/>
                <a:cxnLst>
                  <a:cxn ang="0">
                    <a:pos x="connsiteX0" y="connsiteY0"/>
                  </a:cxn>
                  <a:cxn ang="0">
                    <a:pos x="connsiteX1" y="connsiteY1"/>
                  </a:cxn>
                  <a:cxn ang="0">
                    <a:pos x="connsiteX2" y="connsiteY2"/>
                  </a:cxn>
                </a:cxnLst>
                <a:rect l="l" t="t" r="r" b="b"/>
                <a:pathLst>
                  <a:path w="13406" h="4480">
                    <a:moveTo>
                      <a:pt x="9603" y="46"/>
                    </a:moveTo>
                    <a:cubicBezTo>
                      <a:pt x="5368" y="-480"/>
                      <a:pt x="-5828" y="3692"/>
                      <a:pt x="3802" y="4435"/>
                    </a:cubicBezTo>
                    <a:cubicBezTo>
                      <a:pt x="8048" y="4961"/>
                      <a:pt x="19233" y="789"/>
                      <a:pt x="9603"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3" name="Freeform: Shape 852">
                <a:extLst>
                  <a:ext uri="{FF2B5EF4-FFF2-40B4-BE49-F238E27FC236}">
                    <a16:creationId xmlns:a16="http://schemas.microsoft.com/office/drawing/2014/main" id="{7B2EC9D9-CD49-CFD2-FCCC-1B33459EF95B}"/>
                  </a:ext>
                </a:extLst>
              </p:cNvPr>
              <p:cNvSpPr/>
              <p:nvPr/>
            </p:nvSpPr>
            <p:spPr>
              <a:xfrm>
                <a:off x="275441" y="7112894"/>
                <a:ext cx="12776" cy="4185"/>
              </a:xfrm>
              <a:custGeom>
                <a:avLst/>
                <a:gdLst>
                  <a:gd name="connsiteX0" fmla="*/ 8891 w 12776"/>
                  <a:gd name="connsiteY0" fmla="*/ 0 h 4185"/>
                  <a:gd name="connsiteX1" fmla="*/ 256 w 12776"/>
                  <a:gd name="connsiteY1" fmla="*/ 2052 h 4185"/>
                  <a:gd name="connsiteX2" fmla="*/ 8891 w 12776"/>
                  <a:gd name="connsiteY2" fmla="*/ 0 h 4185"/>
                </a:gdLst>
                <a:ahLst/>
                <a:cxnLst>
                  <a:cxn ang="0">
                    <a:pos x="connsiteX0" y="connsiteY0"/>
                  </a:cxn>
                  <a:cxn ang="0">
                    <a:pos x="connsiteX1" y="connsiteY1"/>
                  </a:cxn>
                  <a:cxn ang="0">
                    <a:pos x="connsiteX2" y="connsiteY2"/>
                  </a:cxn>
                </a:cxnLst>
                <a:rect l="l" t="t" r="r" b="b"/>
                <a:pathLst>
                  <a:path w="12776" h="4185">
                    <a:moveTo>
                      <a:pt x="8891" y="0"/>
                    </a:moveTo>
                    <a:cubicBezTo>
                      <a:pt x="5622" y="0"/>
                      <a:pt x="1753" y="915"/>
                      <a:pt x="256" y="2052"/>
                    </a:cubicBezTo>
                    <a:cubicBezTo>
                      <a:pt x="-2756" y="7430"/>
                      <a:pt x="22070" y="1074"/>
                      <a:pt x="88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4" name="Freeform: Shape 853">
                <a:extLst>
                  <a:ext uri="{FF2B5EF4-FFF2-40B4-BE49-F238E27FC236}">
                    <a16:creationId xmlns:a16="http://schemas.microsoft.com/office/drawing/2014/main" id="{9DE31BB5-2527-1E95-1BC7-2A7B107A6969}"/>
                  </a:ext>
                </a:extLst>
              </p:cNvPr>
              <p:cNvSpPr/>
              <p:nvPr/>
            </p:nvSpPr>
            <p:spPr>
              <a:xfrm>
                <a:off x="2140878" y="6015135"/>
                <a:ext cx="7597" cy="4822"/>
              </a:xfrm>
              <a:custGeom>
                <a:avLst/>
                <a:gdLst>
                  <a:gd name="connsiteX0" fmla="*/ 4887 w 7597"/>
                  <a:gd name="connsiteY0" fmla="*/ 1787 h 4822"/>
                  <a:gd name="connsiteX1" fmla="*/ 2710 w 7597"/>
                  <a:gd name="connsiteY1" fmla="*/ 3039 h 4822"/>
                  <a:gd name="connsiteX2" fmla="*/ 4887 w 7597"/>
                  <a:gd name="connsiteY2" fmla="*/ 1787 h 4822"/>
                </a:gdLst>
                <a:ahLst/>
                <a:cxnLst>
                  <a:cxn ang="0">
                    <a:pos x="connsiteX0" y="connsiteY0"/>
                  </a:cxn>
                  <a:cxn ang="0">
                    <a:pos x="connsiteX1" y="connsiteY1"/>
                  </a:cxn>
                  <a:cxn ang="0">
                    <a:pos x="connsiteX2" y="connsiteY2"/>
                  </a:cxn>
                </a:cxnLst>
                <a:rect l="l" t="t" r="r" b="b"/>
                <a:pathLst>
                  <a:path w="7597" h="4822">
                    <a:moveTo>
                      <a:pt x="4887" y="1787"/>
                    </a:moveTo>
                    <a:cubicBezTo>
                      <a:pt x="1915" y="3725"/>
                      <a:pt x="-3171" y="6811"/>
                      <a:pt x="2710" y="3039"/>
                    </a:cubicBezTo>
                    <a:cubicBezTo>
                      <a:pt x="5699" y="1130"/>
                      <a:pt x="10762" y="-2007"/>
                      <a:pt x="4887" y="17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5" name="Freeform: Shape 854">
                <a:extLst>
                  <a:ext uri="{FF2B5EF4-FFF2-40B4-BE49-F238E27FC236}">
                    <a16:creationId xmlns:a16="http://schemas.microsoft.com/office/drawing/2014/main" id="{A1025E70-1709-C791-0675-606161C1DBCF}"/>
                  </a:ext>
                </a:extLst>
              </p:cNvPr>
              <p:cNvSpPr/>
              <p:nvPr/>
            </p:nvSpPr>
            <p:spPr>
              <a:xfrm>
                <a:off x="2073588" y="6054048"/>
                <a:ext cx="7679" cy="3291"/>
              </a:xfrm>
              <a:custGeom>
                <a:avLst/>
                <a:gdLst>
                  <a:gd name="connsiteX0" fmla="*/ 4928 w 7679"/>
                  <a:gd name="connsiteY0" fmla="*/ 1028 h 3291"/>
                  <a:gd name="connsiteX1" fmla="*/ 2 w 7679"/>
                  <a:gd name="connsiteY1" fmla="*/ 3262 h 3291"/>
                  <a:gd name="connsiteX2" fmla="*/ 4928 w 7679"/>
                  <a:gd name="connsiteY2" fmla="*/ 1028 h 3291"/>
                </a:gdLst>
                <a:ahLst/>
                <a:cxnLst>
                  <a:cxn ang="0">
                    <a:pos x="connsiteX0" y="connsiteY0"/>
                  </a:cxn>
                  <a:cxn ang="0">
                    <a:pos x="connsiteX1" y="connsiteY1"/>
                  </a:cxn>
                  <a:cxn ang="0">
                    <a:pos x="connsiteX2" y="connsiteY2"/>
                  </a:cxn>
                </a:cxnLst>
                <a:rect l="l" t="t" r="r" b="b"/>
                <a:pathLst>
                  <a:path w="7679" h="3291">
                    <a:moveTo>
                      <a:pt x="4928" y="1028"/>
                    </a:moveTo>
                    <a:cubicBezTo>
                      <a:pt x="2836" y="1914"/>
                      <a:pt x="625" y="2920"/>
                      <a:pt x="2" y="3262"/>
                    </a:cubicBezTo>
                    <a:cubicBezTo>
                      <a:pt x="-170" y="3760"/>
                      <a:pt x="13318" y="-2361"/>
                      <a:pt x="4928" y="10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6" name="Freeform: Shape 855">
                <a:extLst>
                  <a:ext uri="{FF2B5EF4-FFF2-40B4-BE49-F238E27FC236}">
                    <a16:creationId xmlns:a16="http://schemas.microsoft.com/office/drawing/2014/main" id="{3F0D8EE5-DF8C-8271-0998-F23461D009A0}"/>
                  </a:ext>
                </a:extLst>
              </p:cNvPr>
              <p:cNvSpPr/>
              <p:nvPr/>
            </p:nvSpPr>
            <p:spPr>
              <a:xfrm>
                <a:off x="2003356" y="6095495"/>
                <a:ext cx="7972" cy="2127"/>
              </a:xfrm>
              <a:custGeom>
                <a:avLst/>
                <a:gdLst>
                  <a:gd name="connsiteX0" fmla="*/ 5066 w 7972"/>
                  <a:gd name="connsiteY0" fmla="*/ 363 h 2127"/>
                  <a:gd name="connsiteX1" fmla="*/ 2 w 7972"/>
                  <a:gd name="connsiteY1" fmla="*/ 1912 h 2127"/>
                  <a:gd name="connsiteX2" fmla="*/ 5066 w 7972"/>
                  <a:gd name="connsiteY2" fmla="*/ 363 h 2127"/>
                </a:gdLst>
                <a:ahLst/>
                <a:cxnLst>
                  <a:cxn ang="0">
                    <a:pos x="connsiteX0" y="connsiteY0"/>
                  </a:cxn>
                  <a:cxn ang="0">
                    <a:pos x="connsiteX1" y="connsiteY1"/>
                  </a:cxn>
                  <a:cxn ang="0">
                    <a:pos x="connsiteX2" y="connsiteY2"/>
                  </a:cxn>
                </a:cxnLst>
                <a:rect l="l" t="t" r="r" b="b"/>
                <a:pathLst>
                  <a:path w="7972" h="2127">
                    <a:moveTo>
                      <a:pt x="5066" y="363"/>
                    </a:moveTo>
                    <a:cubicBezTo>
                      <a:pt x="2929" y="832"/>
                      <a:pt x="660" y="1523"/>
                      <a:pt x="2" y="1912"/>
                    </a:cubicBezTo>
                    <a:cubicBezTo>
                      <a:pt x="-215" y="3124"/>
                      <a:pt x="13890" y="-1254"/>
                      <a:pt x="5066" y="3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7" name="Freeform: Shape 856">
                <a:extLst>
                  <a:ext uri="{FF2B5EF4-FFF2-40B4-BE49-F238E27FC236}">
                    <a16:creationId xmlns:a16="http://schemas.microsoft.com/office/drawing/2014/main" id="{93A0C623-E6EF-4140-6A3A-625D36C132A1}"/>
                  </a:ext>
                </a:extLst>
              </p:cNvPr>
              <p:cNvSpPr/>
              <p:nvPr/>
            </p:nvSpPr>
            <p:spPr>
              <a:xfrm>
                <a:off x="1930316" y="6142638"/>
                <a:ext cx="8213" cy="1780"/>
              </a:xfrm>
              <a:custGeom>
                <a:avLst/>
                <a:gdLst>
                  <a:gd name="connsiteX0" fmla="*/ 5217 w 8213"/>
                  <a:gd name="connsiteY0" fmla="*/ 10 h 1780"/>
                  <a:gd name="connsiteX1" fmla="*/ 16 w 8213"/>
                  <a:gd name="connsiteY1" fmla="*/ 1096 h 1780"/>
                  <a:gd name="connsiteX2" fmla="*/ 5217 w 8213"/>
                  <a:gd name="connsiteY2" fmla="*/ 10 h 1780"/>
                </a:gdLst>
                <a:ahLst/>
                <a:cxnLst>
                  <a:cxn ang="0">
                    <a:pos x="connsiteX0" y="connsiteY0"/>
                  </a:cxn>
                  <a:cxn ang="0">
                    <a:pos x="connsiteX1" y="connsiteY1"/>
                  </a:cxn>
                  <a:cxn ang="0">
                    <a:pos x="connsiteX2" y="connsiteY2"/>
                  </a:cxn>
                </a:cxnLst>
                <a:rect l="l" t="t" r="r" b="b"/>
                <a:pathLst>
                  <a:path w="8213" h="1780">
                    <a:moveTo>
                      <a:pt x="5217" y="10"/>
                    </a:moveTo>
                    <a:cubicBezTo>
                      <a:pt x="3028" y="147"/>
                      <a:pt x="696" y="633"/>
                      <a:pt x="16" y="1096"/>
                    </a:cubicBezTo>
                    <a:cubicBezTo>
                      <a:pt x="-561" y="3187"/>
                      <a:pt x="14418" y="-202"/>
                      <a:pt x="5217" y="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8" name="Freeform: Shape 857">
                <a:extLst>
                  <a:ext uri="{FF2B5EF4-FFF2-40B4-BE49-F238E27FC236}">
                    <a16:creationId xmlns:a16="http://schemas.microsoft.com/office/drawing/2014/main" id="{ACBA82C5-90FC-2CAA-A71F-EE5BDC805A90}"/>
                  </a:ext>
                </a:extLst>
              </p:cNvPr>
              <p:cNvSpPr/>
              <p:nvPr/>
            </p:nvSpPr>
            <p:spPr>
              <a:xfrm>
                <a:off x="2205463" y="5975528"/>
                <a:ext cx="7481" cy="6184"/>
              </a:xfrm>
              <a:custGeom>
                <a:avLst/>
                <a:gdLst>
                  <a:gd name="connsiteX0" fmla="*/ 4676 w 7481"/>
                  <a:gd name="connsiteY0" fmla="*/ 2487 h 6184"/>
                  <a:gd name="connsiteX1" fmla="*/ 7 w 7481"/>
                  <a:gd name="connsiteY1" fmla="*/ 6184 h 6184"/>
                  <a:gd name="connsiteX2" fmla="*/ 4676 w 7481"/>
                  <a:gd name="connsiteY2" fmla="*/ 2487 h 6184"/>
                </a:gdLst>
                <a:ahLst/>
                <a:cxnLst>
                  <a:cxn ang="0">
                    <a:pos x="connsiteX0" y="connsiteY0"/>
                  </a:cxn>
                  <a:cxn ang="0">
                    <a:pos x="connsiteX1" y="connsiteY1"/>
                  </a:cxn>
                  <a:cxn ang="0">
                    <a:pos x="connsiteX2" y="connsiteY2"/>
                  </a:cxn>
                </a:cxnLst>
                <a:rect l="l" t="t" r="r" b="b"/>
                <a:pathLst>
                  <a:path w="7481" h="6184">
                    <a:moveTo>
                      <a:pt x="4676" y="2487"/>
                    </a:moveTo>
                    <a:cubicBezTo>
                      <a:pt x="2676" y="4167"/>
                      <a:pt x="584" y="5824"/>
                      <a:pt x="7" y="6184"/>
                    </a:cubicBezTo>
                    <a:cubicBezTo>
                      <a:pt x="-347" y="5927"/>
                      <a:pt x="13163" y="-4691"/>
                      <a:pt x="4676" y="248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59" name="Freeform: Shape 858">
                <a:extLst>
                  <a:ext uri="{FF2B5EF4-FFF2-40B4-BE49-F238E27FC236}">
                    <a16:creationId xmlns:a16="http://schemas.microsoft.com/office/drawing/2014/main" id="{26AC5588-5953-E575-1A8E-45A7DFD8FE39}"/>
                  </a:ext>
                </a:extLst>
              </p:cNvPr>
              <p:cNvSpPr/>
              <p:nvPr/>
            </p:nvSpPr>
            <p:spPr>
              <a:xfrm>
                <a:off x="1854381" y="6198198"/>
                <a:ext cx="8398" cy="1959"/>
              </a:xfrm>
              <a:custGeom>
                <a:avLst/>
                <a:gdLst>
                  <a:gd name="connsiteX0" fmla="*/ 5473 w 8398"/>
                  <a:gd name="connsiteY0" fmla="*/ 17 h 1959"/>
                  <a:gd name="connsiteX1" fmla="*/ 2924 w 8398"/>
                  <a:gd name="connsiteY1" fmla="*/ 1943 h 1959"/>
                  <a:gd name="connsiteX2" fmla="*/ 5473 w 8398"/>
                  <a:gd name="connsiteY2" fmla="*/ 17 h 1959"/>
                </a:gdLst>
                <a:ahLst/>
                <a:cxnLst>
                  <a:cxn ang="0">
                    <a:pos x="connsiteX0" y="connsiteY0"/>
                  </a:cxn>
                  <a:cxn ang="0">
                    <a:pos x="connsiteX1" y="connsiteY1"/>
                  </a:cxn>
                  <a:cxn ang="0">
                    <a:pos x="connsiteX2" y="connsiteY2"/>
                  </a:cxn>
                </a:cxnLst>
                <a:rect l="l" t="t" r="r" b="b"/>
                <a:pathLst>
                  <a:path w="8398" h="1959">
                    <a:moveTo>
                      <a:pt x="5473" y="17"/>
                    </a:moveTo>
                    <a:cubicBezTo>
                      <a:pt x="2119" y="-195"/>
                      <a:pt x="-3465" y="1685"/>
                      <a:pt x="2924" y="1943"/>
                    </a:cubicBezTo>
                    <a:cubicBezTo>
                      <a:pt x="6285" y="2154"/>
                      <a:pt x="11863" y="274"/>
                      <a:pt x="5473"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0" name="Freeform: Shape 859">
                <a:extLst>
                  <a:ext uri="{FF2B5EF4-FFF2-40B4-BE49-F238E27FC236}">
                    <a16:creationId xmlns:a16="http://schemas.microsoft.com/office/drawing/2014/main" id="{170C5783-4E1F-59F3-7F70-2FD253598B9C}"/>
                  </a:ext>
                </a:extLst>
              </p:cNvPr>
              <p:cNvSpPr/>
              <p:nvPr/>
            </p:nvSpPr>
            <p:spPr>
              <a:xfrm>
                <a:off x="1318150" y="6690476"/>
                <a:ext cx="9877" cy="1617"/>
              </a:xfrm>
              <a:custGeom>
                <a:avLst/>
                <a:gdLst>
                  <a:gd name="connsiteX0" fmla="*/ 6450 w 9877"/>
                  <a:gd name="connsiteY0" fmla="*/ 0 h 1617"/>
                  <a:gd name="connsiteX1" fmla="*/ 54 w 9877"/>
                  <a:gd name="connsiteY1" fmla="*/ 908 h 1617"/>
                  <a:gd name="connsiteX2" fmla="*/ 6450 w 9877"/>
                  <a:gd name="connsiteY2" fmla="*/ 0 h 1617"/>
                </a:gdLst>
                <a:ahLst/>
                <a:cxnLst>
                  <a:cxn ang="0">
                    <a:pos x="connsiteX0" y="connsiteY0"/>
                  </a:cxn>
                  <a:cxn ang="0">
                    <a:pos x="connsiteX1" y="connsiteY1"/>
                  </a:cxn>
                  <a:cxn ang="0">
                    <a:pos x="connsiteX2" y="connsiteY2"/>
                  </a:cxn>
                </a:cxnLst>
                <a:rect l="l" t="t" r="r" b="b"/>
                <a:pathLst>
                  <a:path w="9877" h="1617">
                    <a:moveTo>
                      <a:pt x="6450" y="0"/>
                    </a:moveTo>
                    <a:cubicBezTo>
                      <a:pt x="3861" y="63"/>
                      <a:pt x="992" y="474"/>
                      <a:pt x="54" y="908"/>
                    </a:cubicBezTo>
                    <a:cubicBezTo>
                      <a:pt x="-1123" y="2932"/>
                      <a:pt x="17280" y="-17"/>
                      <a:pt x="645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1" name="Freeform: Shape 860">
                <a:extLst>
                  <a:ext uri="{FF2B5EF4-FFF2-40B4-BE49-F238E27FC236}">
                    <a16:creationId xmlns:a16="http://schemas.microsoft.com/office/drawing/2014/main" id="{CE480288-5F3B-0444-13B3-EA73A05184D0}"/>
                  </a:ext>
                </a:extLst>
              </p:cNvPr>
              <p:cNvSpPr/>
              <p:nvPr/>
            </p:nvSpPr>
            <p:spPr>
              <a:xfrm>
                <a:off x="1605642" y="6385952"/>
                <a:ext cx="9017" cy="2271"/>
              </a:xfrm>
              <a:custGeom>
                <a:avLst/>
                <a:gdLst>
                  <a:gd name="connsiteX0" fmla="*/ 5839 w 9017"/>
                  <a:gd name="connsiteY0" fmla="*/ 0 h 2271"/>
                  <a:gd name="connsiteX1" fmla="*/ 44 w 9017"/>
                  <a:gd name="connsiteY1" fmla="*/ 1109 h 2271"/>
                  <a:gd name="connsiteX2" fmla="*/ 5839 w 9017"/>
                  <a:gd name="connsiteY2" fmla="*/ 0 h 2271"/>
                </a:gdLst>
                <a:ahLst/>
                <a:cxnLst>
                  <a:cxn ang="0">
                    <a:pos x="connsiteX0" y="connsiteY0"/>
                  </a:cxn>
                  <a:cxn ang="0">
                    <a:pos x="connsiteX1" y="connsiteY1"/>
                  </a:cxn>
                  <a:cxn ang="0">
                    <a:pos x="connsiteX2" y="connsiteY2"/>
                  </a:cxn>
                </a:cxnLst>
                <a:rect l="l" t="t" r="r" b="b"/>
                <a:pathLst>
                  <a:path w="9017" h="2271">
                    <a:moveTo>
                      <a:pt x="5839" y="0"/>
                    </a:moveTo>
                    <a:cubicBezTo>
                      <a:pt x="3450" y="0"/>
                      <a:pt x="855" y="497"/>
                      <a:pt x="44" y="1109"/>
                    </a:cubicBezTo>
                    <a:cubicBezTo>
                      <a:pt x="-962" y="4046"/>
                      <a:pt x="15811" y="560"/>
                      <a:pt x="58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2" name="Freeform: Shape 861">
                <a:extLst>
                  <a:ext uri="{FF2B5EF4-FFF2-40B4-BE49-F238E27FC236}">
                    <a16:creationId xmlns:a16="http://schemas.microsoft.com/office/drawing/2014/main" id="{046EE90B-3D34-F7B2-4FC1-698442FB2D42}"/>
                  </a:ext>
                </a:extLst>
              </p:cNvPr>
              <p:cNvSpPr/>
              <p:nvPr/>
            </p:nvSpPr>
            <p:spPr>
              <a:xfrm>
                <a:off x="1418783" y="6607580"/>
                <a:ext cx="9589" cy="4142"/>
              </a:xfrm>
              <a:custGeom>
                <a:avLst/>
                <a:gdLst>
                  <a:gd name="connsiteX0" fmla="*/ 6263 w 9589"/>
                  <a:gd name="connsiteY0" fmla="*/ 0 h 4142"/>
                  <a:gd name="connsiteX1" fmla="*/ 79 w 9589"/>
                  <a:gd name="connsiteY1" fmla="*/ 2143 h 4142"/>
                  <a:gd name="connsiteX2" fmla="*/ 6263 w 9589"/>
                  <a:gd name="connsiteY2" fmla="*/ 0 h 4142"/>
                </a:gdLst>
                <a:ahLst/>
                <a:cxnLst>
                  <a:cxn ang="0">
                    <a:pos x="connsiteX0" y="connsiteY0"/>
                  </a:cxn>
                  <a:cxn ang="0">
                    <a:pos x="connsiteX1" y="connsiteY1"/>
                  </a:cxn>
                  <a:cxn ang="0">
                    <a:pos x="connsiteX2" y="connsiteY2"/>
                  </a:cxn>
                </a:cxnLst>
                <a:rect l="l" t="t" r="r" b="b"/>
                <a:pathLst>
                  <a:path w="9589" h="4142">
                    <a:moveTo>
                      <a:pt x="6263" y="0"/>
                    </a:moveTo>
                    <a:cubicBezTo>
                      <a:pt x="3743" y="57"/>
                      <a:pt x="971" y="1017"/>
                      <a:pt x="79" y="2143"/>
                    </a:cubicBezTo>
                    <a:cubicBezTo>
                      <a:pt x="-1338" y="7332"/>
                      <a:pt x="16847" y="886"/>
                      <a:pt x="626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3" name="Freeform: Shape 862">
                <a:extLst>
                  <a:ext uri="{FF2B5EF4-FFF2-40B4-BE49-F238E27FC236}">
                    <a16:creationId xmlns:a16="http://schemas.microsoft.com/office/drawing/2014/main" id="{E4E6DF98-ACF6-6CF4-72E2-1FFF1A4C7995}"/>
                  </a:ext>
                </a:extLst>
              </p:cNvPr>
              <p:cNvSpPr/>
              <p:nvPr/>
            </p:nvSpPr>
            <p:spPr>
              <a:xfrm>
                <a:off x="1514341" y="6472881"/>
                <a:ext cx="9326" cy="4207"/>
              </a:xfrm>
              <a:custGeom>
                <a:avLst/>
                <a:gdLst>
                  <a:gd name="connsiteX0" fmla="*/ 6202 w 9326"/>
                  <a:gd name="connsiteY0" fmla="*/ 25 h 4207"/>
                  <a:gd name="connsiteX1" fmla="*/ 3128 w 9326"/>
                  <a:gd name="connsiteY1" fmla="*/ 4185 h 4207"/>
                  <a:gd name="connsiteX2" fmla="*/ 6202 w 9326"/>
                  <a:gd name="connsiteY2" fmla="*/ 25 h 4207"/>
                </a:gdLst>
                <a:ahLst/>
                <a:cxnLst>
                  <a:cxn ang="0">
                    <a:pos x="connsiteX0" y="connsiteY0"/>
                  </a:cxn>
                  <a:cxn ang="0">
                    <a:pos x="connsiteX1" y="connsiteY1"/>
                  </a:cxn>
                  <a:cxn ang="0">
                    <a:pos x="connsiteX2" y="connsiteY2"/>
                  </a:cxn>
                </a:cxnLst>
                <a:rect l="l" t="t" r="r" b="b"/>
                <a:pathLst>
                  <a:path w="9326" h="4207">
                    <a:moveTo>
                      <a:pt x="6202" y="25"/>
                    </a:moveTo>
                    <a:cubicBezTo>
                      <a:pt x="2339" y="-352"/>
                      <a:pt x="-3770" y="3728"/>
                      <a:pt x="3128" y="4185"/>
                    </a:cubicBezTo>
                    <a:cubicBezTo>
                      <a:pt x="6985" y="4545"/>
                      <a:pt x="13095" y="465"/>
                      <a:pt x="6202" y="2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4" name="Freeform: Shape 863">
                <a:extLst>
                  <a:ext uri="{FF2B5EF4-FFF2-40B4-BE49-F238E27FC236}">
                    <a16:creationId xmlns:a16="http://schemas.microsoft.com/office/drawing/2014/main" id="{D3E1D79E-C4D0-B9BA-6528-607D720F1DD5}"/>
                  </a:ext>
                </a:extLst>
              </p:cNvPr>
              <p:cNvSpPr/>
              <p:nvPr/>
            </p:nvSpPr>
            <p:spPr>
              <a:xfrm>
                <a:off x="1775241" y="6257896"/>
                <a:ext cx="8596" cy="2052"/>
              </a:xfrm>
              <a:custGeom>
                <a:avLst/>
                <a:gdLst>
                  <a:gd name="connsiteX0" fmla="*/ 5632 w 8596"/>
                  <a:gd name="connsiteY0" fmla="*/ 18 h 2052"/>
                  <a:gd name="connsiteX1" fmla="*/ 2963 w 8596"/>
                  <a:gd name="connsiteY1" fmla="*/ 2034 h 2052"/>
                  <a:gd name="connsiteX2" fmla="*/ 5632 w 8596"/>
                  <a:gd name="connsiteY2" fmla="*/ 18 h 2052"/>
                </a:gdLst>
                <a:ahLst/>
                <a:cxnLst>
                  <a:cxn ang="0">
                    <a:pos x="connsiteX0" y="connsiteY0"/>
                  </a:cxn>
                  <a:cxn ang="0">
                    <a:pos x="connsiteX1" y="connsiteY1"/>
                  </a:cxn>
                  <a:cxn ang="0">
                    <a:pos x="connsiteX2" y="connsiteY2"/>
                  </a:cxn>
                </a:cxnLst>
                <a:rect l="l" t="t" r="r" b="b"/>
                <a:pathLst>
                  <a:path w="8596" h="2052">
                    <a:moveTo>
                      <a:pt x="5632" y="18"/>
                    </a:moveTo>
                    <a:cubicBezTo>
                      <a:pt x="2238" y="-206"/>
                      <a:pt x="-3563" y="1760"/>
                      <a:pt x="2963" y="2034"/>
                    </a:cubicBezTo>
                    <a:cubicBezTo>
                      <a:pt x="6364" y="2258"/>
                      <a:pt x="12159" y="286"/>
                      <a:pt x="5632"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5" name="Freeform: Shape 864">
                <a:extLst>
                  <a:ext uri="{FF2B5EF4-FFF2-40B4-BE49-F238E27FC236}">
                    <a16:creationId xmlns:a16="http://schemas.microsoft.com/office/drawing/2014/main" id="{31E50947-6816-3CD9-02DA-75924904FCD5}"/>
                  </a:ext>
                </a:extLst>
              </p:cNvPr>
              <p:cNvSpPr/>
              <p:nvPr/>
            </p:nvSpPr>
            <p:spPr>
              <a:xfrm>
                <a:off x="1692382" y="6320400"/>
                <a:ext cx="8806" cy="2151"/>
              </a:xfrm>
              <a:custGeom>
                <a:avLst/>
                <a:gdLst>
                  <a:gd name="connsiteX0" fmla="*/ 5801 w 8806"/>
                  <a:gd name="connsiteY0" fmla="*/ 19 h 2151"/>
                  <a:gd name="connsiteX1" fmla="*/ 3006 w 8806"/>
                  <a:gd name="connsiteY1" fmla="*/ 2133 h 2151"/>
                  <a:gd name="connsiteX2" fmla="*/ 5801 w 8806"/>
                  <a:gd name="connsiteY2" fmla="*/ 19 h 2151"/>
                </a:gdLst>
                <a:ahLst/>
                <a:cxnLst>
                  <a:cxn ang="0">
                    <a:pos x="connsiteX0" y="connsiteY0"/>
                  </a:cxn>
                  <a:cxn ang="0">
                    <a:pos x="connsiteX1" y="connsiteY1"/>
                  </a:cxn>
                  <a:cxn ang="0">
                    <a:pos x="connsiteX2" y="connsiteY2"/>
                  </a:cxn>
                </a:cxnLst>
                <a:rect l="l" t="t" r="r" b="b"/>
                <a:pathLst>
                  <a:path w="8806" h="2151">
                    <a:moveTo>
                      <a:pt x="5801" y="19"/>
                    </a:moveTo>
                    <a:cubicBezTo>
                      <a:pt x="2366" y="-216"/>
                      <a:pt x="-3669" y="1841"/>
                      <a:pt x="3006" y="2133"/>
                    </a:cubicBezTo>
                    <a:cubicBezTo>
                      <a:pt x="6447" y="2367"/>
                      <a:pt x="12470" y="304"/>
                      <a:pt x="5801"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6" name="Freeform: Shape 865">
                <a:extLst>
                  <a:ext uri="{FF2B5EF4-FFF2-40B4-BE49-F238E27FC236}">
                    <a16:creationId xmlns:a16="http://schemas.microsoft.com/office/drawing/2014/main" id="{7B935CEA-D05C-D672-40C3-06EFB751EF92}"/>
                  </a:ext>
                </a:extLst>
              </p:cNvPr>
              <p:cNvSpPr/>
              <p:nvPr/>
            </p:nvSpPr>
            <p:spPr>
              <a:xfrm>
                <a:off x="-272511" y="7526146"/>
                <a:ext cx="14103" cy="5174"/>
              </a:xfrm>
              <a:custGeom>
                <a:avLst/>
                <a:gdLst>
                  <a:gd name="connsiteX0" fmla="*/ 10416 w 14103"/>
                  <a:gd name="connsiteY0" fmla="*/ 0 h 5174"/>
                  <a:gd name="connsiteX1" fmla="*/ 78 w 14103"/>
                  <a:gd name="connsiteY1" fmla="*/ 4303 h 5174"/>
                  <a:gd name="connsiteX2" fmla="*/ 10416 w 14103"/>
                  <a:gd name="connsiteY2" fmla="*/ 0 h 5174"/>
                </a:gdLst>
                <a:ahLst/>
                <a:cxnLst>
                  <a:cxn ang="0">
                    <a:pos x="connsiteX0" y="connsiteY0"/>
                  </a:cxn>
                  <a:cxn ang="0">
                    <a:pos x="connsiteX1" y="connsiteY1"/>
                  </a:cxn>
                  <a:cxn ang="0">
                    <a:pos x="connsiteX2" y="connsiteY2"/>
                  </a:cxn>
                </a:cxnLst>
                <a:rect l="l" t="t" r="r" b="b"/>
                <a:pathLst>
                  <a:path w="14103" h="5174">
                    <a:moveTo>
                      <a:pt x="10416" y="0"/>
                    </a:moveTo>
                    <a:cubicBezTo>
                      <a:pt x="7696" y="177"/>
                      <a:pt x="-905" y="806"/>
                      <a:pt x="78" y="4303"/>
                    </a:cubicBezTo>
                    <a:cubicBezTo>
                      <a:pt x="3221" y="7412"/>
                      <a:pt x="21886" y="1297"/>
                      <a:pt x="1041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7" name="Freeform: Shape 866">
                <a:extLst>
                  <a:ext uri="{FF2B5EF4-FFF2-40B4-BE49-F238E27FC236}">
                    <a16:creationId xmlns:a16="http://schemas.microsoft.com/office/drawing/2014/main" id="{7E59F67D-D43E-4DF3-5201-52883973D017}"/>
                  </a:ext>
                </a:extLst>
              </p:cNvPr>
              <p:cNvSpPr/>
              <p:nvPr/>
            </p:nvSpPr>
            <p:spPr>
              <a:xfrm>
                <a:off x="2072840" y="6117371"/>
                <a:ext cx="6706" cy="5985"/>
              </a:xfrm>
              <a:custGeom>
                <a:avLst/>
                <a:gdLst>
                  <a:gd name="connsiteX0" fmla="*/ 4516 w 6706"/>
                  <a:gd name="connsiteY0" fmla="*/ 2302 h 5985"/>
                  <a:gd name="connsiteX1" fmla="*/ 201 w 6706"/>
                  <a:gd name="connsiteY1" fmla="*/ 5576 h 5985"/>
                  <a:gd name="connsiteX2" fmla="*/ 4516 w 6706"/>
                  <a:gd name="connsiteY2" fmla="*/ 2302 h 5985"/>
                </a:gdLst>
                <a:ahLst/>
                <a:cxnLst>
                  <a:cxn ang="0">
                    <a:pos x="connsiteX0" y="connsiteY0"/>
                  </a:cxn>
                  <a:cxn ang="0">
                    <a:pos x="connsiteX1" y="connsiteY1"/>
                  </a:cxn>
                  <a:cxn ang="0">
                    <a:pos x="connsiteX2" y="connsiteY2"/>
                  </a:cxn>
                </a:cxnLst>
                <a:rect l="l" t="t" r="r" b="b"/>
                <a:pathLst>
                  <a:path w="6706" h="5985">
                    <a:moveTo>
                      <a:pt x="4516" y="2302"/>
                    </a:moveTo>
                    <a:cubicBezTo>
                      <a:pt x="3704" y="3033"/>
                      <a:pt x="-1022" y="7308"/>
                      <a:pt x="201" y="5576"/>
                    </a:cubicBezTo>
                    <a:cubicBezTo>
                      <a:pt x="1950" y="3467"/>
                      <a:pt x="10722" y="-3602"/>
                      <a:pt x="4516" y="230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8" name="Freeform: Shape 867">
                <a:extLst>
                  <a:ext uri="{FF2B5EF4-FFF2-40B4-BE49-F238E27FC236}">
                    <a16:creationId xmlns:a16="http://schemas.microsoft.com/office/drawing/2014/main" id="{96CAB463-9DE4-B074-3109-ECE0EC243B16}"/>
                  </a:ext>
                </a:extLst>
              </p:cNvPr>
              <p:cNvSpPr/>
              <p:nvPr/>
            </p:nvSpPr>
            <p:spPr>
              <a:xfrm>
                <a:off x="570467" y="6722357"/>
                <a:ext cx="11382" cy="998"/>
              </a:xfrm>
              <a:custGeom>
                <a:avLst/>
                <a:gdLst>
                  <a:gd name="connsiteX0" fmla="*/ 7948 w 11382"/>
                  <a:gd name="connsiteY0" fmla="*/ 8 h 998"/>
                  <a:gd name="connsiteX1" fmla="*/ 3433 w 11382"/>
                  <a:gd name="connsiteY1" fmla="*/ 991 h 998"/>
                  <a:gd name="connsiteX2" fmla="*/ 7948 w 11382"/>
                  <a:gd name="connsiteY2" fmla="*/ 8 h 998"/>
                </a:gdLst>
                <a:ahLst/>
                <a:cxnLst>
                  <a:cxn ang="0">
                    <a:pos x="connsiteX0" y="connsiteY0"/>
                  </a:cxn>
                  <a:cxn ang="0">
                    <a:pos x="connsiteX1" y="connsiteY1"/>
                  </a:cxn>
                  <a:cxn ang="0">
                    <a:pos x="connsiteX2" y="connsiteY2"/>
                  </a:cxn>
                </a:cxnLst>
                <a:rect l="l" t="t" r="r" b="b"/>
                <a:pathLst>
                  <a:path w="11382" h="998">
                    <a:moveTo>
                      <a:pt x="7948" y="8"/>
                    </a:moveTo>
                    <a:cubicBezTo>
                      <a:pt x="4502" y="-100"/>
                      <a:pt x="-5082" y="871"/>
                      <a:pt x="3433" y="991"/>
                    </a:cubicBezTo>
                    <a:cubicBezTo>
                      <a:pt x="6885" y="1089"/>
                      <a:pt x="16463" y="112"/>
                      <a:pt x="7948" y="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69" name="Freeform: Shape 868">
                <a:extLst>
                  <a:ext uri="{FF2B5EF4-FFF2-40B4-BE49-F238E27FC236}">
                    <a16:creationId xmlns:a16="http://schemas.microsoft.com/office/drawing/2014/main" id="{C18192B5-D9A2-449A-2975-1A70E7D7F023}"/>
                  </a:ext>
                </a:extLst>
              </p:cNvPr>
              <p:cNvSpPr/>
              <p:nvPr/>
            </p:nvSpPr>
            <p:spPr>
              <a:xfrm>
                <a:off x="429658" y="6776904"/>
                <a:ext cx="11573" cy="2874"/>
              </a:xfrm>
              <a:custGeom>
                <a:avLst/>
                <a:gdLst>
                  <a:gd name="connsiteX0" fmla="*/ 7979 w 11573"/>
                  <a:gd name="connsiteY0" fmla="*/ 0 h 2874"/>
                  <a:gd name="connsiteX1" fmla="*/ 189 w 11573"/>
                  <a:gd name="connsiteY1" fmla="*/ 1400 h 2874"/>
                  <a:gd name="connsiteX2" fmla="*/ 7979 w 11573"/>
                  <a:gd name="connsiteY2" fmla="*/ 0 h 2874"/>
                </a:gdLst>
                <a:ahLst/>
                <a:cxnLst>
                  <a:cxn ang="0">
                    <a:pos x="connsiteX0" y="connsiteY0"/>
                  </a:cxn>
                  <a:cxn ang="0">
                    <a:pos x="connsiteX1" y="connsiteY1"/>
                  </a:cxn>
                  <a:cxn ang="0">
                    <a:pos x="connsiteX2" y="connsiteY2"/>
                  </a:cxn>
                </a:cxnLst>
                <a:rect l="l" t="t" r="r" b="b"/>
                <a:pathLst>
                  <a:path w="11573" h="2874">
                    <a:moveTo>
                      <a:pt x="7979" y="0"/>
                    </a:moveTo>
                    <a:cubicBezTo>
                      <a:pt x="5001" y="0"/>
                      <a:pt x="1515" y="622"/>
                      <a:pt x="189" y="1400"/>
                    </a:cubicBezTo>
                    <a:cubicBezTo>
                      <a:pt x="-2257" y="5155"/>
                      <a:pt x="20020" y="629"/>
                      <a:pt x="797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0" name="Freeform: Shape 869">
                <a:extLst>
                  <a:ext uri="{FF2B5EF4-FFF2-40B4-BE49-F238E27FC236}">
                    <a16:creationId xmlns:a16="http://schemas.microsoft.com/office/drawing/2014/main" id="{5DDD50FB-F8FF-978F-FF1F-AA7336052534}"/>
                  </a:ext>
                </a:extLst>
              </p:cNvPr>
              <p:cNvSpPr/>
              <p:nvPr/>
            </p:nvSpPr>
            <p:spPr>
              <a:xfrm>
                <a:off x="948522" y="6722150"/>
                <a:ext cx="10243" cy="274"/>
              </a:xfrm>
              <a:custGeom>
                <a:avLst/>
                <a:gdLst>
                  <a:gd name="connsiteX0" fmla="*/ 7032 w 10243"/>
                  <a:gd name="connsiteY0" fmla="*/ 27 h 274"/>
                  <a:gd name="connsiteX1" fmla="*/ 3214 w 10243"/>
                  <a:gd name="connsiteY1" fmla="*/ 244 h 274"/>
                  <a:gd name="connsiteX2" fmla="*/ 7032 w 10243"/>
                  <a:gd name="connsiteY2" fmla="*/ 27 h 274"/>
                </a:gdLst>
                <a:ahLst/>
                <a:cxnLst>
                  <a:cxn ang="0">
                    <a:pos x="connsiteX0" y="connsiteY0"/>
                  </a:cxn>
                  <a:cxn ang="0">
                    <a:pos x="connsiteX1" y="connsiteY1"/>
                  </a:cxn>
                  <a:cxn ang="0">
                    <a:pos x="connsiteX2" y="connsiteY2"/>
                  </a:cxn>
                </a:cxnLst>
                <a:rect l="l" t="t" r="r" b="b"/>
                <a:pathLst>
                  <a:path w="10243" h="274">
                    <a:moveTo>
                      <a:pt x="7032" y="27"/>
                    </a:moveTo>
                    <a:cubicBezTo>
                      <a:pt x="3786" y="78"/>
                      <a:pt x="-4553" y="369"/>
                      <a:pt x="3214" y="244"/>
                    </a:cubicBezTo>
                    <a:cubicBezTo>
                      <a:pt x="6460" y="198"/>
                      <a:pt x="14793" y="-88"/>
                      <a:pt x="7032"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1" name="Freeform: Shape 870">
                <a:extLst>
                  <a:ext uri="{FF2B5EF4-FFF2-40B4-BE49-F238E27FC236}">
                    <a16:creationId xmlns:a16="http://schemas.microsoft.com/office/drawing/2014/main" id="{9E34A623-F1C9-574D-391F-8393F01F88FB}"/>
                  </a:ext>
                </a:extLst>
              </p:cNvPr>
              <p:cNvSpPr/>
              <p:nvPr/>
            </p:nvSpPr>
            <p:spPr>
              <a:xfrm>
                <a:off x="703782" y="6710922"/>
                <a:ext cx="10713" cy="108"/>
              </a:xfrm>
              <a:custGeom>
                <a:avLst/>
                <a:gdLst>
                  <a:gd name="connsiteX0" fmla="*/ 7489 w 10713"/>
                  <a:gd name="connsiteY0" fmla="*/ 88 h 108"/>
                  <a:gd name="connsiteX1" fmla="*/ 3220 w 10713"/>
                  <a:gd name="connsiteY1" fmla="*/ 25 h 108"/>
                  <a:gd name="connsiteX2" fmla="*/ 7489 w 10713"/>
                  <a:gd name="connsiteY2" fmla="*/ 88 h 108"/>
                </a:gdLst>
                <a:ahLst/>
                <a:cxnLst>
                  <a:cxn ang="0">
                    <a:pos x="connsiteX0" y="connsiteY0"/>
                  </a:cxn>
                  <a:cxn ang="0">
                    <a:pos x="connsiteX1" y="connsiteY1"/>
                  </a:cxn>
                  <a:cxn ang="0">
                    <a:pos x="connsiteX2" y="connsiteY2"/>
                  </a:cxn>
                </a:cxnLst>
                <a:rect l="l" t="t" r="r" b="b"/>
                <a:pathLst>
                  <a:path w="10713" h="108">
                    <a:moveTo>
                      <a:pt x="7489" y="88"/>
                    </a:moveTo>
                    <a:cubicBezTo>
                      <a:pt x="4197" y="128"/>
                      <a:pt x="-4758" y="111"/>
                      <a:pt x="3220" y="25"/>
                    </a:cubicBezTo>
                    <a:cubicBezTo>
                      <a:pt x="6523" y="-15"/>
                      <a:pt x="15473" y="-15"/>
                      <a:pt x="7489" y="8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2" name="Freeform: Shape 871">
                <a:extLst>
                  <a:ext uri="{FF2B5EF4-FFF2-40B4-BE49-F238E27FC236}">
                    <a16:creationId xmlns:a16="http://schemas.microsoft.com/office/drawing/2014/main" id="{8616E3DC-5890-414D-A975-3031DD517D7E}"/>
                  </a:ext>
                </a:extLst>
              </p:cNvPr>
              <p:cNvSpPr/>
              <p:nvPr/>
            </p:nvSpPr>
            <p:spPr>
              <a:xfrm>
                <a:off x="829466" y="6718575"/>
                <a:ext cx="10617" cy="359"/>
              </a:xfrm>
              <a:custGeom>
                <a:avLst/>
                <a:gdLst>
                  <a:gd name="connsiteX0" fmla="*/ 7323 w 10617"/>
                  <a:gd name="connsiteY0" fmla="*/ 338 h 359"/>
                  <a:gd name="connsiteX1" fmla="*/ 3289 w 10617"/>
                  <a:gd name="connsiteY1" fmla="*/ 19 h 359"/>
                  <a:gd name="connsiteX2" fmla="*/ 7323 w 10617"/>
                  <a:gd name="connsiteY2" fmla="*/ 338 h 359"/>
                </a:gdLst>
                <a:ahLst/>
                <a:cxnLst>
                  <a:cxn ang="0">
                    <a:pos x="connsiteX0" y="connsiteY0"/>
                  </a:cxn>
                  <a:cxn ang="0">
                    <a:pos x="connsiteX1" y="connsiteY1"/>
                  </a:cxn>
                  <a:cxn ang="0">
                    <a:pos x="connsiteX2" y="connsiteY2"/>
                  </a:cxn>
                </a:cxnLst>
                <a:rect l="l" t="t" r="r" b="b"/>
                <a:pathLst>
                  <a:path w="10617" h="359">
                    <a:moveTo>
                      <a:pt x="7323" y="338"/>
                    </a:moveTo>
                    <a:cubicBezTo>
                      <a:pt x="4009" y="430"/>
                      <a:pt x="-4724" y="207"/>
                      <a:pt x="3289" y="19"/>
                    </a:cubicBezTo>
                    <a:cubicBezTo>
                      <a:pt x="6620" y="-67"/>
                      <a:pt x="15342" y="156"/>
                      <a:pt x="7323" y="33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3" name="Freeform: Shape 872">
                <a:extLst>
                  <a:ext uri="{FF2B5EF4-FFF2-40B4-BE49-F238E27FC236}">
                    <a16:creationId xmlns:a16="http://schemas.microsoft.com/office/drawing/2014/main" id="{E881AAD7-A80A-033C-3F65-F78C3075E5C5}"/>
                  </a:ext>
                </a:extLst>
              </p:cNvPr>
              <p:cNvSpPr/>
              <p:nvPr/>
            </p:nvSpPr>
            <p:spPr>
              <a:xfrm>
                <a:off x="121086" y="6992794"/>
                <a:ext cx="12426" cy="3920"/>
              </a:xfrm>
              <a:custGeom>
                <a:avLst/>
                <a:gdLst>
                  <a:gd name="connsiteX0" fmla="*/ 8713 w 12426"/>
                  <a:gd name="connsiteY0" fmla="*/ 0 h 3920"/>
                  <a:gd name="connsiteX1" fmla="*/ 272 w 12426"/>
                  <a:gd name="connsiteY1" fmla="*/ 1920 h 3920"/>
                  <a:gd name="connsiteX2" fmla="*/ 8713 w 12426"/>
                  <a:gd name="connsiteY2" fmla="*/ 0 h 3920"/>
                </a:gdLst>
                <a:ahLst/>
                <a:cxnLst>
                  <a:cxn ang="0">
                    <a:pos x="connsiteX0" y="connsiteY0"/>
                  </a:cxn>
                  <a:cxn ang="0">
                    <a:pos x="connsiteX1" y="connsiteY1"/>
                  </a:cxn>
                  <a:cxn ang="0">
                    <a:pos x="connsiteX2" y="connsiteY2"/>
                  </a:cxn>
                </a:cxnLst>
                <a:rect l="l" t="t" r="r" b="b"/>
                <a:pathLst>
                  <a:path w="12426" h="3920">
                    <a:moveTo>
                      <a:pt x="8713" y="0"/>
                    </a:moveTo>
                    <a:cubicBezTo>
                      <a:pt x="5547" y="0"/>
                      <a:pt x="1769" y="857"/>
                      <a:pt x="272" y="1920"/>
                    </a:cubicBezTo>
                    <a:cubicBezTo>
                      <a:pt x="-2797" y="6967"/>
                      <a:pt x="21417" y="994"/>
                      <a:pt x="87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4" name="Freeform: Shape 873">
                <a:extLst>
                  <a:ext uri="{FF2B5EF4-FFF2-40B4-BE49-F238E27FC236}">
                    <a16:creationId xmlns:a16="http://schemas.microsoft.com/office/drawing/2014/main" id="{394257D2-E731-B6CF-D07A-7B53F8E3583E}"/>
                  </a:ext>
                </a:extLst>
              </p:cNvPr>
              <p:cNvSpPr/>
              <p:nvPr/>
            </p:nvSpPr>
            <p:spPr>
              <a:xfrm>
                <a:off x="1061564" y="6696877"/>
                <a:ext cx="9909" cy="1579"/>
              </a:xfrm>
              <a:custGeom>
                <a:avLst/>
                <a:gdLst>
                  <a:gd name="connsiteX0" fmla="*/ 6569 w 9909"/>
                  <a:gd name="connsiteY0" fmla="*/ 0 h 1579"/>
                  <a:gd name="connsiteX1" fmla="*/ 66 w 9909"/>
                  <a:gd name="connsiteY1" fmla="*/ 892 h 1579"/>
                  <a:gd name="connsiteX2" fmla="*/ 6569 w 9909"/>
                  <a:gd name="connsiteY2" fmla="*/ 0 h 1579"/>
                </a:gdLst>
                <a:ahLst/>
                <a:cxnLst>
                  <a:cxn ang="0">
                    <a:pos x="connsiteX0" y="connsiteY0"/>
                  </a:cxn>
                  <a:cxn ang="0">
                    <a:pos x="connsiteX1" y="connsiteY1"/>
                  </a:cxn>
                  <a:cxn ang="0">
                    <a:pos x="connsiteX2" y="connsiteY2"/>
                  </a:cxn>
                </a:cxnLst>
                <a:rect l="l" t="t" r="r" b="b"/>
                <a:pathLst>
                  <a:path w="9909" h="1579">
                    <a:moveTo>
                      <a:pt x="6569" y="0"/>
                    </a:moveTo>
                    <a:cubicBezTo>
                      <a:pt x="3975" y="63"/>
                      <a:pt x="1066" y="463"/>
                      <a:pt x="66" y="892"/>
                    </a:cubicBezTo>
                    <a:cubicBezTo>
                      <a:pt x="-1232" y="2829"/>
                      <a:pt x="17256" y="63"/>
                      <a:pt x="65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5" name="Freeform: Shape 874">
                <a:extLst>
                  <a:ext uri="{FF2B5EF4-FFF2-40B4-BE49-F238E27FC236}">
                    <a16:creationId xmlns:a16="http://schemas.microsoft.com/office/drawing/2014/main" id="{9A32D45B-3BC9-AEC0-DC9E-7CD5F199CA1D}"/>
                  </a:ext>
                </a:extLst>
              </p:cNvPr>
              <p:cNvSpPr/>
              <p:nvPr/>
            </p:nvSpPr>
            <p:spPr>
              <a:xfrm>
                <a:off x="-423822" y="7378687"/>
                <a:ext cx="14133" cy="4806"/>
              </a:xfrm>
              <a:custGeom>
                <a:avLst/>
                <a:gdLst>
                  <a:gd name="connsiteX0" fmla="*/ 10376 w 14133"/>
                  <a:gd name="connsiteY0" fmla="*/ 52 h 4806"/>
                  <a:gd name="connsiteX1" fmla="*/ 3758 w 14133"/>
                  <a:gd name="connsiteY1" fmla="*/ 4755 h 4806"/>
                  <a:gd name="connsiteX2" fmla="*/ 10376 w 14133"/>
                  <a:gd name="connsiteY2" fmla="*/ 52 h 4806"/>
                </a:gdLst>
                <a:ahLst/>
                <a:cxnLst>
                  <a:cxn ang="0">
                    <a:pos x="connsiteX0" y="connsiteY0"/>
                  </a:cxn>
                  <a:cxn ang="0">
                    <a:pos x="connsiteX1" y="connsiteY1"/>
                  </a:cxn>
                  <a:cxn ang="0">
                    <a:pos x="connsiteX2" y="connsiteY2"/>
                  </a:cxn>
                </a:cxnLst>
                <a:rect l="l" t="t" r="r" b="b"/>
                <a:pathLst>
                  <a:path w="14133" h="4806">
                    <a:moveTo>
                      <a:pt x="10376" y="52"/>
                    </a:moveTo>
                    <a:cubicBezTo>
                      <a:pt x="6244" y="-526"/>
                      <a:pt x="-6169" y="3909"/>
                      <a:pt x="3758" y="4755"/>
                    </a:cubicBezTo>
                    <a:cubicBezTo>
                      <a:pt x="7896" y="5332"/>
                      <a:pt x="20298" y="897"/>
                      <a:pt x="10376" y="5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6" name="Freeform: Shape 875">
                <a:extLst>
                  <a:ext uri="{FF2B5EF4-FFF2-40B4-BE49-F238E27FC236}">
                    <a16:creationId xmlns:a16="http://schemas.microsoft.com/office/drawing/2014/main" id="{09A516EC-B40F-2D00-DC61-EEDAFB50EF50}"/>
                  </a:ext>
                </a:extLst>
              </p:cNvPr>
              <p:cNvSpPr/>
              <p:nvPr/>
            </p:nvSpPr>
            <p:spPr>
              <a:xfrm>
                <a:off x="-229809" y="7241217"/>
                <a:ext cx="13558" cy="4485"/>
              </a:xfrm>
              <a:custGeom>
                <a:avLst/>
                <a:gdLst>
                  <a:gd name="connsiteX0" fmla="*/ 9868 w 13558"/>
                  <a:gd name="connsiteY0" fmla="*/ 48 h 4485"/>
                  <a:gd name="connsiteX1" fmla="*/ 3690 w 13558"/>
                  <a:gd name="connsiteY1" fmla="*/ 4437 h 4485"/>
                  <a:gd name="connsiteX2" fmla="*/ 9868 w 13558"/>
                  <a:gd name="connsiteY2" fmla="*/ 48 h 4485"/>
                </a:gdLst>
                <a:ahLst/>
                <a:cxnLst>
                  <a:cxn ang="0">
                    <a:pos x="connsiteX0" y="connsiteY0"/>
                  </a:cxn>
                  <a:cxn ang="0">
                    <a:pos x="connsiteX1" y="connsiteY1"/>
                  </a:cxn>
                  <a:cxn ang="0">
                    <a:pos x="connsiteX2" y="connsiteY2"/>
                  </a:cxn>
                </a:cxnLst>
                <a:rect l="l" t="t" r="r" b="b"/>
                <a:pathLst>
                  <a:path w="13558" h="4485">
                    <a:moveTo>
                      <a:pt x="9868" y="48"/>
                    </a:moveTo>
                    <a:cubicBezTo>
                      <a:pt x="5804" y="-489"/>
                      <a:pt x="-5917" y="3666"/>
                      <a:pt x="3690" y="4437"/>
                    </a:cubicBezTo>
                    <a:cubicBezTo>
                      <a:pt x="7759" y="4974"/>
                      <a:pt x="19475" y="819"/>
                      <a:pt x="9868" y="4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7" name="Freeform: Shape 876">
                <a:extLst>
                  <a:ext uri="{FF2B5EF4-FFF2-40B4-BE49-F238E27FC236}">
                    <a16:creationId xmlns:a16="http://schemas.microsoft.com/office/drawing/2014/main" id="{E598EA89-E273-7441-22A9-DD355C080594}"/>
                  </a:ext>
                </a:extLst>
              </p:cNvPr>
              <p:cNvSpPr/>
              <p:nvPr/>
            </p:nvSpPr>
            <p:spPr>
              <a:xfrm>
                <a:off x="280042" y="6880134"/>
                <a:ext cx="11982" cy="3684"/>
              </a:xfrm>
              <a:custGeom>
                <a:avLst/>
                <a:gdLst>
                  <a:gd name="connsiteX0" fmla="*/ 8331 w 11982"/>
                  <a:gd name="connsiteY0" fmla="*/ 0 h 3684"/>
                  <a:gd name="connsiteX1" fmla="*/ 233 w 11982"/>
                  <a:gd name="connsiteY1" fmla="*/ 1805 h 3684"/>
                  <a:gd name="connsiteX2" fmla="*/ 8331 w 11982"/>
                  <a:gd name="connsiteY2" fmla="*/ 0 h 3684"/>
                </a:gdLst>
                <a:ahLst/>
                <a:cxnLst>
                  <a:cxn ang="0">
                    <a:pos x="connsiteX0" y="connsiteY0"/>
                  </a:cxn>
                  <a:cxn ang="0">
                    <a:pos x="connsiteX1" y="connsiteY1"/>
                  </a:cxn>
                  <a:cxn ang="0">
                    <a:pos x="connsiteX2" y="connsiteY2"/>
                  </a:cxn>
                </a:cxnLst>
                <a:rect l="l" t="t" r="r" b="b"/>
                <a:pathLst>
                  <a:path w="11982" h="3684">
                    <a:moveTo>
                      <a:pt x="8331" y="0"/>
                    </a:moveTo>
                    <a:cubicBezTo>
                      <a:pt x="5262" y="0"/>
                      <a:pt x="1633" y="806"/>
                      <a:pt x="233" y="1805"/>
                    </a:cubicBezTo>
                    <a:cubicBezTo>
                      <a:pt x="-2545" y="6549"/>
                      <a:pt x="20698" y="926"/>
                      <a:pt x="833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8" name="Freeform: Shape 877">
                <a:extLst>
                  <a:ext uri="{FF2B5EF4-FFF2-40B4-BE49-F238E27FC236}">
                    <a16:creationId xmlns:a16="http://schemas.microsoft.com/office/drawing/2014/main" id="{31D4F7AA-7FED-CEB1-2CF7-E223A08AEC5C}"/>
                  </a:ext>
                </a:extLst>
              </p:cNvPr>
              <p:cNvSpPr/>
              <p:nvPr/>
            </p:nvSpPr>
            <p:spPr>
              <a:xfrm>
                <a:off x="-48652" y="7112849"/>
                <a:ext cx="13030" cy="4191"/>
              </a:xfrm>
              <a:custGeom>
                <a:avLst/>
                <a:gdLst>
                  <a:gd name="connsiteX0" fmla="*/ 9402 w 13030"/>
                  <a:gd name="connsiteY0" fmla="*/ 45 h 4191"/>
                  <a:gd name="connsiteX1" fmla="*/ 3630 w 13030"/>
                  <a:gd name="connsiteY1" fmla="*/ 4148 h 4191"/>
                  <a:gd name="connsiteX2" fmla="*/ 9402 w 13030"/>
                  <a:gd name="connsiteY2" fmla="*/ 45 h 4191"/>
                </a:gdLst>
                <a:ahLst/>
                <a:cxnLst>
                  <a:cxn ang="0">
                    <a:pos x="connsiteX0" y="connsiteY0"/>
                  </a:cxn>
                  <a:cxn ang="0">
                    <a:pos x="connsiteX1" y="connsiteY1"/>
                  </a:cxn>
                  <a:cxn ang="0">
                    <a:pos x="connsiteX2" y="connsiteY2"/>
                  </a:cxn>
                </a:cxnLst>
                <a:rect l="l" t="t" r="r" b="b"/>
                <a:pathLst>
                  <a:path w="13030" h="4191">
                    <a:moveTo>
                      <a:pt x="9402" y="45"/>
                    </a:moveTo>
                    <a:cubicBezTo>
                      <a:pt x="5402" y="-458"/>
                      <a:pt x="-5686" y="3439"/>
                      <a:pt x="3630" y="4148"/>
                    </a:cubicBezTo>
                    <a:cubicBezTo>
                      <a:pt x="7636" y="4646"/>
                      <a:pt x="18712" y="753"/>
                      <a:pt x="9402"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79" name="Freeform: Shape 878">
                <a:extLst>
                  <a:ext uri="{FF2B5EF4-FFF2-40B4-BE49-F238E27FC236}">
                    <a16:creationId xmlns:a16="http://schemas.microsoft.com/office/drawing/2014/main" id="{0502B26B-3356-89BE-5878-153D302BC2AE}"/>
                  </a:ext>
                </a:extLst>
              </p:cNvPr>
              <p:cNvSpPr/>
              <p:nvPr/>
            </p:nvSpPr>
            <p:spPr>
              <a:xfrm>
                <a:off x="1866187" y="6139983"/>
                <a:ext cx="7873" cy="3014"/>
              </a:xfrm>
              <a:custGeom>
                <a:avLst/>
                <a:gdLst>
                  <a:gd name="connsiteX0" fmla="*/ 5035 w 7873"/>
                  <a:gd name="connsiteY0" fmla="*/ 1566 h 3014"/>
                  <a:gd name="connsiteX1" fmla="*/ 29 w 7873"/>
                  <a:gd name="connsiteY1" fmla="*/ 3013 h 3014"/>
                  <a:gd name="connsiteX2" fmla="*/ 5035 w 7873"/>
                  <a:gd name="connsiteY2" fmla="*/ 1566 h 3014"/>
                </a:gdLst>
                <a:ahLst/>
                <a:cxnLst>
                  <a:cxn ang="0">
                    <a:pos x="connsiteX0" y="connsiteY0"/>
                  </a:cxn>
                  <a:cxn ang="0">
                    <a:pos x="connsiteX1" y="connsiteY1"/>
                  </a:cxn>
                  <a:cxn ang="0">
                    <a:pos x="connsiteX2" y="connsiteY2"/>
                  </a:cxn>
                </a:cxnLst>
                <a:rect l="l" t="t" r="r" b="b"/>
                <a:pathLst>
                  <a:path w="7873" h="3014">
                    <a:moveTo>
                      <a:pt x="5035" y="1566"/>
                    </a:moveTo>
                    <a:cubicBezTo>
                      <a:pt x="2938" y="2407"/>
                      <a:pt x="698" y="3052"/>
                      <a:pt x="29" y="3013"/>
                    </a:cubicBezTo>
                    <a:cubicBezTo>
                      <a:pt x="-731" y="1847"/>
                      <a:pt x="13842" y="-2194"/>
                      <a:pt x="5035" y="156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0" name="Freeform: Shape 879">
                <a:extLst>
                  <a:ext uri="{FF2B5EF4-FFF2-40B4-BE49-F238E27FC236}">
                    <a16:creationId xmlns:a16="http://schemas.microsoft.com/office/drawing/2014/main" id="{85180E77-06EE-E9A3-494D-EB8391007123}"/>
                  </a:ext>
                </a:extLst>
              </p:cNvPr>
              <p:cNvSpPr/>
              <p:nvPr/>
            </p:nvSpPr>
            <p:spPr>
              <a:xfrm>
                <a:off x="1938155" y="6143171"/>
                <a:ext cx="7693" cy="4517"/>
              </a:xfrm>
              <a:custGeom>
                <a:avLst/>
                <a:gdLst>
                  <a:gd name="connsiteX0" fmla="*/ 4911 w 7693"/>
                  <a:gd name="connsiteY0" fmla="*/ 2294 h 4517"/>
                  <a:gd name="connsiteX1" fmla="*/ 36 w 7693"/>
                  <a:gd name="connsiteY1" fmla="*/ 4517 h 4517"/>
                  <a:gd name="connsiteX2" fmla="*/ 4911 w 7693"/>
                  <a:gd name="connsiteY2" fmla="*/ 2294 h 4517"/>
                </a:gdLst>
                <a:ahLst/>
                <a:cxnLst>
                  <a:cxn ang="0">
                    <a:pos x="connsiteX0" y="connsiteY0"/>
                  </a:cxn>
                  <a:cxn ang="0">
                    <a:pos x="connsiteX1" y="connsiteY1"/>
                  </a:cxn>
                  <a:cxn ang="0">
                    <a:pos x="connsiteX2" y="connsiteY2"/>
                  </a:cxn>
                </a:cxnLst>
                <a:rect l="l" t="t" r="r" b="b"/>
                <a:pathLst>
                  <a:path w="7693" h="4517">
                    <a:moveTo>
                      <a:pt x="4911" y="2294"/>
                    </a:moveTo>
                    <a:cubicBezTo>
                      <a:pt x="2859" y="3545"/>
                      <a:pt x="681" y="4539"/>
                      <a:pt x="36" y="4517"/>
                    </a:cubicBezTo>
                    <a:cubicBezTo>
                      <a:pt x="-804" y="3071"/>
                      <a:pt x="13563" y="-3376"/>
                      <a:pt x="4911" y="22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1" name="Freeform: Shape 880">
                <a:extLst>
                  <a:ext uri="{FF2B5EF4-FFF2-40B4-BE49-F238E27FC236}">
                    <a16:creationId xmlns:a16="http://schemas.microsoft.com/office/drawing/2014/main" id="{CF541E62-A674-9F64-ADB5-62527C3878D6}"/>
                  </a:ext>
                </a:extLst>
              </p:cNvPr>
              <p:cNvSpPr/>
              <p:nvPr/>
            </p:nvSpPr>
            <p:spPr>
              <a:xfrm>
                <a:off x="1791207" y="6140664"/>
                <a:ext cx="7896" cy="1566"/>
              </a:xfrm>
              <a:custGeom>
                <a:avLst/>
                <a:gdLst>
                  <a:gd name="connsiteX0" fmla="*/ 5154 w 7896"/>
                  <a:gd name="connsiteY0" fmla="*/ 692 h 1566"/>
                  <a:gd name="connsiteX1" fmla="*/ 10 w 7896"/>
                  <a:gd name="connsiteY1" fmla="*/ 1566 h 1566"/>
                  <a:gd name="connsiteX2" fmla="*/ 5154 w 7896"/>
                  <a:gd name="connsiteY2" fmla="*/ 692 h 1566"/>
                </a:gdLst>
                <a:ahLst/>
                <a:cxnLst>
                  <a:cxn ang="0">
                    <a:pos x="connsiteX0" y="connsiteY0"/>
                  </a:cxn>
                  <a:cxn ang="0">
                    <a:pos x="connsiteX1" y="connsiteY1"/>
                  </a:cxn>
                  <a:cxn ang="0">
                    <a:pos x="connsiteX2" y="connsiteY2"/>
                  </a:cxn>
                </a:cxnLst>
                <a:rect l="l" t="t" r="r" b="b"/>
                <a:pathLst>
                  <a:path w="7896" h="1566">
                    <a:moveTo>
                      <a:pt x="5154" y="692"/>
                    </a:moveTo>
                    <a:cubicBezTo>
                      <a:pt x="3011" y="1132"/>
                      <a:pt x="708" y="1521"/>
                      <a:pt x="10" y="1566"/>
                    </a:cubicBezTo>
                    <a:cubicBezTo>
                      <a:pt x="-435" y="1240"/>
                      <a:pt x="13681" y="-1154"/>
                      <a:pt x="5154" y="69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2" name="Freeform: Shape 881">
                <a:extLst>
                  <a:ext uri="{FF2B5EF4-FFF2-40B4-BE49-F238E27FC236}">
                    <a16:creationId xmlns:a16="http://schemas.microsoft.com/office/drawing/2014/main" id="{ECF538D5-748D-E6E5-072B-7C67FC8CE232}"/>
                  </a:ext>
                </a:extLst>
              </p:cNvPr>
              <p:cNvSpPr/>
              <p:nvPr/>
            </p:nvSpPr>
            <p:spPr>
              <a:xfrm>
                <a:off x="2007036" y="6139179"/>
                <a:ext cx="7507" cy="5793"/>
              </a:xfrm>
              <a:custGeom>
                <a:avLst/>
                <a:gdLst>
                  <a:gd name="connsiteX0" fmla="*/ 4769 w 7507"/>
                  <a:gd name="connsiteY0" fmla="*/ 2731 h 5793"/>
                  <a:gd name="connsiteX1" fmla="*/ 31 w 7507"/>
                  <a:gd name="connsiteY1" fmla="*/ 5794 h 5793"/>
                  <a:gd name="connsiteX2" fmla="*/ 4769 w 7507"/>
                  <a:gd name="connsiteY2" fmla="*/ 2731 h 5793"/>
                </a:gdLst>
                <a:ahLst/>
                <a:cxnLst>
                  <a:cxn ang="0">
                    <a:pos x="connsiteX0" y="connsiteY0"/>
                  </a:cxn>
                  <a:cxn ang="0">
                    <a:pos x="connsiteX1" y="connsiteY1"/>
                  </a:cxn>
                  <a:cxn ang="0">
                    <a:pos x="connsiteX2" y="connsiteY2"/>
                  </a:cxn>
                </a:cxnLst>
                <a:rect l="l" t="t" r="r" b="b"/>
                <a:pathLst>
                  <a:path w="7507" h="5793">
                    <a:moveTo>
                      <a:pt x="4769" y="2731"/>
                    </a:moveTo>
                    <a:cubicBezTo>
                      <a:pt x="2763" y="4331"/>
                      <a:pt x="643" y="5703"/>
                      <a:pt x="31" y="5794"/>
                    </a:cubicBezTo>
                    <a:cubicBezTo>
                      <a:pt x="-746" y="4548"/>
                      <a:pt x="13250" y="-4401"/>
                      <a:pt x="4769" y="273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3" name="Freeform: Shape 882">
                <a:extLst>
                  <a:ext uri="{FF2B5EF4-FFF2-40B4-BE49-F238E27FC236}">
                    <a16:creationId xmlns:a16="http://schemas.microsoft.com/office/drawing/2014/main" id="{0E9A2CB5-5863-3EDD-6591-1149119D9C48}"/>
                  </a:ext>
                </a:extLst>
              </p:cNvPr>
              <p:cNvSpPr/>
              <p:nvPr/>
            </p:nvSpPr>
            <p:spPr>
              <a:xfrm>
                <a:off x="1168839" y="6613023"/>
                <a:ext cx="9700" cy="4212"/>
              </a:xfrm>
              <a:custGeom>
                <a:avLst/>
                <a:gdLst>
                  <a:gd name="connsiteX0" fmla="*/ 6581 w 9700"/>
                  <a:gd name="connsiteY0" fmla="*/ 20 h 4212"/>
                  <a:gd name="connsiteX1" fmla="*/ 3118 w 9700"/>
                  <a:gd name="connsiteY1" fmla="*/ 4192 h 4212"/>
                  <a:gd name="connsiteX2" fmla="*/ 6581 w 9700"/>
                  <a:gd name="connsiteY2" fmla="*/ 20 h 4212"/>
                </a:gdLst>
                <a:ahLst/>
                <a:cxnLst>
                  <a:cxn ang="0">
                    <a:pos x="connsiteX0" y="connsiteY0"/>
                  </a:cxn>
                  <a:cxn ang="0">
                    <a:pos x="connsiteX1" y="connsiteY1"/>
                  </a:cxn>
                  <a:cxn ang="0">
                    <a:pos x="connsiteX2" y="connsiteY2"/>
                  </a:cxn>
                </a:cxnLst>
                <a:rect l="l" t="t" r="r" b="b"/>
                <a:pathLst>
                  <a:path w="9700" h="4212">
                    <a:moveTo>
                      <a:pt x="6581" y="20"/>
                    </a:moveTo>
                    <a:cubicBezTo>
                      <a:pt x="2844" y="-317"/>
                      <a:pt x="-4032" y="3809"/>
                      <a:pt x="3118" y="4192"/>
                    </a:cubicBezTo>
                    <a:cubicBezTo>
                      <a:pt x="6873" y="4535"/>
                      <a:pt x="13725" y="426"/>
                      <a:pt x="6581"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4" name="Freeform: Shape 883">
                <a:extLst>
                  <a:ext uri="{FF2B5EF4-FFF2-40B4-BE49-F238E27FC236}">
                    <a16:creationId xmlns:a16="http://schemas.microsoft.com/office/drawing/2014/main" id="{6212E36C-AC49-E0B8-1BF3-1B5184C40795}"/>
                  </a:ext>
                </a:extLst>
              </p:cNvPr>
              <p:cNvSpPr/>
              <p:nvPr/>
            </p:nvSpPr>
            <p:spPr>
              <a:xfrm>
                <a:off x="1713281" y="6156065"/>
                <a:ext cx="8124" cy="932"/>
              </a:xfrm>
              <a:custGeom>
                <a:avLst/>
                <a:gdLst>
                  <a:gd name="connsiteX0" fmla="*/ 5288 w 8124"/>
                  <a:gd name="connsiteY0" fmla="*/ 19 h 932"/>
                  <a:gd name="connsiteX1" fmla="*/ 7 w 8124"/>
                  <a:gd name="connsiteY1" fmla="*/ 669 h 932"/>
                  <a:gd name="connsiteX2" fmla="*/ 5288 w 8124"/>
                  <a:gd name="connsiteY2" fmla="*/ 19 h 932"/>
                </a:gdLst>
                <a:ahLst/>
                <a:cxnLst>
                  <a:cxn ang="0">
                    <a:pos x="connsiteX0" y="connsiteY0"/>
                  </a:cxn>
                  <a:cxn ang="0">
                    <a:pos x="connsiteX1" y="connsiteY1"/>
                  </a:cxn>
                  <a:cxn ang="0">
                    <a:pos x="connsiteX2" y="connsiteY2"/>
                  </a:cxn>
                </a:cxnLst>
                <a:rect l="l" t="t" r="r" b="b"/>
                <a:pathLst>
                  <a:path w="8124" h="932">
                    <a:moveTo>
                      <a:pt x="5288" y="19"/>
                    </a:moveTo>
                    <a:cubicBezTo>
                      <a:pt x="3093" y="144"/>
                      <a:pt x="733" y="436"/>
                      <a:pt x="7" y="669"/>
                    </a:cubicBezTo>
                    <a:cubicBezTo>
                      <a:pt x="-364" y="1584"/>
                      <a:pt x="14066" y="-199"/>
                      <a:pt x="5288"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5" name="Freeform: Shape 884">
                <a:extLst>
                  <a:ext uri="{FF2B5EF4-FFF2-40B4-BE49-F238E27FC236}">
                    <a16:creationId xmlns:a16="http://schemas.microsoft.com/office/drawing/2014/main" id="{2A40FFF4-CC30-DE8E-2945-F533FEC4A1D3}"/>
                  </a:ext>
                </a:extLst>
              </p:cNvPr>
              <p:cNvSpPr/>
              <p:nvPr/>
            </p:nvSpPr>
            <p:spPr>
              <a:xfrm>
                <a:off x="1368740" y="6385931"/>
                <a:ext cx="9098" cy="2260"/>
              </a:xfrm>
              <a:custGeom>
                <a:avLst/>
                <a:gdLst>
                  <a:gd name="connsiteX0" fmla="*/ 6105 w 9098"/>
                  <a:gd name="connsiteY0" fmla="*/ 21 h 2260"/>
                  <a:gd name="connsiteX1" fmla="*/ 2996 w 9098"/>
                  <a:gd name="connsiteY1" fmla="*/ 2239 h 2260"/>
                  <a:gd name="connsiteX2" fmla="*/ 6105 w 9098"/>
                  <a:gd name="connsiteY2" fmla="*/ 21 h 2260"/>
                </a:gdLst>
                <a:ahLst/>
                <a:cxnLst>
                  <a:cxn ang="0">
                    <a:pos x="connsiteX0" y="connsiteY0"/>
                  </a:cxn>
                  <a:cxn ang="0">
                    <a:pos x="connsiteX1" y="connsiteY1"/>
                  </a:cxn>
                  <a:cxn ang="0">
                    <a:pos x="connsiteX2" y="connsiteY2"/>
                  </a:cxn>
                </a:cxnLst>
                <a:rect l="l" t="t" r="r" b="b"/>
                <a:pathLst>
                  <a:path w="9098" h="2260">
                    <a:moveTo>
                      <a:pt x="6105" y="21"/>
                    </a:moveTo>
                    <a:cubicBezTo>
                      <a:pt x="2728" y="-236"/>
                      <a:pt x="-3856" y="1919"/>
                      <a:pt x="2996" y="2239"/>
                    </a:cubicBezTo>
                    <a:cubicBezTo>
                      <a:pt x="6374" y="2496"/>
                      <a:pt x="12952" y="341"/>
                      <a:pt x="6105"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6" name="Freeform: Shape 885">
                <a:extLst>
                  <a:ext uri="{FF2B5EF4-FFF2-40B4-BE49-F238E27FC236}">
                    <a16:creationId xmlns:a16="http://schemas.microsoft.com/office/drawing/2014/main" id="{2D55FCBD-1560-CA68-44AB-BEA39ACB787E}"/>
                  </a:ext>
                </a:extLst>
              </p:cNvPr>
              <p:cNvSpPr/>
              <p:nvPr/>
            </p:nvSpPr>
            <p:spPr>
              <a:xfrm>
                <a:off x="1271431" y="6474348"/>
                <a:ext cx="9414" cy="4333"/>
              </a:xfrm>
              <a:custGeom>
                <a:avLst/>
                <a:gdLst>
                  <a:gd name="connsiteX0" fmla="*/ 6357 w 9414"/>
                  <a:gd name="connsiteY0" fmla="*/ 27 h 4333"/>
                  <a:gd name="connsiteX1" fmla="*/ 3060 w 9414"/>
                  <a:gd name="connsiteY1" fmla="*/ 4308 h 4333"/>
                  <a:gd name="connsiteX2" fmla="*/ 6357 w 9414"/>
                  <a:gd name="connsiteY2" fmla="*/ 27 h 4333"/>
                </a:gdLst>
                <a:ahLst/>
                <a:cxnLst>
                  <a:cxn ang="0">
                    <a:pos x="connsiteX0" y="connsiteY0"/>
                  </a:cxn>
                  <a:cxn ang="0">
                    <a:pos x="connsiteX1" y="connsiteY1"/>
                  </a:cxn>
                  <a:cxn ang="0">
                    <a:pos x="connsiteX2" y="connsiteY2"/>
                  </a:cxn>
                </a:cxnLst>
                <a:rect l="l" t="t" r="r" b="b"/>
                <a:pathLst>
                  <a:path w="9414" h="4333">
                    <a:moveTo>
                      <a:pt x="6357" y="27"/>
                    </a:moveTo>
                    <a:cubicBezTo>
                      <a:pt x="2591" y="-373"/>
                      <a:pt x="-3856" y="3805"/>
                      <a:pt x="3060" y="4308"/>
                    </a:cubicBezTo>
                    <a:cubicBezTo>
                      <a:pt x="6814" y="4696"/>
                      <a:pt x="13272" y="513"/>
                      <a:pt x="6357" y="2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7" name="Freeform: Shape 886">
                <a:extLst>
                  <a:ext uri="{FF2B5EF4-FFF2-40B4-BE49-F238E27FC236}">
                    <a16:creationId xmlns:a16="http://schemas.microsoft.com/office/drawing/2014/main" id="{EE5F2FFB-BF03-B97D-347E-EE9D4A7F459E}"/>
                  </a:ext>
                </a:extLst>
              </p:cNvPr>
              <p:cNvSpPr/>
              <p:nvPr/>
            </p:nvSpPr>
            <p:spPr>
              <a:xfrm>
                <a:off x="1460814" y="6320399"/>
                <a:ext cx="8869" cy="2153"/>
              </a:xfrm>
              <a:custGeom>
                <a:avLst/>
                <a:gdLst>
                  <a:gd name="connsiteX0" fmla="*/ 5917 w 8869"/>
                  <a:gd name="connsiteY0" fmla="*/ 20 h 2153"/>
                  <a:gd name="connsiteX1" fmla="*/ 2951 w 8869"/>
                  <a:gd name="connsiteY1" fmla="*/ 2134 h 2153"/>
                  <a:gd name="connsiteX2" fmla="*/ 5917 w 8869"/>
                  <a:gd name="connsiteY2" fmla="*/ 20 h 2153"/>
                </a:gdLst>
                <a:ahLst/>
                <a:cxnLst>
                  <a:cxn ang="0">
                    <a:pos x="connsiteX0" y="connsiteY0"/>
                  </a:cxn>
                  <a:cxn ang="0">
                    <a:pos x="connsiteX1" y="connsiteY1"/>
                  </a:cxn>
                  <a:cxn ang="0">
                    <a:pos x="connsiteX2" y="connsiteY2"/>
                  </a:cxn>
                </a:cxnLst>
                <a:rect l="l" t="t" r="r" b="b"/>
                <a:pathLst>
                  <a:path w="8869" h="2153">
                    <a:moveTo>
                      <a:pt x="5917" y="20"/>
                    </a:moveTo>
                    <a:cubicBezTo>
                      <a:pt x="2580" y="-221"/>
                      <a:pt x="-3741" y="1831"/>
                      <a:pt x="2951" y="2134"/>
                    </a:cubicBezTo>
                    <a:cubicBezTo>
                      <a:pt x="6294" y="2374"/>
                      <a:pt x="12609" y="322"/>
                      <a:pt x="5917"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8" name="Freeform: Shape 887">
                <a:extLst>
                  <a:ext uri="{FF2B5EF4-FFF2-40B4-BE49-F238E27FC236}">
                    <a16:creationId xmlns:a16="http://schemas.microsoft.com/office/drawing/2014/main" id="{69C3D9E7-303C-D683-03E9-316D67AA514F}"/>
                  </a:ext>
                </a:extLst>
              </p:cNvPr>
              <p:cNvSpPr/>
              <p:nvPr/>
            </p:nvSpPr>
            <p:spPr>
              <a:xfrm>
                <a:off x="1632448" y="6198197"/>
                <a:ext cx="8447" cy="1961"/>
              </a:xfrm>
              <a:custGeom>
                <a:avLst/>
                <a:gdLst>
                  <a:gd name="connsiteX0" fmla="*/ 5574 w 8447"/>
                  <a:gd name="connsiteY0" fmla="*/ 17 h 1961"/>
                  <a:gd name="connsiteX1" fmla="*/ 2870 w 8447"/>
                  <a:gd name="connsiteY1" fmla="*/ 1944 h 1961"/>
                  <a:gd name="connsiteX2" fmla="*/ 5574 w 8447"/>
                  <a:gd name="connsiteY2" fmla="*/ 17 h 1961"/>
                </a:gdLst>
                <a:ahLst/>
                <a:cxnLst>
                  <a:cxn ang="0">
                    <a:pos x="connsiteX0" y="connsiteY0"/>
                  </a:cxn>
                  <a:cxn ang="0">
                    <a:pos x="connsiteX1" y="connsiteY1"/>
                  </a:cxn>
                  <a:cxn ang="0">
                    <a:pos x="connsiteX2" y="connsiteY2"/>
                  </a:cxn>
                </a:cxnLst>
                <a:rect l="l" t="t" r="r" b="b"/>
                <a:pathLst>
                  <a:path w="8447" h="1961">
                    <a:moveTo>
                      <a:pt x="5574" y="17"/>
                    </a:moveTo>
                    <a:cubicBezTo>
                      <a:pt x="2310" y="-200"/>
                      <a:pt x="-3530" y="1675"/>
                      <a:pt x="2870" y="1944"/>
                    </a:cubicBezTo>
                    <a:cubicBezTo>
                      <a:pt x="6139" y="2161"/>
                      <a:pt x="11980" y="286"/>
                      <a:pt x="5574"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89" name="Freeform: Shape 888">
                <a:extLst>
                  <a:ext uri="{FF2B5EF4-FFF2-40B4-BE49-F238E27FC236}">
                    <a16:creationId xmlns:a16="http://schemas.microsoft.com/office/drawing/2014/main" id="{4FFDD8D5-480D-D619-D6E7-C07D50A86EC4}"/>
                  </a:ext>
                </a:extLst>
              </p:cNvPr>
              <p:cNvSpPr/>
              <p:nvPr/>
            </p:nvSpPr>
            <p:spPr>
              <a:xfrm>
                <a:off x="1548609" y="6257895"/>
                <a:ext cx="8654" cy="2053"/>
              </a:xfrm>
              <a:custGeom>
                <a:avLst/>
                <a:gdLst>
                  <a:gd name="connsiteX0" fmla="*/ 5739 w 8654"/>
                  <a:gd name="connsiteY0" fmla="*/ 19 h 2053"/>
                  <a:gd name="connsiteX1" fmla="*/ 2910 w 8654"/>
                  <a:gd name="connsiteY1" fmla="*/ 2035 h 2053"/>
                  <a:gd name="connsiteX2" fmla="*/ 5739 w 8654"/>
                  <a:gd name="connsiteY2" fmla="*/ 19 h 2053"/>
                </a:gdLst>
                <a:ahLst/>
                <a:cxnLst>
                  <a:cxn ang="0">
                    <a:pos x="connsiteX0" y="connsiteY0"/>
                  </a:cxn>
                  <a:cxn ang="0">
                    <a:pos x="connsiteX1" y="connsiteY1"/>
                  </a:cxn>
                  <a:cxn ang="0">
                    <a:pos x="connsiteX2" y="connsiteY2"/>
                  </a:cxn>
                </a:cxnLst>
                <a:rect l="l" t="t" r="r" b="b"/>
                <a:pathLst>
                  <a:path w="8654" h="2053">
                    <a:moveTo>
                      <a:pt x="5739" y="19"/>
                    </a:moveTo>
                    <a:cubicBezTo>
                      <a:pt x="2442" y="-210"/>
                      <a:pt x="-3634" y="1750"/>
                      <a:pt x="2910" y="2035"/>
                    </a:cubicBezTo>
                    <a:cubicBezTo>
                      <a:pt x="6219" y="2264"/>
                      <a:pt x="12288" y="298"/>
                      <a:pt x="5739"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0" name="Freeform: Shape 889">
                <a:extLst>
                  <a:ext uri="{FF2B5EF4-FFF2-40B4-BE49-F238E27FC236}">
                    <a16:creationId xmlns:a16="http://schemas.microsoft.com/office/drawing/2014/main" id="{604933D2-B45F-27C9-DB4B-E2BE350F191B}"/>
                  </a:ext>
                </a:extLst>
              </p:cNvPr>
              <p:cNvSpPr/>
              <p:nvPr/>
            </p:nvSpPr>
            <p:spPr>
              <a:xfrm>
                <a:off x="-631674" y="7526146"/>
                <a:ext cx="14306" cy="5168"/>
              </a:xfrm>
              <a:custGeom>
                <a:avLst/>
                <a:gdLst>
                  <a:gd name="connsiteX0" fmla="*/ 10746 w 14306"/>
                  <a:gd name="connsiteY0" fmla="*/ 0 h 5168"/>
                  <a:gd name="connsiteX1" fmla="*/ 36 w 14306"/>
                  <a:gd name="connsiteY1" fmla="*/ 4303 h 5168"/>
                  <a:gd name="connsiteX2" fmla="*/ 10746 w 14306"/>
                  <a:gd name="connsiteY2" fmla="*/ 0 h 5168"/>
                </a:gdLst>
                <a:ahLst/>
                <a:cxnLst>
                  <a:cxn ang="0">
                    <a:pos x="connsiteX0" y="connsiteY0"/>
                  </a:cxn>
                  <a:cxn ang="0">
                    <a:pos x="connsiteX1" y="connsiteY1"/>
                  </a:cxn>
                  <a:cxn ang="0">
                    <a:pos x="connsiteX2" y="connsiteY2"/>
                  </a:cxn>
                </a:cxnLst>
                <a:rect l="l" t="t" r="r" b="b"/>
                <a:pathLst>
                  <a:path w="14306" h="5168">
                    <a:moveTo>
                      <a:pt x="10746" y="0"/>
                    </a:moveTo>
                    <a:cubicBezTo>
                      <a:pt x="7934" y="206"/>
                      <a:pt x="-621" y="783"/>
                      <a:pt x="36" y="4303"/>
                    </a:cubicBezTo>
                    <a:cubicBezTo>
                      <a:pt x="3042" y="7395"/>
                      <a:pt x="22067" y="1314"/>
                      <a:pt x="10746"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1" name="Freeform: Shape 890">
                <a:extLst>
                  <a:ext uri="{FF2B5EF4-FFF2-40B4-BE49-F238E27FC236}">
                    <a16:creationId xmlns:a16="http://schemas.microsoft.com/office/drawing/2014/main" id="{65467B77-3780-F4C6-700C-97449B0CDDC6}"/>
                  </a:ext>
                </a:extLst>
              </p:cNvPr>
              <p:cNvSpPr/>
              <p:nvPr/>
            </p:nvSpPr>
            <p:spPr>
              <a:xfrm>
                <a:off x="1878280" y="6280442"/>
                <a:ext cx="6860" cy="4943"/>
              </a:xfrm>
              <a:custGeom>
                <a:avLst/>
                <a:gdLst>
                  <a:gd name="connsiteX0" fmla="*/ 4681 w 6860"/>
                  <a:gd name="connsiteY0" fmla="*/ 1868 h 4943"/>
                  <a:gd name="connsiteX1" fmla="*/ 0 w 6860"/>
                  <a:gd name="connsiteY1" fmla="*/ 4943 h 4943"/>
                  <a:gd name="connsiteX2" fmla="*/ 4681 w 6860"/>
                  <a:gd name="connsiteY2" fmla="*/ 1868 h 4943"/>
                </a:gdLst>
                <a:ahLst/>
                <a:cxnLst>
                  <a:cxn ang="0">
                    <a:pos x="connsiteX0" y="connsiteY0"/>
                  </a:cxn>
                  <a:cxn ang="0">
                    <a:pos x="connsiteX1" y="connsiteY1"/>
                  </a:cxn>
                  <a:cxn ang="0">
                    <a:pos x="connsiteX2" y="connsiteY2"/>
                  </a:cxn>
                </a:cxnLst>
                <a:rect l="l" t="t" r="r" b="b"/>
                <a:pathLst>
                  <a:path w="6860" h="4943">
                    <a:moveTo>
                      <a:pt x="4681" y="1868"/>
                    </a:moveTo>
                    <a:cubicBezTo>
                      <a:pt x="3332" y="2851"/>
                      <a:pt x="1189" y="4378"/>
                      <a:pt x="0" y="4943"/>
                    </a:cubicBezTo>
                    <a:cubicBezTo>
                      <a:pt x="520" y="3400"/>
                      <a:pt x="11390" y="-3167"/>
                      <a:pt x="4681" y="186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2" name="Freeform: Shape 891">
                <a:extLst>
                  <a:ext uri="{FF2B5EF4-FFF2-40B4-BE49-F238E27FC236}">
                    <a16:creationId xmlns:a16="http://schemas.microsoft.com/office/drawing/2014/main" id="{9051CF76-ACBD-9B9B-10F8-47018DD78408}"/>
                  </a:ext>
                </a:extLst>
              </p:cNvPr>
              <p:cNvSpPr/>
              <p:nvPr/>
            </p:nvSpPr>
            <p:spPr>
              <a:xfrm>
                <a:off x="134786" y="6777001"/>
                <a:ext cx="11673" cy="2856"/>
              </a:xfrm>
              <a:custGeom>
                <a:avLst/>
                <a:gdLst>
                  <a:gd name="connsiteX0" fmla="*/ 8169 w 11673"/>
                  <a:gd name="connsiteY0" fmla="*/ 0 h 2856"/>
                  <a:gd name="connsiteX1" fmla="*/ 237 w 11673"/>
                  <a:gd name="connsiteY1" fmla="*/ 1388 h 2856"/>
                  <a:gd name="connsiteX2" fmla="*/ 8169 w 11673"/>
                  <a:gd name="connsiteY2" fmla="*/ 0 h 2856"/>
                </a:gdLst>
                <a:ahLst/>
                <a:cxnLst>
                  <a:cxn ang="0">
                    <a:pos x="connsiteX0" y="connsiteY0"/>
                  </a:cxn>
                  <a:cxn ang="0">
                    <a:pos x="connsiteX1" y="connsiteY1"/>
                  </a:cxn>
                  <a:cxn ang="0">
                    <a:pos x="connsiteX2" y="connsiteY2"/>
                  </a:cxn>
                </a:cxnLst>
                <a:rect l="l" t="t" r="r" b="b"/>
                <a:pathLst>
                  <a:path w="11673" h="2856">
                    <a:moveTo>
                      <a:pt x="8169" y="0"/>
                    </a:moveTo>
                    <a:cubicBezTo>
                      <a:pt x="5191" y="0"/>
                      <a:pt x="1642" y="617"/>
                      <a:pt x="237" y="1388"/>
                    </a:cubicBezTo>
                    <a:cubicBezTo>
                      <a:pt x="-2530" y="5126"/>
                      <a:pt x="20113" y="623"/>
                      <a:pt x="816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3" name="Freeform: Shape 892">
                <a:extLst>
                  <a:ext uri="{FF2B5EF4-FFF2-40B4-BE49-F238E27FC236}">
                    <a16:creationId xmlns:a16="http://schemas.microsoft.com/office/drawing/2014/main" id="{DBE202E8-DE37-0A40-775D-59518D3B24EC}"/>
                  </a:ext>
                </a:extLst>
              </p:cNvPr>
              <p:cNvSpPr/>
              <p:nvPr/>
            </p:nvSpPr>
            <p:spPr>
              <a:xfrm>
                <a:off x="685159" y="6726943"/>
                <a:ext cx="10140" cy="217"/>
              </a:xfrm>
              <a:custGeom>
                <a:avLst/>
                <a:gdLst>
                  <a:gd name="connsiteX0" fmla="*/ 7099 w 10140"/>
                  <a:gd name="connsiteY0" fmla="*/ 17 h 217"/>
                  <a:gd name="connsiteX1" fmla="*/ 3047 w 10140"/>
                  <a:gd name="connsiteY1" fmla="*/ 195 h 217"/>
                  <a:gd name="connsiteX2" fmla="*/ 7099 w 10140"/>
                  <a:gd name="connsiteY2" fmla="*/ 17 h 217"/>
                </a:gdLst>
                <a:ahLst/>
                <a:cxnLst>
                  <a:cxn ang="0">
                    <a:pos x="connsiteX0" y="connsiteY0"/>
                  </a:cxn>
                  <a:cxn ang="0">
                    <a:pos x="connsiteX1" y="connsiteY1"/>
                  </a:cxn>
                  <a:cxn ang="0">
                    <a:pos x="connsiteX2" y="connsiteY2"/>
                  </a:cxn>
                </a:cxnLst>
                <a:rect l="l" t="t" r="r" b="b"/>
                <a:pathLst>
                  <a:path w="10140" h="217">
                    <a:moveTo>
                      <a:pt x="7099" y="17"/>
                    </a:moveTo>
                    <a:cubicBezTo>
                      <a:pt x="3984" y="57"/>
                      <a:pt x="-4508" y="291"/>
                      <a:pt x="3047" y="195"/>
                    </a:cubicBezTo>
                    <a:cubicBezTo>
                      <a:pt x="6162" y="160"/>
                      <a:pt x="14643" y="-63"/>
                      <a:pt x="7099" y="17"/>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4" name="Freeform: Shape 893">
                <a:extLst>
                  <a:ext uri="{FF2B5EF4-FFF2-40B4-BE49-F238E27FC236}">
                    <a16:creationId xmlns:a16="http://schemas.microsoft.com/office/drawing/2014/main" id="{750187B2-5D42-8A49-B1A3-7215167F6A92}"/>
                  </a:ext>
                </a:extLst>
              </p:cNvPr>
              <p:cNvSpPr/>
              <p:nvPr/>
            </p:nvSpPr>
            <p:spPr>
              <a:xfrm>
                <a:off x="284151" y="6723236"/>
                <a:ext cx="11428" cy="960"/>
              </a:xfrm>
              <a:custGeom>
                <a:avLst/>
                <a:gdLst>
                  <a:gd name="connsiteX0" fmla="*/ 8113 w 11428"/>
                  <a:gd name="connsiteY0" fmla="*/ 9 h 960"/>
                  <a:gd name="connsiteX1" fmla="*/ 3318 w 11428"/>
                  <a:gd name="connsiteY1" fmla="*/ 952 h 960"/>
                  <a:gd name="connsiteX2" fmla="*/ 8113 w 11428"/>
                  <a:gd name="connsiteY2" fmla="*/ 9 h 960"/>
                </a:gdLst>
                <a:ahLst/>
                <a:cxnLst>
                  <a:cxn ang="0">
                    <a:pos x="connsiteX0" y="connsiteY0"/>
                  </a:cxn>
                  <a:cxn ang="0">
                    <a:pos x="connsiteX1" y="connsiteY1"/>
                  </a:cxn>
                  <a:cxn ang="0">
                    <a:pos x="connsiteX2" y="connsiteY2"/>
                  </a:cxn>
                </a:cxnLst>
                <a:rect l="l" t="t" r="r" b="b"/>
                <a:pathLst>
                  <a:path w="11428" h="960">
                    <a:moveTo>
                      <a:pt x="8113" y="9"/>
                    </a:moveTo>
                    <a:cubicBezTo>
                      <a:pt x="4827" y="-100"/>
                      <a:pt x="-5129" y="792"/>
                      <a:pt x="3318" y="952"/>
                    </a:cubicBezTo>
                    <a:cubicBezTo>
                      <a:pt x="6604" y="1055"/>
                      <a:pt x="16554" y="152"/>
                      <a:pt x="811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5" name="Freeform: Shape 894">
                <a:extLst>
                  <a:ext uri="{FF2B5EF4-FFF2-40B4-BE49-F238E27FC236}">
                    <a16:creationId xmlns:a16="http://schemas.microsoft.com/office/drawing/2014/main" id="{DA2B0A89-D0D4-48EE-99E5-A198C0F639F4}"/>
                  </a:ext>
                </a:extLst>
              </p:cNvPr>
              <p:cNvSpPr/>
              <p:nvPr/>
            </p:nvSpPr>
            <p:spPr>
              <a:xfrm>
                <a:off x="558832" y="6722036"/>
                <a:ext cx="10617" cy="397"/>
              </a:xfrm>
              <a:custGeom>
                <a:avLst/>
                <a:gdLst>
                  <a:gd name="connsiteX0" fmla="*/ 7467 w 10617"/>
                  <a:gd name="connsiteY0" fmla="*/ 381 h 397"/>
                  <a:gd name="connsiteX1" fmla="*/ 3192 w 10617"/>
                  <a:gd name="connsiteY1" fmla="*/ 15 h 397"/>
                  <a:gd name="connsiteX2" fmla="*/ 7467 w 10617"/>
                  <a:gd name="connsiteY2" fmla="*/ 381 h 397"/>
                </a:gdLst>
                <a:ahLst/>
                <a:cxnLst>
                  <a:cxn ang="0">
                    <a:pos x="connsiteX0" y="connsiteY0"/>
                  </a:cxn>
                  <a:cxn ang="0">
                    <a:pos x="connsiteX1" y="connsiteY1"/>
                  </a:cxn>
                  <a:cxn ang="0">
                    <a:pos x="connsiteX2" y="connsiteY2"/>
                  </a:cxn>
                </a:cxnLst>
                <a:rect l="l" t="t" r="r" b="b"/>
                <a:pathLst>
                  <a:path w="10617" h="397">
                    <a:moveTo>
                      <a:pt x="7467" y="381"/>
                    </a:moveTo>
                    <a:cubicBezTo>
                      <a:pt x="4283" y="466"/>
                      <a:pt x="-4769" y="203"/>
                      <a:pt x="3192" y="15"/>
                    </a:cubicBezTo>
                    <a:cubicBezTo>
                      <a:pt x="6346" y="-65"/>
                      <a:pt x="15347" y="192"/>
                      <a:pt x="7467" y="38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6" name="Freeform: Shape 895">
                <a:extLst>
                  <a:ext uri="{FF2B5EF4-FFF2-40B4-BE49-F238E27FC236}">
                    <a16:creationId xmlns:a16="http://schemas.microsoft.com/office/drawing/2014/main" id="{68C572DE-CE23-25C2-87F5-471AB1EB3DB9}"/>
                  </a:ext>
                </a:extLst>
              </p:cNvPr>
              <p:cNvSpPr/>
              <p:nvPr/>
            </p:nvSpPr>
            <p:spPr>
              <a:xfrm>
                <a:off x="425520" y="6712992"/>
                <a:ext cx="10691" cy="130"/>
              </a:xfrm>
              <a:custGeom>
                <a:avLst/>
                <a:gdLst>
                  <a:gd name="connsiteX0" fmla="*/ 7654 w 10691"/>
                  <a:gd name="connsiteY0" fmla="*/ 120 h 130"/>
                  <a:gd name="connsiteX1" fmla="*/ 3127 w 10691"/>
                  <a:gd name="connsiteY1" fmla="*/ 12 h 130"/>
                  <a:gd name="connsiteX2" fmla="*/ 7654 w 10691"/>
                  <a:gd name="connsiteY2" fmla="*/ 120 h 130"/>
                </a:gdLst>
                <a:ahLst/>
                <a:cxnLst>
                  <a:cxn ang="0">
                    <a:pos x="connsiteX0" y="connsiteY0"/>
                  </a:cxn>
                  <a:cxn ang="0">
                    <a:pos x="connsiteX1" y="connsiteY1"/>
                  </a:cxn>
                  <a:cxn ang="0">
                    <a:pos x="connsiteX2" y="connsiteY2"/>
                  </a:cxn>
                </a:cxnLst>
                <a:rect l="l" t="t" r="r" b="b"/>
                <a:pathLst>
                  <a:path w="10691" h="130">
                    <a:moveTo>
                      <a:pt x="7654" y="120"/>
                    </a:moveTo>
                    <a:cubicBezTo>
                      <a:pt x="4476" y="155"/>
                      <a:pt x="-4805" y="98"/>
                      <a:pt x="3127" y="12"/>
                    </a:cubicBezTo>
                    <a:cubicBezTo>
                      <a:pt x="6379" y="-22"/>
                      <a:pt x="15352" y="18"/>
                      <a:pt x="7654" y="1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7" name="Freeform: Shape 896">
                <a:extLst>
                  <a:ext uri="{FF2B5EF4-FFF2-40B4-BE49-F238E27FC236}">
                    <a16:creationId xmlns:a16="http://schemas.microsoft.com/office/drawing/2014/main" id="{E3E38945-FFFD-EC5C-DC6A-CEB56BDFF67F}"/>
                  </a:ext>
                </a:extLst>
              </p:cNvPr>
              <p:cNvSpPr/>
              <p:nvPr/>
            </p:nvSpPr>
            <p:spPr>
              <a:xfrm>
                <a:off x="-23895" y="6880134"/>
                <a:ext cx="12089" cy="3684"/>
              </a:xfrm>
              <a:custGeom>
                <a:avLst/>
                <a:gdLst>
                  <a:gd name="connsiteX0" fmla="*/ 8539 w 12089"/>
                  <a:gd name="connsiteY0" fmla="*/ 0 h 3684"/>
                  <a:gd name="connsiteX1" fmla="*/ 287 w 12089"/>
                  <a:gd name="connsiteY1" fmla="*/ 1805 h 3684"/>
                  <a:gd name="connsiteX2" fmla="*/ 8539 w 12089"/>
                  <a:gd name="connsiteY2" fmla="*/ 0 h 3684"/>
                </a:gdLst>
                <a:ahLst/>
                <a:cxnLst>
                  <a:cxn ang="0">
                    <a:pos x="connsiteX0" y="connsiteY0"/>
                  </a:cxn>
                  <a:cxn ang="0">
                    <a:pos x="connsiteX1" y="connsiteY1"/>
                  </a:cxn>
                  <a:cxn ang="0">
                    <a:pos x="connsiteX2" y="connsiteY2"/>
                  </a:cxn>
                </a:cxnLst>
                <a:rect l="l" t="t" r="r" b="b"/>
                <a:pathLst>
                  <a:path w="12089" h="3684">
                    <a:moveTo>
                      <a:pt x="8539" y="0"/>
                    </a:moveTo>
                    <a:cubicBezTo>
                      <a:pt x="5471" y="0"/>
                      <a:pt x="1773" y="806"/>
                      <a:pt x="287" y="1805"/>
                    </a:cubicBezTo>
                    <a:cubicBezTo>
                      <a:pt x="-2833" y="6549"/>
                      <a:pt x="20787" y="926"/>
                      <a:pt x="8539"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8" name="Freeform: Shape 897">
                <a:extLst>
                  <a:ext uri="{FF2B5EF4-FFF2-40B4-BE49-F238E27FC236}">
                    <a16:creationId xmlns:a16="http://schemas.microsoft.com/office/drawing/2014/main" id="{56681346-B14C-E7E0-12F6-E852844888D5}"/>
                  </a:ext>
                </a:extLst>
              </p:cNvPr>
              <p:cNvSpPr/>
              <p:nvPr/>
            </p:nvSpPr>
            <p:spPr>
              <a:xfrm>
                <a:off x="-770367" y="7378685"/>
                <a:ext cx="14292" cy="4811"/>
              </a:xfrm>
              <a:custGeom>
                <a:avLst/>
                <a:gdLst>
                  <a:gd name="connsiteX0" fmla="*/ 10661 w 14292"/>
                  <a:gd name="connsiteY0" fmla="*/ 54 h 4811"/>
                  <a:gd name="connsiteX1" fmla="*/ 3637 w 14292"/>
                  <a:gd name="connsiteY1" fmla="*/ 4757 h 4811"/>
                  <a:gd name="connsiteX2" fmla="*/ 10661 w 14292"/>
                  <a:gd name="connsiteY2" fmla="*/ 54 h 4811"/>
                </a:gdLst>
                <a:ahLst/>
                <a:cxnLst>
                  <a:cxn ang="0">
                    <a:pos x="connsiteX0" y="connsiteY0"/>
                  </a:cxn>
                  <a:cxn ang="0">
                    <a:pos x="connsiteX1" y="connsiteY1"/>
                  </a:cxn>
                  <a:cxn ang="0">
                    <a:pos x="connsiteX2" y="connsiteY2"/>
                  </a:cxn>
                </a:cxnLst>
                <a:rect l="l" t="t" r="r" b="b"/>
                <a:pathLst>
                  <a:path w="14292" h="4811">
                    <a:moveTo>
                      <a:pt x="10661" y="54"/>
                    </a:moveTo>
                    <a:cubicBezTo>
                      <a:pt x="6712" y="-535"/>
                      <a:pt x="-6244" y="3877"/>
                      <a:pt x="3637" y="4757"/>
                    </a:cubicBezTo>
                    <a:cubicBezTo>
                      <a:pt x="7586" y="5345"/>
                      <a:pt x="20531" y="934"/>
                      <a:pt x="10661" y="5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899" name="Freeform: Shape 898">
                <a:extLst>
                  <a:ext uri="{FF2B5EF4-FFF2-40B4-BE49-F238E27FC236}">
                    <a16:creationId xmlns:a16="http://schemas.microsoft.com/office/drawing/2014/main" id="{56ABD0B8-DA0D-00D4-6BA9-1B70ED02A555}"/>
                  </a:ext>
                </a:extLst>
              </p:cNvPr>
              <p:cNvSpPr/>
              <p:nvPr/>
            </p:nvSpPr>
            <p:spPr>
              <a:xfrm>
                <a:off x="-564611" y="7241215"/>
                <a:ext cx="13706" cy="4489"/>
              </a:xfrm>
              <a:custGeom>
                <a:avLst/>
                <a:gdLst>
                  <a:gd name="connsiteX0" fmla="*/ 10131 w 13706"/>
                  <a:gd name="connsiteY0" fmla="*/ 50 h 4489"/>
                  <a:gd name="connsiteX1" fmla="*/ 3581 w 13706"/>
                  <a:gd name="connsiteY1" fmla="*/ 4439 h 4489"/>
                  <a:gd name="connsiteX2" fmla="*/ 10131 w 13706"/>
                  <a:gd name="connsiteY2" fmla="*/ 50 h 4489"/>
                </a:gdLst>
                <a:ahLst/>
                <a:cxnLst>
                  <a:cxn ang="0">
                    <a:pos x="connsiteX0" y="connsiteY0"/>
                  </a:cxn>
                  <a:cxn ang="0">
                    <a:pos x="connsiteX1" y="connsiteY1"/>
                  </a:cxn>
                  <a:cxn ang="0">
                    <a:pos x="connsiteX2" y="connsiteY2"/>
                  </a:cxn>
                </a:cxnLst>
                <a:rect l="l" t="t" r="r" b="b"/>
                <a:pathLst>
                  <a:path w="13706" h="4489">
                    <a:moveTo>
                      <a:pt x="10131" y="50"/>
                    </a:moveTo>
                    <a:cubicBezTo>
                      <a:pt x="6239" y="-498"/>
                      <a:pt x="-5997" y="3633"/>
                      <a:pt x="3581" y="4439"/>
                    </a:cubicBezTo>
                    <a:cubicBezTo>
                      <a:pt x="7467" y="4988"/>
                      <a:pt x="19698" y="856"/>
                      <a:pt x="10131" y="5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0" name="Freeform: Shape 899">
                <a:extLst>
                  <a:ext uri="{FF2B5EF4-FFF2-40B4-BE49-F238E27FC236}">
                    <a16:creationId xmlns:a16="http://schemas.microsoft.com/office/drawing/2014/main" id="{942C7E16-54B5-6CF5-4960-910908E3861E}"/>
                  </a:ext>
                </a:extLst>
              </p:cNvPr>
              <p:cNvSpPr/>
              <p:nvPr/>
            </p:nvSpPr>
            <p:spPr>
              <a:xfrm>
                <a:off x="-372486" y="7112848"/>
                <a:ext cx="13166" cy="4195"/>
              </a:xfrm>
              <a:custGeom>
                <a:avLst/>
                <a:gdLst>
                  <a:gd name="connsiteX0" fmla="*/ 9647 w 13166"/>
                  <a:gd name="connsiteY0" fmla="*/ 46 h 4195"/>
                  <a:gd name="connsiteX1" fmla="*/ 3526 w 13166"/>
                  <a:gd name="connsiteY1" fmla="*/ 4149 h 4195"/>
                  <a:gd name="connsiteX2" fmla="*/ 9647 w 13166"/>
                  <a:gd name="connsiteY2" fmla="*/ 46 h 4195"/>
                </a:gdLst>
                <a:ahLst/>
                <a:cxnLst>
                  <a:cxn ang="0">
                    <a:pos x="connsiteX0" y="connsiteY0"/>
                  </a:cxn>
                  <a:cxn ang="0">
                    <a:pos x="connsiteX1" y="connsiteY1"/>
                  </a:cxn>
                  <a:cxn ang="0">
                    <a:pos x="connsiteX2" y="connsiteY2"/>
                  </a:cxn>
                </a:cxnLst>
                <a:rect l="l" t="t" r="r" b="b"/>
                <a:pathLst>
                  <a:path w="13166" h="4195">
                    <a:moveTo>
                      <a:pt x="9647" y="46"/>
                    </a:moveTo>
                    <a:cubicBezTo>
                      <a:pt x="5812" y="-463"/>
                      <a:pt x="-5766" y="3412"/>
                      <a:pt x="3526" y="4149"/>
                    </a:cubicBezTo>
                    <a:cubicBezTo>
                      <a:pt x="7361" y="4658"/>
                      <a:pt x="18923" y="783"/>
                      <a:pt x="9647" y="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1" name="Freeform: Shape 900">
                <a:extLst>
                  <a:ext uri="{FF2B5EF4-FFF2-40B4-BE49-F238E27FC236}">
                    <a16:creationId xmlns:a16="http://schemas.microsoft.com/office/drawing/2014/main" id="{0DC72014-3673-8777-EA7A-F8FB765BCF68}"/>
                  </a:ext>
                </a:extLst>
              </p:cNvPr>
              <p:cNvSpPr/>
              <p:nvPr/>
            </p:nvSpPr>
            <p:spPr>
              <a:xfrm>
                <a:off x="-192747" y="6992751"/>
                <a:ext cx="12666" cy="3926"/>
              </a:xfrm>
              <a:custGeom>
                <a:avLst/>
                <a:gdLst>
                  <a:gd name="connsiteX0" fmla="*/ 9205 w 12666"/>
                  <a:gd name="connsiteY0" fmla="*/ 43 h 3926"/>
                  <a:gd name="connsiteX1" fmla="*/ 3467 w 12666"/>
                  <a:gd name="connsiteY1" fmla="*/ 3883 h 3926"/>
                  <a:gd name="connsiteX2" fmla="*/ 9205 w 12666"/>
                  <a:gd name="connsiteY2" fmla="*/ 43 h 3926"/>
                </a:gdLst>
                <a:ahLst/>
                <a:cxnLst>
                  <a:cxn ang="0">
                    <a:pos x="connsiteX0" y="connsiteY0"/>
                  </a:cxn>
                  <a:cxn ang="0">
                    <a:pos x="connsiteX1" y="connsiteY1"/>
                  </a:cxn>
                  <a:cxn ang="0">
                    <a:pos x="connsiteX2" y="connsiteY2"/>
                  </a:cxn>
                </a:cxnLst>
                <a:rect l="l" t="t" r="r" b="b"/>
                <a:pathLst>
                  <a:path w="12666" h="3926">
                    <a:moveTo>
                      <a:pt x="9205" y="43"/>
                    </a:moveTo>
                    <a:cubicBezTo>
                      <a:pt x="5427" y="-432"/>
                      <a:pt x="-5546" y="3203"/>
                      <a:pt x="3467" y="3883"/>
                    </a:cubicBezTo>
                    <a:cubicBezTo>
                      <a:pt x="7244" y="4363"/>
                      <a:pt x="18206" y="722"/>
                      <a:pt x="9205" y="4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2" name="Freeform: Shape 901">
                <a:extLst>
                  <a:ext uri="{FF2B5EF4-FFF2-40B4-BE49-F238E27FC236}">
                    <a16:creationId xmlns:a16="http://schemas.microsoft.com/office/drawing/2014/main" id="{5BCEED25-D2FC-A5F8-C557-0FC8199E2DBE}"/>
                  </a:ext>
                </a:extLst>
              </p:cNvPr>
              <p:cNvSpPr/>
              <p:nvPr/>
            </p:nvSpPr>
            <p:spPr>
              <a:xfrm>
                <a:off x="1808471" y="6284960"/>
                <a:ext cx="7568" cy="4753"/>
              </a:xfrm>
              <a:custGeom>
                <a:avLst/>
                <a:gdLst>
                  <a:gd name="connsiteX0" fmla="*/ 4869 w 7568"/>
                  <a:gd name="connsiteY0" fmla="*/ 2619 h 4753"/>
                  <a:gd name="connsiteX1" fmla="*/ 57 w 7568"/>
                  <a:gd name="connsiteY1" fmla="*/ 4740 h 4753"/>
                  <a:gd name="connsiteX2" fmla="*/ 4869 w 7568"/>
                  <a:gd name="connsiteY2" fmla="*/ 2619 h 4753"/>
                </a:gdLst>
                <a:ahLst/>
                <a:cxnLst>
                  <a:cxn ang="0">
                    <a:pos x="connsiteX0" y="connsiteY0"/>
                  </a:cxn>
                  <a:cxn ang="0">
                    <a:pos x="connsiteX1" y="connsiteY1"/>
                  </a:cxn>
                  <a:cxn ang="0">
                    <a:pos x="connsiteX2" y="connsiteY2"/>
                  </a:cxn>
                </a:cxnLst>
                <a:rect l="l" t="t" r="r" b="b"/>
                <a:pathLst>
                  <a:path w="7568" h="4753">
                    <a:moveTo>
                      <a:pt x="4869" y="2619"/>
                    </a:moveTo>
                    <a:cubicBezTo>
                      <a:pt x="2863" y="3933"/>
                      <a:pt x="709" y="4877"/>
                      <a:pt x="57" y="4740"/>
                    </a:cubicBezTo>
                    <a:cubicBezTo>
                      <a:pt x="-1012" y="2785"/>
                      <a:pt x="13367" y="-3513"/>
                      <a:pt x="4869" y="26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3" name="Freeform: Shape 902">
                <a:extLst>
                  <a:ext uri="{FF2B5EF4-FFF2-40B4-BE49-F238E27FC236}">
                    <a16:creationId xmlns:a16="http://schemas.microsoft.com/office/drawing/2014/main" id="{E4474B9C-7617-A295-3255-95C1A95D26AF}"/>
                  </a:ext>
                </a:extLst>
              </p:cNvPr>
              <p:cNvSpPr/>
              <p:nvPr/>
            </p:nvSpPr>
            <p:spPr>
              <a:xfrm>
                <a:off x="1496197" y="6166577"/>
                <a:ext cx="8170" cy="323"/>
              </a:xfrm>
              <a:custGeom>
                <a:avLst/>
                <a:gdLst>
                  <a:gd name="connsiteX0" fmla="*/ 5385 w 8170"/>
                  <a:gd name="connsiteY0" fmla="*/ 79 h 323"/>
                  <a:gd name="connsiteX1" fmla="*/ 24 w 8170"/>
                  <a:gd name="connsiteY1" fmla="*/ 302 h 323"/>
                  <a:gd name="connsiteX2" fmla="*/ 5385 w 8170"/>
                  <a:gd name="connsiteY2" fmla="*/ 79 h 323"/>
                </a:gdLst>
                <a:ahLst/>
                <a:cxnLst>
                  <a:cxn ang="0">
                    <a:pos x="connsiteX0" y="connsiteY0"/>
                  </a:cxn>
                  <a:cxn ang="0">
                    <a:pos x="connsiteX1" y="connsiteY1"/>
                  </a:cxn>
                  <a:cxn ang="0">
                    <a:pos x="connsiteX2" y="connsiteY2"/>
                  </a:cxn>
                </a:cxnLst>
                <a:rect l="l" t="t" r="r" b="b"/>
                <a:pathLst>
                  <a:path w="8170" h="323">
                    <a:moveTo>
                      <a:pt x="5385" y="79"/>
                    </a:moveTo>
                    <a:cubicBezTo>
                      <a:pt x="3190" y="159"/>
                      <a:pt x="790" y="256"/>
                      <a:pt x="24" y="302"/>
                    </a:cubicBezTo>
                    <a:cubicBezTo>
                      <a:pt x="-673" y="450"/>
                      <a:pt x="14163" y="-224"/>
                      <a:pt x="5385" y="7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4" name="Freeform: Shape 903">
                <a:extLst>
                  <a:ext uri="{FF2B5EF4-FFF2-40B4-BE49-F238E27FC236}">
                    <a16:creationId xmlns:a16="http://schemas.microsoft.com/office/drawing/2014/main" id="{D0DF1571-794A-5582-DB7D-6E6018D4DBA6}"/>
                  </a:ext>
                </a:extLst>
              </p:cNvPr>
              <p:cNvSpPr/>
              <p:nvPr/>
            </p:nvSpPr>
            <p:spPr>
              <a:xfrm>
                <a:off x="1578983" y="6178960"/>
                <a:ext cx="8101" cy="1476"/>
              </a:xfrm>
              <a:custGeom>
                <a:avLst/>
                <a:gdLst>
                  <a:gd name="connsiteX0" fmla="*/ 5266 w 8101"/>
                  <a:gd name="connsiteY0" fmla="*/ 1189 h 1476"/>
                  <a:gd name="connsiteX1" fmla="*/ 43 w 8101"/>
                  <a:gd name="connsiteY1" fmla="*/ 1309 h 1476"/>
                  <a:gd name="connsiteX2" fmla="*/ 5266 w 8101"/>
                  <a:gd name="connsiteY2" fmla="*/ 1189 h 1476"/>
                </a:gdLst>
                <a:ahLst/>
                <a:cxnLst>
                  <a:cxn ang="0">
                    <a:pos x="connsiteX0" y="connsiteY0"/>
                  </a:cxn>
                  <a:cxn ang="0">
                    <a:pos x="connsiteX1" y="connsiteY1"/>
                  </a:cxn>
                  <a:cxn ang="0">
                    <a:pos x="connsiteX2" y="connsiteY2"/>
                  </a:cxn>
                </a:cxnLst>
                <a:rect l="l" t="t" r="r" b="b"/>
                <a:pathLst>
                  <a:path w="8101" h="1476">
                    <a:moveTo>
                      <a:pt x="5266" y="1189"/>
                    </a:moveTo>
                    <a:cubicBezTo>
                      <a:pt x="3117" y="1521"/>
                      <a:pt x="780" y="1572"/>
                      <a:pt x="43" y="1309"/>
                    </a:cubicBezTo>
                    <a:cubicBezTo>
                      <a:pt x="-900" y="-336"/>
                      <a:pt x="14193" y="-491"/>
                      <a:pt x="5266" y="118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5" name="Freeform: Shape 904">
                <a:extLst>
                  <a:ext uri="{FF2B5EF4-FFF2-40B4-BE49-F238E27FC236}">
                    <a16:creationId xmlns:a16="http://schemas.microsoft.com/office/drawing/2014/main" id="{FCC8AC38-7C24-32C8-9DE3-6408720D48B1}"/>
                  </a:ext>
                </a:extLst>
              </p:cNvPr>
              <p:cNvSpPr/>
              <p:nvPr/>
            </p:nvSpPr>
            <p:spPr>
              <a:xfrm>
                <a:off x="1410467" y="6198196"/>
                <a:ext cx="8502" cy="1962"/>
              </a:xfrm>
              <a:custGeom>
                <a:avLst/>
                <a:gdLst>
                  <a:gd name="connsiteX0" fmla="*/ 5681 w 8502"/>
                  <a:gd name="connsiteY0" fmla="*/ 18 h 1962"/>
                  <a:gd name="connsiteX1" fmla="*/ 2824 w 8502"/>
                  <a:gd name="connsiteY1" fmla="*/ 1945 h 1962"/>
                  <a:gd name="connsiteX2" fmla="*/ 5681 w 8502"/>
                  <a:gd name="connsiteY2" fmla="*/ 18 h 1962"/>
                </a:gdLst>
                <a:ahLst/>
                <a:cxnLst>
                  <a:cxn ang="0">
                    <a:pos x="connsiteX0" y="connsiteY0"/>
                  </a:cxn>
                  <a:cxn ang="0">
                    <a:pos x="connsiteX1" y="connsiteY1"/>
                  </a:cxn>
                  <a:cxn ang="0">
                    <a:pos x="connsiteX2" y="connsiteY2"/>
                  </a:cxn>
                </a:cxnLst>
                <a:rect l="l" t="t" r="r" b="b"/>
                <a:pathLst>
                  <a:path w="8502" h="1962">
                    <a:moveTo>
                      <a:pt x="5681" y="18"/>
                    </a:moveTo>
                    <a:cubicBezTo>
                      <a:pt x="2509" y="-205"/>
                      <a:pt x="-3600" y="1664"/>
                      <a:pt x="2824" y="1945"/>
                    </a:cubicBezTo>
                    <a:cubicBezTo>
                      <a:pt x="5995" y="2167"/>
                      <a:pt x="12099" y="293"/>
                      <a:pt x="5681" y="1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6" name="Freeform: Shape 905">
                <a:extLst>
                  <a:ext uri="{FF2B5EF4-FFF2-40B4-BE49-F238E27FC236}">
                    <a16:creationId xmlns:a16="http://schemas.microsoft.com/office/drawing/2014/main" id="{B0AD4654-2456-B7EF-6DDF-C46ED527DBF9}"/>
                  </a:ext>
                </a:extLst>
              </p:cNvPr>
              <p:cNvSpPr/>
              <p:nvPr/>
            </p:nvSpPr>
            <p:spPr>
              <a:xfrm>
                <a:off x="1658699" y="6215426"/>
                <a:ext cx="7933" cy="2749"/>
              </a:xfrm>
              <a:custGeom>
                <a:avLst/>
                <a:gdLst>
                  <a:gd name="connsiteX0" fmla="*/ 5148 w 7933"/>
                  <a:gd name="connsiteY0" fmla="*/ 2053 h 2749"/>
                  <a:gd name="connsiteX1" fmla="*/ 62 w 7933"/>
                  <a:gd name="connsiteY1" fmla="*/ 2550 h 2749"/>
                  <a:gd name="connsiteX2" fmla="*/ 5148 w 7933"/>
                  <a:gd name="connsiteY2" fmla="*/ 2053 h 2749"/>
                </a:gdLst>
                <a:ahLst/>
                <a:cxnLst>
                  <a:cxn ang="0">
                    <a:pos x="connsiteX0" y="connsiteY0"/>
                  </a:cxn>
                  <a:cxn ang="0">
                    <a:pos x="connsiteX1" y="connsiteY1"/>
                  </a:cxn>
                  <a:cxn ang="0">
                    <a:pos x="connsiteX2" y="connsiteY2"/>
                  </a:cxn>
                </a:cxnLst>
                <a:rect l="l" t="t" r="r" b="b"/>
                <a:pathLst>
                  <a:path w="7933" h="2749">
                    <a:moveTo>
                      <a:pt x="5148" y="2053"/>
                    </a:moveTo>
                    <a:cubicBezTo>
                      <a:pt x="3051" y="2728"/>
                      <a:pt x="776" y="2950"/>
                      <a:pt x="62" y="2550"/>
                    </a:cubicBezTo>
                    <a:cubicBezTo>
                      <a:pt x="-1075" y="-4"/>
                      <a:pt x="13966" y="-1387"/>
                      <a:pt x="5148" y="20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7" name="Freeform: Shape 906">
                <a:extLst>
                  <a:ext uri="{FF2B5EF4-FFF2-40B4-BE49-F238E27FC236}">
                    <a16:creationId xmlns:a16="http://schemas.microsoft.com/office/drawing/2014/main" id="{9E644D15-2923-C552-4D42-DB5248DDA96E}"/>
                  </a:ext>
                </a:extLst>
              </p:cNvPr>
              <p:cNvSpPr/>
              <p:nvPr/>
            </p:nvSpPr>
            <p:spPr>
              <a:xfrm>
                <a:off x="1735237" y="6257089"/>
                <a:ext cx="7767" cy="3859"/>
              </a:xfrm>
              <a:custGeom>
                <a:avLst/>
                <a:gdLst>
                  <a:gd name="connsiteX0" fmla="*/ 5020 w 7767"/>
                  <a:gd name="connsiteY0" fmla="*/ 2539 h 3859"/>
                  <a:gd name="connsiteX1" fmla="*/ 71 w 7767"/>
                  <a:gd name="connsiteY1" fmla="*/ 3751 h 3859"/>
                  <a:gd name="connsiteX2" fmla="*/ 5020 w 7767"/>
                  <a:gd name="connsiteY2" fmla="*/ 2539 h 3859"/>
                </a:gdLst>
                <a:ahLst/>
                <a:cxnLst>
                  <a:cxn ang="0">
                    <a:pos x="connsiteX0" y="connsiteY0"/>
                  </a:cxn>
                  <a:cxn ang="0">
                    <a:pos x="connsiteX1" y="connsiteY1"/>
                  </a:cxn>
                  <a:cxn ang="0">
                    <a:pos x="connsiteX2" y="connsiteY2"/>
                  </a:cxn>
                </a:cxnLst>
                <a:rect l="l" t="t" r="r" b="b"/>
                <a:pathLst>
                  <a:path w="7767" h="3859">
                    <a:moveTo>
                      <a:pt x="5020" y="2539"/>
                    </a:moveTo>
                    <a:cubicBezTo>
                      <a:pt x="2968" y="3568"/>
                      <a:pt x="757" y="4105"/>
                      <a:pt x="71" y="3751"/>
                    </a:cubicBezTo>
                    <a:cubicBezTo>
                      <a:pt x="-1141" y="1122"/>
                      <a:pt x="13724" y="-2530"/>
                      <a:pt x="5020" y="253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8" name="Freeform: Shape 907">
                <a:extLst>
                  <a:ext uri="{FF2B5EF4-FFF2-40B4-BE49-F238E27FC236}">
                    <a16:creationId xmlns:a16="http://schemas.microsoft.com/office/drawing/2014/main" id="{8BA70150-BD87-A617-E6AF-35611175EB4F}"/>
                  </a:ext>
                </a:extLst>
              </p:cNvPr>
              <p:cNvSpPr/>
              <p:nvPr/>
            </p:nvSpPr>
            <p:spPr>
              <a:xfrm>
                <a:off x="1131479" y="6385929"/>
                <a:ext cx="9180" cy="2262"/>
              </a:xfrm>
              <a:custGeom>
                <a:avLst/>
                <a:gdLst>
                  <a:gd name="connsiteX0" fmla="*/ 6239 w 9180"/>
                  <a:gd name="connsiteY0" fmla="*/ 22 h 2262"/>
                  <a:gd name="connsiteX1" fmla="*/ 2948 w 9180"/>
                  <a:gd name="connsiteY1" fmla="*/ 2240 h 2262"/>
                  <a:gd name="connsiteX2" fmla="*/ 6239 w 9180"/>
                  <a:gd name="connsiteY2" fmla="*/ 22 h 2262"/>
                </a:gdLst>
                <a:ahLst/>
                <a:cxnLst>
                  <a:cxn ang="0">
                    <a:pos x="connsiteX0" y="connsiteY0"/>
                  </a:cxn>
                  <a:cxn ang="0">
                    <a:pos x="connsiteX1" y="connsiteY1"/>
                  </a:cxn>
                  <a:cxn ang="0">
                    <a:pos x="connsiteX2" y="connsiteY2"/>
                  </a:cxn>
                </a:cxnLst>
                <a:rect l="l" t="t" r="r" b="b"/>
                <a:pathLst>
                  <a:path w="9180" h="2262">
                    <a:moveTo>
                      <a:pt x="6239" y="22"/>
                    </a:moveTo>
                    <a:cubicBezTo>
                      <a:pt x="2953" y="-241"/>
                      <a:pt x="-3933" y="1902"/>
                      <a:pt x="2948" y="2240"/>
                    </a:cubicBezTo>
                    <a:cubicBezTo>
                      <a:pt x="6228" y="2503"/>
                      <a:pt x="13109" y="360"/>
                      <a:pt x="6239" y="22"/>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09" name="Freeform: Shape 908">
                <a:extLst>
                  <a:ext uri="{FF2B5EF4-FFF2-40B4-BE49-F238E27FC236}">
                    <a16:creationId xmlns:a16="http://schemas.microsoft.com/office/drawing/2014/main" id="{559285EB-A057-06CC-BFCB-77FA0F5DC09F}"/>
                  </a:ext>
                </a:extLst>
              </p:cNvPr>
              <p:cNvSpPr/>
              <p:nvPr/>
            </p:nvSpPr>
            <p:spPr>
              <a:xfrm>
                <a:off x="1028115" y="6475590"/>
                <a:ext cx="9515" cy="4447"/>
              </a:xfrm>
              <a:custGeom>
                <a:avLst/>
                <a:gdLst>
                  <a:gd name="connsiteX0" fmla="*/ 6516 w 9515"/>
                  <a:gd name="connsiteY0" fmla="*/ 30 h 4447"/>
                  <a:gd name="connsiteX1" fmla="*/ 3002 w 9515"/>
                  <a:gd name="connsiteY1" fmla="*/ 4419 h 4447"/>
                  <a:gd name="connsiteX2" fmla="*/ 6516 w 9515"/>
                  <a:gd name="connsiteY2" fmla="*/ 30 h 4447"/>
                </a:gdLst>
                <a:ahLst/>
                <a:cxnLst>
                  <a:cxn ang="0">
                    <a:pos x="connsiteX0" y="connsiteY0"/>
                  </a:cxn>
                  <a:cxn ang="0">
                    <a:pos x="connsiteX1" y="connsiteY1"/>
                  </a:cxn>
                  <a:cxn ang="0">
                    <a:pos x="connsiteX2" y="connsiteY2"/>
                  </a:cxn>
                </a:cxnLst>
                <a:rect l="l" t="t" r="r" b="b"/>
                <a:pathLst>
                  <a:path w="9515" h="4447">
                    <a:moveTo>
                      <a:pt x="6516" y="30"/>
                    </a:moveTo>
                    <a:cubicBezTo>
                      <a:pt x="2830" y="-399"/>
                      <a:pt x="-3936" y="3864"/>
                      <a:pt x="3002" y="4419"/>
                    </a:cubicBezTo>
                    <a:cubicBezTo>
                      <a:pt x="6676" y="4831"/>
                      <a:pt x="13454" y="567"/>
                      <a:pt x="6516" y="3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0" name="Freeform: Shape 909">
                <a:extLst>
                  <a:ext uri="{FF2B5EF4-FFF2-40B4-BE49-F238E27FC236}">
                    <a16:creationId xmlns:a16="http://schemas.microsoft.com/office/drawing/2014/main" id="{4BA3ABA1-2D31-02A3-00B5-3B489F6FE958}"/>
                  </a:ext>
                </a:extLst>
              </p:cNvPr>
              <p:cNvSpPr/>
              <p:nvPr/>
            </p:nvSpPr>
            <p:spPr>
              <a:xfrm>
                <a:off x="1321784" y="6257894"/>
                <a:ext cx="8715" cy="2055"/>
              </a:xfrm>
              <a:custGeom>
                <a:avLst/>
                <a:gdLst>
                  <a:gd name="connsiteX0" fmla="*/ 5855 w 8715"/>
                  <a:gd name="connsiteY0" fmla="*/ 19 h 2055"/>
                  <a:gd name="connsiteX1" fmla="*/ 2866 w 8715"/>
                  <a:gd name="connsiteY1" fmla="*/ 2036 h 2055"/>
                  <a:gd name="connsiteX2" fmla="*/ 5855 w 8715"/>
                  <a:gd name="connsiteY2" fmla="*/ 19 h 2055"/>
                </a:gdLst>
                <a:ahLst/>
                <a:cxnLst>
                  <a:cxn ang="0">
                    <a:pos x="connsiteX0" y="connsiteY0"/>
                  </a:cxn>
                  <a:cxn ang="0">
                    <a:pos x="connsiteX1" y="connsiteY1"/>
                  </a:cxn>
                  <a:cxn ang="0">
                    <a:pos x="connsiteX2" y="connsiteY2"/>
                  </a:cxn>
                </a:cxnLst>
                <a:rect l="l" t="t" r="r" b="b"/>
                <a:pathLst>
                  <a:path w="8715" h="2055">
                    <a:moveTo>
                      <a:pt x="5855" y="19"/>
                    </a:moveTo>
                    <a:cubicBezTo>
                      <a:pt x="2643" y="-215"/>
                      <a:pt x="-3706" y="1739"/>
                      <a:pt x="2866" y="2036"/>
                    </a:cubicBezTo>
                    <a:cubicBezTo>
                      <a:pt x="6072" y="2271"/>
                      <a:pt x="12416" y="317"/>
                      <a:pt x="585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1" name="Freeform: Shape 910">
                <a:extLst>
                  <a:ext uri="{FF2B5EF4-FFF2-40B4-BE49-F238E27FC236}">
                    <a16:creationId xmlns:a16="http://schemas.microsoft.com/office/drawing/2014/main" id="{9859D3F1-CD17-EDAB-619D-D25F55837E11}"/>
                  </a:ext>
                </a:extLst>
              </p:cNvPr>
              <p:cNvSpPr/>
              <p:nvPr/>
            </p:nvSpPr>
            <p:spPr>
              <a:xfrm>
                <a:off x="918917" y="6617878"/>
                <a:ext cx="9788" cy="4316"/>
              </a:xfrm>
              <a:custGeom>
                <a:avLst/>
                <a:gdLst>
                  <a:gd name="connsiteX0" fmla="*/ 6741 w 9788"/>
                  <a:gd name="connsiteY0" fmla="*/ 23 h 4316"/>
                  <a:gd name="connsiteX1" fmla="*/ 3049 w 9788"/>
                  <a:gd name="connsiteY1" fmla="*/ 4292 h 4316"/>
                  <a:gd name="connsiteX2" fmla="*/ 6741 w 9788"/>
                  <a:gd name="connsiteY2" fmla="*/ 23 h 4316"/>
                </a:gdLst>
                <a:ahLst/>
                <a:cxnLst>
                  <a:cxn ang="0">
                    <a:pos x="connsiteX0" y="connsiteY0"/>
                  </a:cxn>
                  <a:cxn ang="0">
                    <a:pos x="connsiteX1" y="connsiteY1"/>
                  </a:cxn>
                  <a:cxn ang="0">
                    <a:pos x="connsiteX2" y="connsiteY2"/>
                  </a:cxn>
                </a:cxnLst>
                <a:rect l="l" t="t" r="r" b="b"/>
                <a:pathLst>
                  <a:path w="9788" h="4316">
                    <a:moveTo>
                      <a:pt x="6741" y="23"/>
                    </a:moveTo>
                    <a:cubicBezTo>
                      <a:pt x="3095" y="-349"/>
                      <a:pt x="-4106" y="3841"/>
                      <a:pt x="3049" y="4292"/>
                    </a:cubicBezTo>
                    <a:cubicBezTo>
                      <a:pt x="6712" y="4675"/>
                      <a:pt x="13885" y="498"/>
                      <a:pt x="6741" y="2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2" name="Freeform: Shape 911">
                <a:extLst>
                  <a:ext uri="{FF2B5EF4-FFF2-40B4-BE49-F238E27FC236}">
                    <a16:creationId xmlns:a16="http://schemas.microsoft.com/office/drawing/2014/main" id="{570C61C4-1342-AC99-6D01-C94046855697}"/>
                  </a:ext>
                </a:extLst>
              </p:cNvPr>
              <p:cNvSpPr/>
              <p:nvPr/>
            </p:nvSpPr>
            <p:spPr>
              <a:xfrm>
                <a:off x="804963" y="6702546"/>
                <a:ext cx="9949" cy="1546"/>
              </a:xfrm>
              <a:custGeom>
                <a:avLst/>
                <a:gdLst>
                  <a:gd name="connsiteX0" fmla="*/ 6698 w 9949"/>
                  <a:gd name="connsiteY0" fmla="*/ 0 h 1546"/>
                  <a:gd name="connsiteX1" fmla="*/ 80 w 9949"/>
                  <a:gd name="connsiteY1" fmla="*/ 857 h 1546"/>
                  <a:gd name="connsiteX2" fmla="*/ 6698 w 9949"/>
                  <a:gd name="connsiteY2" fmla="*/ 0 h 1546"/>
                </a:gdLst>
                <a:ahLst/>
                <a:cxnLst>
                  <a:cxn ang="0">
                    <a:pos x="connsiteX0" y="connsiteY0"/>
                  </a:cxn>
                  <a:cxn ang="0">
                    <a:pos x="connsiteX1" y="connsiteY1"/>
                  </a:cxn>
                  <a:cxn ang="0">
                    <a:pos x="connsiteX2" y="connsiteY2"/>
                  </a:cxn>
                </a:cxnLst>
                <a:rect l="l" t="t" r="r" b="b"/>
                <a:pathLst>
                  <a:path w="9949" h="1546">
                    <a:moveTo>
                      <a:pt x="6698" y="0"/>
                    </a:moveTo>
                    <a:cubicBezTo>
                      <a:pt x="4103" y="52"/>
                      <a:pt x="1143" y="440"/>
                      <a:pt x="80" y="857"/>
                    </a:cubicBezTo>
                    <a:cubicBezTo>
                      <a:pt x="-1360" y="2749"/>
                      <a:pt x="17242" y="160"/>
                      <a:pt x="6698"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3" name="Freeform: Shape 912">
                <a:extLst>
                  <a:ext uri="{FF2B5EF4-FFF2-40B4-BE49-F238E27FC236}">
                    <a16:creationId xmlns:a16="http://schemas.microsoft.com/office/drawing/2014/main" id="{4D77AC6F-1D7E-00DD-F00F-81776908790E}"/>
                  </a:ext>
                </a:extLst>
              </p:cNvPr>
              <p:cNvSpPr/>
              <p:nvPr/>
            </p:nvSpPr>
            <p:spPr>
              <a:xfrm>
                <a:off x="1228899" y="6320398"/>
                <a:ext cx="8942" cy="2155"/>
              </a:xfrm>
              <a:custGeom>
                <a:avLst/>
                <a:gdLst>
                  <a:gd name="connsiteX0" fmla="*/ 6043 w 8942"/>
                  <a:gd name="connsiteY0" fmla="*/ 21 h 2155"/>
                  <a:gd name="connsiteX1" fmla="*/ 2905 w 8942"/>
                  <a:gd name="connsiteY1" fmla="*/ 2135 h 2155"/>
                  <a:gd name="connsiteX2" fmla="*/ 6043 w 8942"/>
                  <a:gd name="connsiteY2" fmla="*/ 21 h 2155"/>
                </a:gdLst>
                <a:ahLst/>
                <a:cxnLst>
                  <a:cxn ang="0">
                    <a:pos x="connsiteX0" y="connsiteY0"/>
                  </a:cxn>
                  <a:cxn ang="0">
                    <a:pos x="connsiteX1" y="connsiteY1"/>
                  </a:cxn>
                  <a:cxn ang="0">
                    <a:pos x="connsiteX2" y="connsiteY2"/>
                  </a:cxn>
                </a:cxnLst>
                <a:rect l="l" t="t" r="r" b="b"/>
                <a:pathLst>
                  <a:path w="8942" h="2155">
                    <a:moveTo>
                      <a:pt x="6043" y="21"/>
                    </a:moveTo>
                    <a:cubicBezTo>
                      <a:pt x="2791" y="-226"/>
                      <a:pt x="-3815" y="1820"/>
                      <a:pt x="2905" y="2135"/>
                    </a:cubicBezTo>
                    <a:cubicBezTo>
                      <a:pt x="6152" y="2381"/>
                      <a:pt x="12752" y="334"/>
                      <a:pt x="6043"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4" name="Freeform: Shape 913">
                <a:extLst>
                  <a:ext uri="{FF2B5EF4-FFF2-40B4-BE49-F238E27FC236}">
                    <a16:creationId xmlns:a16="http://schemas.microsoft.com/office/drawing/2014/main" id="{BC9CBAD4-FB8A-C1DA-8BC0-3F614FE18543}"/>
                  </a:ext>
                </a:extLst>
              </p:cNvPr>
              <p:cNvSpPr/>
              <p:nvPr/>
            </p:nvSpPr>
            <p:spPr>
              <a:xfrm>
                <a:off x="-990858" y="7526146"/>
                <a:ext cx="14523" cy="5162"/>
              </a:xfrm>
              <a:custGeom>
                <a:avLst/>
                <a:gdLst>
                  <a:gd name="connsiteX0" fmla="*/ 11091 w 14523"/>
                  <a:gd name="connsiteY0" fmla="*/ 0 h 5162"/>
                  <a:gd name="connsiteX1" fmla="*/ 9 w 14523"/>
                  <a:gd name="connsiteY1" fmla="*/ 4303 h 5162"/>
                  <a:gd name="connsiteX2" fmla="*/ 11091 w 14523"/>
                  <a:gd name="connsiteY2" fmla="*/ 0 h 5162"/>
                </a:gdLst>
                <a:ahLst/>
                <a:cxnLst>
                  <a:cxn ang="0">
                    <a:pos x="connsiteX0" y="connsiteY0"/>
                  </a:cxn>
                  <a:cxn ang="0">
                    <a:pos x="connsiteX1" y="connsiteY1"/>
                  </a:cxn>
                  <a:cxn ang="0">
                    <a:pos x="connsiteX2" y="connsiteY2"/>
                  </a:cxn>
                </a:cxnLst>
                <a:rect l="l" t="t" r="r" b="b"/>
                <a:pathLst>
                  <a:path w="14523" h="5162">
                    <a:moveTo>
                      <a:pt x="11091" y="0"/>
                    </a:moveTo>
                    <a:cubicBezTo>
                      <a:pt x="8182" y="223"/>
                      <a:pt x="-317" y="772"/>
                      <a:pt x="9" y="4303"/>
                    </a:cubicBezTo>
                    <a:cubicBezTo>
                      <a:pt x="2873" y="7373"/>
                      <a:pt x="22252" y="1332"/>
                      <a:pt x="11091"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5" name="Freeform: Shape 914">
                <a:extLst>
                  <a:ext uri="{FF2B5EF4-FFF2-40B4-BE49-F238E27FC236}">
                    <a16:creationId xmlns:a16="http://schemas.microsoft.com/office/drawing/2014/main" id="{D7844EE5-B304-4347-D4FA-0099BF6854DB}"/>
                  </a:ext>
                </a:extLst>
              </p:cNvPr>
              <p:cNvSpPr/>
              <p:nvPr/>
            </p:nvSpPr>
            <p:spPr>
              <a:xfrm>
                <a:off x="1683461" y="6397332"/>
                <a:ext cx="6874" cy="2958"/>
              </a:xfrm>
              <a:custGeom>
                <a:avLst/>
                <a:gdLst>
                  <a:gd name="connsiteX0" fmla="*/ 4755 w 6874"/>
                  <a:gd name="connsiteY0" fmla="*/ 953 h 2958"/>
                  <a:gd name="connsiteX1" fmla="*/ 0 w 6874"/>
                  <a:gd name="connsiteY1" fmla="*/ 2958 h 2958"/>
                  <a:gd name="connsiteX2" fmla="*/ 4755 w 6874"/>
                  <a:gd name="connsiteY2" fmla="*/ 953 h 2958"/>
                </a:gdLst>
                <a:ahLst/>
                <a:cxnLst>
                  <a:cxn ang="0">
                    <a:pos x="connsiteX0" y="connsiteY0"/>
                  </a:cxn>
                  <a:cxn ang="0">
                    <a:pos x="connsiteX1" y="connsiteY1"/>
                  </a:cxn>
                  <a:cxn ang="0">
                    <a:pos x="connsiteX2" y="connsiteY2"/>
                  </a:cxn>
                </a:cxnLst>
                <a:rect l="l" t="t" r="r" b="b"/>
                <a:pathLst>
                  <a:path w="6874" h="2958">
                    <a:moveTo>
                      <a:pt x="4755" y="953"/>
                    </a:moveTo>
                    <a:cubicBezTo>
                      <a:pt x="3372" y="1553"/>
                      <a:pt x="1137" y="2507"/>
                      <a:pt x="0" y="2958"/>
                    </a:cubicBezTo>
                    <a:cubicBezTo>
                      <a:pt x="623" y="2536"/>
                      <a:pt x="11310" y="-1905"/>
                      <a:pt x="4755" y="95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6" name="Freeform: Shape 915">
                <a:extLst>
                  <a:ext uri="{FF2B5EF4-FFF2-40B4-BE49-F238E27FC236}">
                    <a16:creationId xmlns:a16="http://schemas.microsoft.com/office/drawing/2014/main" id="{9B1D4398-B424-34CD-42F5-C04CC814036B}"/>
                  </a:ext>
                </a:extLst>
              </p:cNvPr>
              <p:cNvSpPr/>
              <p:nvPr/>
            </p:nvSpPr>
            <p:spPr>
              <a:xfrm>
                <a:off x="-2223" y="6723734"/>
                <a:ext cx="11602" cy="935"/>
              </a:xfrm>
              <a:custGeom>
                <a:avLst/>
                <a:gdLst>
                  <a:gd name="connsiteX0" fmla="*/ 8333 w 11602"/>
                  <a:gd name="connsiteY0" fmla="*/ 9 h 935"/>
                  <a:gd name="connsiteX1" fmla="*/ 3263 w 11602"/>
                  <a:gd name="connsiteY1" fmla="*/ 928 h 935"/>
                  <a:gd name="connsiteX2" fmla="*/ 8333 w 11602"/>
                  <a:gd name="connsiteY2" fmla="*/ 9 h 935"/>
                </a:gdLst>
                <a:ahLst/>
                <a:cxnLst>
                  <a:cxn ang="0">
                    <a:pos x="connsiteX0" y="connsiteY0"/>
                  </a:cxn>
                  <a:cxn ang="0">
                    <a:pos x="connsiteX1" y="connsiteY1"/>
                  </a:cxn>
                  <a:cxn ang="0">
                    <a:pos x="connsiteX2" y="connsiteY2"/>
                  </a:cxn>
                </a:cxnLst>
                <a:rect l="l" t="t" r="r" b="b"/>
                <a:pathLst>
                  <a:path w="11602" h="935">
                    <a:moveTo>
                      <a:pt x="8333" y="9"/>
                    </a:moveTo>
                    <a:cubicBezTo>
                      <a:pt x="5115" y="-95"/>
                      <a:pt x="-5206" y="757"/>
                      <a:pt x="3263" y="928"/>
                    </a:cubicBezTo>
                    <a:cubicBezTo>
                      <a:pt x="6504" y="1026"/>
                      <a:pt x="16808" y="163"/>
                      <a:pt x="8333" y="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7" name="Freeform: Shape 916">
                <a:extLst>
                  <a:ext uri="{FF2B5EF4-FFF2-40B4-BE49-F238E27FC236}">
                    <a16:creationId xmlns:a16="http://schemas.microsoft.com/office/drawing/2014/main" id="{FF9E8370-CCC1-6EB0-886F-C060C49FD264}"/>
                  </a:ext>
                </a:extLst>
              </p:cNvPr>
              <p:cNvSpPr/>
              <p:nvPr/>
            </p:nvSpPr>
            <p:spPr>
              <a:xfrm>
                <a:off x="-160367" y="6776982"/>
                <a:ext cx="11892" cy="2863"/>
              </a:xfrm>
              <a:custGeom>
                <a:avLst/>
                <a:gdLst>
                  <a:gd name="connsiteX0" fmla="*/ 8634 w 11892"/>
                  <a:gd name="connsiteY0" fmla="*/ 35 h 2863"/>
                  <a:gd name="connsiteX1" fmla="*/ 3262 w 11892"/>
                  <a:gd name="connsiteY1" fmla="*/ 2830 h 2863"/>
                  <a:gd name="connsiteX2" fmla="*/ 8634 w 11892"/>
                  <a:gd name="connsiteY2" fmla="*/ 35 h 2863"/>
                </a:gdLst>
                <a:ahLst/>
                <a:cxnLst>
                  <a:cxn ang="0">
                    <a:pos x="connsiteX0" y="connsiteY0"/>
                  </a:cxn>
                  <a:cxn ang="0">
                    <a:pos x="connsiteX1" y="connsiteY1"/>
                  </a:cxn>
                  <a:cxn ang="0">
                    <a:pos x="connsiteX2" y="connsiteY2"/>
                  </a:cxn>
                </a:cxnLst>
                <a:rect l="l" t="t" r="r" b="b"/>
                <a:pathLst>
                  <a:path w="11892" h="2863">
                    <a:moveTo>
                      <a:pt x="8634" y="35"/>
                    </a:moveTo>
                    <a:cubicBezTo>
                      <a:pt x="5217" y="-336"/>
                      <a:pt x="-5259" y="2316"/>
                      <a:pt x="3262" y="2830"/>
                    </a:cubicBezTo>
                    <a:cubicBezTo>
                      <a:pt x="6674" y="3190"/>
                      <a:pt x="17150" y="522"/>
                      <a:pt x="8634" y="3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8" name="Freeform: Shape 917">
                <a:extLst>
                  <a:ext uri="{FF2B5EF4-FFF2-40B4-BE49-F238E27FC236}">
                    <a16:creationId xmlns:a16="http://schemas.microsoft.com/office/drawing/2014/main" id="{44C29BBD-56FD-3FC6-A785-6EF375163005}"/>
                  </a:ext>
                </a:extLst>
              </p:cNvPr>
              <p:cNvSpPr/>
              <p:nvPr/>
            </p:nvSpPr>
            <p:spPr>
              <a:xfrm>
                <a:off x="147382" y="6714399"/>
                <a:ext cx="10597" cy="152"/>
              </a:xfrm>
              <a:custGeom>
                <a:avLst/>
                <a:gdLst>
                  <a:gd name="connsiteX0" fmla="*/ 7688 w 10597"/>
                  <a:gd name="connsiteY0" fmla="*/ 149 h 152"/>
                  <a:gd name="connsiteX1" fmla="*/ 2905 w 10597"/>
                  <a:gd name="connsiteY1" fmla="*/ 6 h 152"/>
                  <a:gd name="connsiteX2" fmla="*/ 7688 w 10597"/>
                  <a:gd name="connsiteY2" fmla="*/ 149 h 152"/>
                </a:gdLst>
                <a:ahLst/>
                <a:cxnLst>
                  <a:cxn ang="0">
                    <a:pos x="connsiteX0" y="connsiteY0"/>
                  </a:cxn>
                  <a:cxn ang="0">
                    <a:pos x="connsiteX1" y="connsiteY1"/>
                  </a:cxn>
                  <a:cxn ang="0">
                    <a:pos x="connsiteX2" y="connsiteY2"/>
                  </a:cxn>
                </a:cxnLst>
                <a:rect l="l" t="t" r="r" b="b"/>
                <a:pathLst>
                  <a:path w="10597" h="152">
                    <a:moveTo>
                      <a:pt x="7688" y="149"/>
                    </a:moveTo>
                    <a:cubicBezTo>
                      <a:pt x="4488" y="171"/>
                      <a:pt x="-4622" y="85"/>
                      <a:pt x="2905" y="6"/>
                    </a:cubicBezTo>
                    <a:cubicBezTo>
                      <a:pt x="6093" y="-23"/>
                      <a:pt x="15232" y="58"/>
                      <a:pt x="7688" y="14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19" name="Freeform: Shape 918">
                <a:extLst>
                  <a:ext uri="{FF2B5EF4-FFF2-40B4-BE49-F238E27FC236}">
                    <a16:creationId xmlns:a16="http://schemas.microsoft.com/office/drawing/2014/main" id="{483F3C0B-03F7-888D-0769-68BD0402CEE2}"/>
                  </a:ext>
                </a:extLst>
              </p:cNvPr>
              <p:cNvSpPr/>
              <p:nvPr/>
            </p:nvSpPr>
            <p:spPr>
              <a:xfrm>
                <a:off x="288200" y="6724544"/>
                <a:ext cx="10682" cy="419"/>
              </a:xfrm>
              <a:custGeom>
                <a:avLst/>
                <a:gdLst>
                  <a:gd name="connsiteX0" fmla="*/ 7602 w 10682"/>
                  <a:gd name="connsiteY0" fmla="*/ 410 h 419"/>
                  <a:gd name="connsiteX1" fmla="*/ 3076 w 10682"/>
                  <a:gd name="connsiteY1" fmla="*/ 10 h 419"/>
                  <a:gd name="connsiteX2" fmla="*/ 7602 w 10682"/>
                  <a:gd name="connsiteY2" fmla="*/ 410 h 419"/>
                </a:gdLst>
                <a:ahLst/>
                <a:cxnLst>
                  <a:cxn ang="0">
                    <a:pos x="connsiteX0" y="connsiteY0"/>
                  </a:cxn>
                  <a:cxn ang="0">
                    <a:pos x="connsiteX1" y="connsiteY1"/>
                  </a:cxn>
                  <a:cxn ang="0">
                    <a:pos x="connsiteX2" y="connsiteY2"/>
                  </a:cxn>
                </a:cxnLst>
                <a:rect l="l" t="t" r="r" b="b"/>
                <a:pathLst>
                  <a:path w="10682" h="419">
                    <a:moveTo>
                      <a:pt x="7602" y="410"/>
                    </a:moveTo>
                    <a:cubicBezTo>
                      <a:pt x="4550" y="479"/>
                      <a:pt x="-4788" y="175"/>
                      <a:pt x="3076" y="10"/>
                    </a:cubicBezTo>
                    <a:cubicBezTo>
                      <a:pt x="6139" y="-59"/>
                      <a:pt x="15471" y="244"/>
                      <a:pt x="7602" y="41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0" name="Freeform: Shape 919">
                <a:extLst>
                  <a:ext uri="{FF2B5EF4-FFF2-40B4-BE49-F238E27FC236}">
                    <a16:creationId xmlns:a16="http://schemas.microsoft.com/office/drawing/2014/main" id="{ACEACBB6-4833-4434-CA18-9C59E5170396}"/>
                  </a:ext>
                </a:extLst>
              </p:cNvPr>
              <p:cNvSpPr/>
              <p:nvPr/>
            </p:nvSpPr>
            <p:spPr>
              <a:xfrm>
                <a:off x="-328103" y="6880093"/>
                <a:ext cx="12331" cy="3693"/>
              </a:xfrm>
              <a:custGeom>
                <a:avLst/>
                <a:gdLst>
                  <a:gd name="connsiteX0" fmla="*/ 9017 w 12331"/>
                  <a:gd name="connsiteY0" fmla="*/ 41 h 3693"/>
                  <a:gd name="connsiteX1" fmla="*/ 3319 w 12331"/>
                  <a:gd name="connsiteY1" fmla="*/ 3653 h 3693"/>
                  <a:gd name="connsiteX2" fmla="*/ 9017 w 12331"/>
                  <a:gd name="connsiteY2" fmla="*/ 41 h 3693"/>
                </a:gdLst>
                <a:ahLst/>
                <a:cxnLst>
                  <a:cxn ang="0">
                    <a:pos x="connsiteX0" y="connsiteY0"/>
                  </a:cxn>
                  <a:cxn ang="0">
                    <a:pos x="connsiteX1" y="connsiteY1"/>
                  </a:cxn>
                  <a:cxn ang="0">
                    <a:pos x="connsiteX2" y="connsiteY2"/>
                  </a:cxn>
                </a:cxnLst>
                <a:rect l="l" t="t" r="r" b="b"/>
                <a:pathLst>
                  <a:path w="12331" h="3693">
                    <a:moveTo>
                      <a:pt x="9017" y="41"/>
                    </a:moveTo>
                    <a:cubicBezTo>
                      <a:pt x="5440" y="-411"/>
                      <a:pt x="-5413" y="3001"/>
                      <a:pt x="3319" y="3653"/>
                    </a:cubicBezTo>
                    <a:cubicBezTo>
                      <a:pt x="6891" y="4104"/>
                      <a:pt x="17738" y="693"/>
                      <a:pt x="9017" y="4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1" name="Freeform: Shape 920">
                <a:extLst>
                  <a:ext uri="{FF2B5EF4-FFF2-40B4-BE49-F238E27FC236}">
                    <a16:creationId xmlns:a16="http://schemas.microsoft.com/office/drawing/2014/main" id="{C0627F68-82D5-8A9E-6413-D9B619037C01}"/>
                  </a:ext>
                </a:extLst>
              </p:cNvPr>
              <p:cNvSpPr/>
              <p:nvPr/>
            </p:nvSpPr>
            <p:spPr>
              <a:xfrm>
                <a:off x="-1116919" y="7378684"/>
                <a:ext cx="14466" cy="4813"/>
              </a:xfrm>
              <a:custGeom>
                <a:avLst/>
                <a:gdLst>
                  <a:gd name="connsiteX0" fmla="*/ 10947 w 14466"/>
                  <a:gd name="connsiteY0" fmla="*/ 55 h 4813"/>
                  <a:gd name="connsiteX1" fmla="*/ 3524 w 14466"/>
                  <a:gd name="connsiteY1" fmla="*/ 4759 h 4813"/>
                  <a:gd name="connsiteX2" fmla="*/ 10947 w 14466"/>
                  <a:gd name="connsiteY2" fmla="*/ 55 h 4813"/>
                </a:gdLst>
                <a:ahLst/>
                <a:cxnLst>
                  <a:cxn ang="0">
                    <a:pos x="connsiteX0" y="connsiteY0"/>
                  </a:cxn>
                  <a:cxn ang="0">
                    <a:pos x="connsiteX1" y="connsiteY1"/>
                  </a:cxn>
                  <a:cxn ang="0">
                    <a:pos x="connsiteX2" y="connsiteY2"/>
                  </a:cxn>
                </a:cxnLst>
                <a:rect l="l" t="t" r="r" b="b"/>
                <a:pathLst>
                  <a:path w="14466" h="4813">
                    <a:moveTo>
                      <a:pt x="10947" y="55"/>
                    </a:moveTo>
                    <a:cubicBezTo>
                      <a:pt x="7170" y="-539"/>
                      <a:pt x="-6312" y="3844"/>
                      <a:pt x="3524" y="4759"/>
                    </a:cubicBezTo>
                    <a:cubicBezTo>
                      <a:pt x="7301" y="5353"/>
                      <a:pt x="20771" y="969"/>
                      <a:pt x="10947" y="5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2" name="Freeform: Shape 921">
                <a:extLst>
                  <a:ext uri="{FF2B5EF4-FFF2-40B4-BE49-F238E27FC236}">
                    <a16:creationId xmlns:a16="http://schemas.microsoft.com/office/drawing/2014/main" id="{A0E8E2D0-8C91-3E03-3A04-14CBFAD998FC}"/>
                  </a:ext>
                </a:extLst>
              </p:cNvPr>
              <p:cNvSpPr/>
              <p:nvPr/>
            </p:nvSpPr>
            <p:spPr>
              <a:xfrm>
                <a:off x="421793" y="6730483"/>
                <a:ext cx="10048" cy="159"/>
              </a:xfrm>
              <a:custGeom>
                <a:avLst/>
                <a:gdLst>
                  <a:gd name="connsiteX0" fmla="*/ 7168 w 10048"/>
                  <a:gd name="connsiteY0" fmla="*/ 3 h 159"/>
                  <a:gd name="connsiteX1" fmla="*/ 2882 w 10048"/>
                  <a:gd name="connsiteY1" fmla="*/ 152 h 159"/>
                  <a:gd name="connsiteX2" fmla="*/ 7168 w 10048"/>
                  <a:gd name="connsiteY2" fmla="*/ 3 h 159"/>
                </a:gdLst>
                <a:ahLst/>
                <a:cxnLst>
                  <a:cxn ang="0">
                    <a:pos x="connsiteX0" y="connsiteY0"/>
                  </a:cxn>
                  <a:cxn ang="0">
                    <a:pos x="connsiteX1" y="connsiteY1"/>
                  </a:cxn>
                  <a:cxn ang="0">
                    <a:pos x="connsiteX2" y="connsiteY2"/>
                  </a:cxn>
                </a:cxnLst>
                <a:rect l="l" t="t" r="r" b="b"/>
                <a:pathLst>
                  <a:path w="10048" h="159">
                    <a:moveTo>
                      <a:pt x="7168" y="3"/>
                    </a:moveTo>
                    <a:cubicBezTo>
                      <a:pt x="4094" y="26"/>
                      <a:pt x="-4422" y="198"/>
                      <a:pt x="2882" y="152"/>
                    </a:cubicBezTo>
                    <a:cubicBezTo>
                      <a:pt x="5957" y="141"/>
                      <a:pt x="14466" y="-25"/>
                      <a:pt x="7168" y="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3" name="Freeform: Shape 922">
                <a:extLst>
                  <a:ext uri="{FF2B5EF4-FFF2-40B4-BE49-F238E27FC236}">
                    <a16:creationId xmlns:a16="http://schemas.microsoft.com/office/drawing/2014/main" id="{1308771B-6410-5C5A-894F-BACD189D5B0B}"/>
                  </a:ext>
                </a:extLst>
              </p:cNvPr>
              <p:cNvSpPr/>
              <p:nvPr/>
            </p:nvSpPr>
            <p:spPr>
              <a:xfrm>
                <a:off x="-899418" y="7241213"/>
                <a:ext cx="13866" cy="4492"/>
              </a:xfrm>
              <a:custGeom>
                <a:avLst/>
                <a:gdLst>
                  <a:gd name="connsiteX0" fmla="*/ 10399 w 13866"/>
                  <a:gd name="connsiteY0" fmla="*/ 51 h 4492"/>
                  <a:gd name="connsiteX1" fmla="*/ 3472 w 13866"/>
                  <a:gd name="connsiteY1" fmla="*/ 4441 h 4492"/>
                  <a:gd name="connsiteX2" fmla="*/ 10399 w 13866"/>
                  <a:gd name="connsiteY2" fmla="*/ 51 h 4492"/>
                </a:gdLst>
                <a:ahLst/>
                <a:cxnLst>
                  <a:cxn ang="0">
                    <a:pos x="connsiteX0" y="connsiteY0"/>
                  </a:cxn>
                  <a:cxn ang="0">
                    <a:pos x="connsiteX1" y="connsiteY1"/>
                  </a:cxn>
                  <a:cxn ang="0">
                    <a:pos x="connsiteX2" y="connsiteY2"/>
                  </a:cxn>
                </a:cxnLst>
                <a:rect l="l" t="t" r="r" b="b"/>
                <a:pathLst>
                  <a:path w="13866" h="4492">
                    <a:moveTo>
                      <a:pt x="10399" y="51"/>
                    </a:moveTo>
                    <a:cubicBezTo>
                      <a:pt x="6673" y="-503"/>
                      <a:pt x="-6066" y="3600"/>
                      <a:pt x="3472" y="4441"/>
                    </a:cubicBezTo>
                    <a:cubicBezTo>
                      <a:pt x="7198" y="4995"/>
                      <a:pt x="19926" y="891"/>
                      <a:pt x="10399" y="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4" name="Freeform: Shape 923">
                <a:extLst>
                  <a:ext uri="{FF2B5EF4-FFF2-40B4-BE49-F238E27FC236}">
                    <a16:creationId xmlns:a16="http://schemas.microsoft.com/office/drawing/2014/main" id="{FC7CFC25-952F-D716-666C-E6360B5884A3}"/>
                  </a:ext>
                </a:extLst>
              </p:cNvPr>
              <p:cNvSpPr/>
              <p:nvPr/>
            </p:nvSpPr>
            <p:spPr>
              <a:xfrm>
                <a:off x="-696042" y="7112894"/>
                <a:ext cx="13179" cy="4176"/>
              </a:xfrm>
              <a:custGeom>
                <a:avLst/>
                <a:gdLst>
                  <a:gd name="connsiteX0" fmla="*/ 9620 w 13179"/>
                  <a:gd name="connsiteY0" fmla="*/ 0 h 4176"/>
                  <a:gd name="connsiteX1" fmla="*/ 459 w 13179"/>
                  <a:gd name="connsiteY1" fmla="*/ 2052 h 4176"/>
                  <a:gd name="connsiteX2" fmla="*/ 9620 w 13179"/>
                  <a:gd name="connsiteY2" fmla="*/ 0 h 4176"/>
                </a:gdLst>
                <a:ahLst/>
                <a:cxnLst>
                  <a:cxn ang="0">
                    <a:pos x="connsiteX0" y="connsiteY0"/>
                  </a:cxn>
                  <a:cxn ang="0">
                    <a:pos x="connsiteX1" y="connsiteY1"/>
                  </a:cxn>
                  <a:cxn ang="0">
                    <a:pos x="connsiteX2" y="connsiteY2"/>
                  </a:cxn>
                </a:cxnLst>
                <a:rect l="l" t="t" r="r" b="b"/>
                <a:pathLst>
                  <a:path w="13179" h="4176">
                    <a:moveTo>
                      <a:pt x="9620" y="0"/>
                    </a:moveTo>
                    <a:cubicBezTo>
                      <a:pt x="6345" y="0"/>
                      <a:pt x="2248" y="915"/>
                      <a:pt x="459" y="2052"/>
                    </a:cubicBezTo>
                    <a:cubicBezTo>
                      <a:pt x="-3725" y="7407"/>
                      <a:pt x="22416" y="1081"/>
                      <a:pt x="9620"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5" name="Freeform: Shape 924">
                <a:extLst>
                  <a:ext uri="{FF2B5EF4-FFF2-40B4-BE49-F238E27FC236}">
                    <a16:creationId xmlns:a16="http://schemas.microsoft.com/office/drawing/2014/main" id="{52A2B88C-AE19-BD3C-AFB6-8D52A1A7BB92}"/>
                  </a:ext>
                </a:extLst>
              </p:cNvPr>
              <p:cNvSpPr/>
              <p:nvPr/>
            </p:nvSpPr>
            <p:spPr>
              <a:xfrm>
                <a:off x="-506318" y="6992749"/>
                <a:ext cx="12800" cy="3929"/>
              </a:xfrm>
              <a:custGeom>
                <a:avLst/>
                <a:gdLst>
                  <a:gd name="connsiteX0" fmla="*/ 9434 w 12800"/>
                  <a:gd name="connsiteY0" fmla="*/ 45 h 3929"/>
                  <a:gd name="connsiteX1" fmla="*/ 3370 w 12800"/>
                  <a:gd name="connsiteY1" fmla="*/ 3885 h 3929"/>
                  <a:gd name="connsiteX2" fmla="*/ 9434 w 12800"/>
                  <a:gd name="connsiteY2" fmla="*/ 45 h 3929"/>
                </a:gdLst>
                <a:ahLst/>
                <a:cxnLst>
                  <a:cxn ang="0">
                    <a:pos x="connsiteX0" y="connsiteY0"/>
                  </a:cxn>
                  <a:cxn ang="0">
                    <a:pos x="connsiteX1" y="connsiteY1"/>
                  </a:cxn>
                  <a:cxn ang="0">
                    <a:pos x="connsiteX2" y="connsiteY2"/>
                  </a:cxn>
                </a:cxnLst>
                <a:rect l="l" t="t" r="r" b="b"/>
                <a:pathLst>
                  <a:path w="12800" h="3929">
                    <a:moveTo>
                      <a:pt x="9434" y="45"/>
                    </a:moveTo>
                    <a:cubicBezTo>
                      <a:pt x="5804" y="-442"/>
                      <a:pt x="-5614" y="3182"/>
                      <a:pt x="3370" y="3885"/>
                    </a:cubicBezTo>
                    <a:cubicBezTo>
                      <a:pt x="6993" y="4371"/>
                      <a:pt x="18412" y="753"/>
                      <a:pt x="9434" y="45"/>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6" name="Freeform: Shape 925">
                <a:extLst>
                  <a:ext uri="{FF2B5EF4-FFF2-40B4-BE49-F238E27FC236}">
                    <a16:creationId xmlns:a16="http://schemas.microsoft.com/office/drawing/2014/main" id="{549F2DA7-056F-8410-3F93-AF4BA171D182}"/>
                  </a:ext>
                </a:extLst>
              </p:cNvPr>
              <p:cNvSpPr/>
              <p:nvPr/>
            </p:nvSpPr>
            <p:spPr>
              <a:xfrm>
                <a:off x="668720" y="6621462"/>
                <a:ext cx="9883" cy="4400"/>
              </a:xfrm>
              <a:custGeom>
                <a:avLst/>
                <a:gdLst>
                  <a:gd name="connsiteX0" fmla="*/ 6890 w 9883"/>
                  <a:gd name="connsiteY0" fmla="*/ 28 h 4400"/>
                  <a:gd name="connsiteX1" fmla="*/ 2992 w 9883"/>
                  <a:gd name="connsiteY1" fmla="*/ 4372 h 4400"/>
                  <a:gd name="connsiteX2" fmla="*/ 6890 w 9883"/>
                  <a:gd name="connsiteY2" fmla="*/ 28 h 4400"/>
                </a:gdLst>
                <a:ahLst/>
                <a:cxnLst>
                  <a:cxn ang="0">
                    <a:pos x="connsiteX0" y="connsiteY0"/>
                  </a:cxn>
                  <a:cxn ang="0">
                    <a:pos x="connsiteX1" y="connsiteY1"/>
                  </a:cxn>
                  <a:cxn ang="0">
                    <a:pos x="connsiteX2" y="connsiteY2"/>
                  </a:cxn>
                </a:cxnLst>
                <a:rect l="l" t="t" r="r" b="b"/>
                <a:pathLst>
                  <a:path w="9883" h="4400">
                    <a:moveTo>
                      <a:pt x="6890" y="28"/>
                    </a:moveTo>
                    <a:cubicBezTo>
                      <a:pt x="3312" y="-383"/>
                      <a:pt x="-4168" y="3840"/>
                      <a:pt x="2992" y="4372"/>
                    </a:cubicBezTo>
                    <a:cubicBezTo>
                      <a:pt x="6587" y="4789"/>
                      <a:pt x="14045" y="577"/>
                      <a:pt x="6890" y="28"/>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7" name="Freeform: Shape 926">
                <a:extLst>
                  <a:ext uri="{FF2B5EF4-FFF2-40B4-BE49-F238E27FC236}">
                    <a16:creationId xmlns:a16="http://schemas.microsoft.com/office/drawing/2014/main" id="{FD7EB5BC-757A-E543-1DCE-56E900EE5A4C}"/>
                  </a:ext>
                </a:extLst>
              </p:cNvPr>
              <p:cNvSpPr/>
              <p:nvPr/>
            </p:nvSpPr>
            <p:spPr>
              <a:xfrm>
                <a:off x="1279074" y="6170926"/>
                <a:ext cx="8200" cy="251"/>
              </a:xfrm>
              <a:custGeom>
                <a:avLst/>
                <a:gdLst>
                  <a:gd name="connsiteX0" fmla="*/ 5474 w 8200"/>
                  <a:gd name="connsiteY0" fmla="*/ 251 h 251"/>
                  <a:gd name="connsiteX1" fmla="*/ 34 w 8200"/>
                  <a:gd name="connsiteY1" fmla="*/ 124 h 251"/>
                  <a:gd name="connsiteX2" fmla="*/ 5474 w 8200"/>
                  <a:gd name="connsiteY2" fmla="*/ 251 h 251"/>
                </a:gdLst>
                <a:ahLst/>
                <a:cxnLst>
                  <a:cxn ang="0">
                    <a:pos x="connsiteX0" y="connsiteY0"/>
                  </a:cxn>
                  <a:cxn ang="0">
                    <a:pos x="connsiteX1" y="connsiteY1"/>
                  </a:cxn>
                  <a:cxn ang="0">
                    <a:pos x="connsiteX2" y="connsiteY2"/>
                  </a:cxn>
                </a:cxnLst>
                <a:rect l="l" t="t" r="r" b="b"/>
                <a:pathLst>
                  <a:path w="8200" h="251">
                    <a:moveTo>
                      <a:pt x="5474" y="251"/>
                    </a:moveTo>
                    <a:cubicBezTo>
                      <a:pt x="3280" y="256"/>
                      <a:pt x="845" y="193"/>
                      <a:pt x="34" y="124"/>
                    </a:cubicBezTo>
                    <a:cubicBezTo>
                      <a:pt x="-801" y="-173"/>
                      <a:pt x="14173" y="142"/>
                      <a:pt x="5474" y="25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8" name="Freeform: Shape 927">
                <a:extLst>
                  <a:ext uri="{FF2B5EF4-FFF2-40B4-BE49-F238E27FC236}">
                    <a16:creationId xmlns:a16="http://schemas.microsoft.com/office/drawing/2014/main" id="{48A6E30B-C74D-4038-9F0A-6B1BE213E46F}"/>
                  </a:ext>
                </a:extLst>
              </p:cNvPr>
              <p:cNvSpPr/>
              <p:nvPr/>
            </p:nvSpPr>
            <p:spPr>
              <a:xfrm>
                <a:off x="1450950" y="6268452"/>
                <a:ext cx="7990" cy="2892"/>
              </a:xfrm>
              <a:custGeom>
                <a:avLst/>
                <a:gdLst>
                  <a:gd name="connsiteX0" fmla="*/ 5363 w 7990"/>
                  <a:gd name="connsiteY0" fmla="*/ 2663 h 2892"/>
                  <a:gd name="connsiteX1" fmla="*/ 2631 w 7990"/>
                  <a:gd name="connsiteY1" fmla="*/ 228 h 2892"/>
                  <a:gd name="connsiteX2" fmla="*/ 5363 w 7990"/>
                  <a:gd name="connsiteY2" fmla="*/ 2663 h 2892"/>
                </a:gdLst>
                <a:ahLst/>
                <a:cxnLst>
                  <a:cxn ang="0">
                    <a:pos x="connsiteX0" y="connsiteY0"/>
                  </a:cxn>
                  <a:cxn ang="0">
                    <a:pos x="connsiteX1" y="connsiteY1"/>
                  </a:cxn>
                  <a:cxn ang="0">
                    <a:pos x="connsiteX2" y="connsiteY2"/>
                  </a:cxn>
                </a:cxnLst>
                <a:rect l="l" t="t" r="r" b="b"/>
                <a:pathLst>
                  <a:path w="7990" h="2892">
                    <a:moveTo>
                      <a:pt x="5363" y="2663"/>
                    </a:moveTo>
                    <a:cubicBezTo>
                      <a:pt x="1986" y="3565"/>
                      <a:pt x="-3192" y="1606"/>
                      <a:pt x="2631" y="228"/>
                    </a:cubicBezTo>
                    <a:cubicBezTo>
                      <a:pt x="6015" y="-664"/>
                      <a:pt x="11175" y="1251"/>
                      <a:pt x="5363" y="266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29" name="Freeform: Shape 928">
                <a:extLst>
                  <a:ext uri="{FF2B5EF4-FFF2-40B4-BE49-F238E27FC236}">
                    <a16:creationId xmlns:a16="http://schemas.microsoft.com/office/drawing/2014/main" id="{E5255DE3-2ABD-174F-D3B7-3AFA47B7B36D}"/>
                  </a:ext>
                </a:extLst>
              </p:cNvPr>
              <p:cNvSpPr/>
              <p:nvPr/>
            </p:nvSpPr>
            <p:spPr>
              <a:xfrm>
                <a:off x="1366515" y="6202904"/>
                <a:ext cx="8173" cy="1937"/>
              </a:xfrm>
              <a:custGeom>
                <a:avLst/>
                <a:gdLst>
                  <a:gd name="connsiteX0" fmla="*/ 5507 w 8173"/>
                  <a:gd name="connsiteY0" fmla="*/ 1859 h 1937"/>
                  <a:gd name="connsiteX1" fmla="*/ 2667 w 8173"/>
                  <a:gd name="connsiteY1" fmla="*/ 76 h 1937"/>
                  <a:gd name="connsiteX2" fmla="*/ 5507 w 8173"/>
                  <a:gd name="connsiteY2" fmla="*/ 1859 h 1937"/>
                </a:gdLst>
                <a:ahLst/>
                <a:cxnLst>
                  <a:cxn ang="0">
                    <a:pos x="connsiteX0" y="connsiteY0"/>
                  </a:cxn>
                  <a:cxn ang="0">
                    <a:pos x="connsiteX1" y="connsiteY1"/>
                  </a:cxn>
                  <a:cxn ang="0">
                    <a:pos x="connsiteX2" y="connsiteY2"/>
                  </a:cxn>
                </a:cxnLst>
                <a:rect l="l" t="t" r="r" b="b"/>
                <a:pathLst>
                  <a:path w="8173" h="1937">
                    <a:moveTo>
                      <a:pt x="5507" y="1859"/>
                    </a:moveTo>
                    <a:cubicBezTo>
                      <a:pt x="2450" y="2299"/>
                      <a:pt x="-3448" y="767"/>
                      <a:pt x="2667" y="76"/>
                    </a:cubicBezTo>
                    <a:cubicBezTo>
                      <a:pt x="5730" y="-352"/>
                      <a:pt x="11617" y="1139"/>
                      <a:pt x="5507" y="185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0" name="Freeform: Shape 929">
                <a:extLst>
                  <a:ext uri="{FF2B5EF4-FFF2-40B4-BE49-F238E27FC236}">
                    <a16:creationId xmlns:a16="http://schemas.microsoft.com/office/drawing/2014/main" id="{04666E22-8BF1-D621-0615-627627E42859}"/>
                  </a:ext>
                </a:extLst>
              </p:cNvPr>
              <p:cNvSpPr/>
              <p:nvPr/>
            </p:nvSpPr>
            <p:spPr>
              <a:xfrm>
                <a:off x="1532018" y="6340672"/>
                <a:ext cx="7797" cy="3210"/>
              </a:xfrm>
              <a:custGeom>
                <a:avLst/>
                <a:gdLst>
                  <a:gd name="connsiteX0" fmla="*/ 5208 w 7797"/>
                  <a:gd name="connsiteY0" fmla="*/ 2704 h 3210"/>
                  <a:gd name="connsiteX1" fmla="*/ 2590 w 7797"/>
                  <a:gd name="connsiteY1" fmla="*/ 503 h 3210"/>
                  <a:gd name="connsiteX2" fmla="*/ 5208 w 7797"/>
                  <a:gd name="connsiteY2" fmla="*/ 2704 h 3210"/>
                </a:gdLst>
                <a:ahLst/>
                <a:cxnLst>
                  <a:cxn ang="0">
                    <a:pos x="connsiteX0" y="connsiteY0"/>
                  </a:cxn>
                  <a:cxn ang="0">
                    <a:pos x="connsiteX1" y="connsiteY1"/>
                  </a:cxn>
                  <a:cxn ang="0">
                    <a:pos x="connsiteX2" y="connsiteY2"/>
                  </a:cxn>
                </a:cxnLst>
                <a:rect l="l" t="t" r="r" b="b"/>
                <a:pathLst>
                  <a:path w="7797" h="3210">
                    <a:moveTo>
                      <a:pt x="5208" y="2704"/>
                    </a:moveTo>
                    <a:cubicBezTo>
                      <a:pt x="1665" y="4058"/>
                      <a:pt x="-2993" y="2486"/>
                      <a:pt x="2590" y="503"/>
                    </a:cubicBezTo>
                    <a:cubicBezTo>
                      <a:pt x="6139" y="-834"/>
                      <a:pt x="10786" y="697"/>
                      <a:pt x="5208" y="270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1" name="Freeform: Shape 930">
                <a:extLst>
                  <a:ext uri="{FF2B5EF4-FFF2-40B4-BE49-F238E27FC236}">
                    <a16:creationId xmlns:a16="http://schemas.microsoft.com/office/drawing/2014/main" id="{392CE102-C029-0AE2-6F85-0A0FFA4C0FB3}"/>
                  </a:ext>
                </a:extLst>
              </p:cNvPr>
              <p:cNvSpPr/>
              <p:nvPr/>
            </p:nvSpPr>
            <p:spPr>
              <a:xfrm>
                <a:off x="1609639" y="6392642"/>
                <a:ext cx="7612" cy="3109"/>
              </a:xfrm>
              <a:custGeom>
                <a:avLst/>
                <a:gdLst>
                  <a:gd name="connsiteX0" fmla="*/ 4951 w 7612"/>
                  <a:gd name="connsiteY0" fmla="*/ 2076 h 3109"/>
                  <a:gd name="connsiteX1" fmla="*/ 65 w 7612"/>
                  <a:gd name="connsiteY1" fmla="*/ 3013 h 3109"/>
                  <a:gd name="connsiteX2" fmla="*/ 4951 w 7612"/>
                  <a:gd name="connsiteY2" fmla="*/ 2076 h 3109"/>
                </a:gdLst>
                <a:ahLst/>
                <a:cxnLst>
                  <a:cxn ang="0">
                    <a:pos x="connsiteX0" y="connsiteY0"/>
                  </a:cxn>
                  <a:cxn ang="0">
                    <a:pos x="connsiteX1" y="connsiteY1"/>
                  </a:cxn>
                  <a:cxn ang="0">
                    <a:pos x="connsiteX2" y="connsiteY2"/>
                  </a:cxn>
                </a:cxnLst>
                <a:rect l="l" t="t" r="r" b="b"/>
                <a:pathLst>
                  <a:path w="7612" h="3109">
                    <a:moveTo>
                      <a:pt x="4951" y="2076"/>
                    </a:moveTo>
                    <a:cubicBezTo>
                      <a:pt x="2939" y="2893"/>
                      <a:pt x="751" y="3311"/>
                      <a:pt x="65" y="3013"/>
                    </a:cubicBezTo>
                    <a:cubicBezTo>
                      <a:pt x="-1078" y="739"/>
                      <a:pt x="13404" y="-1959"/>
                      <a:pt x="4951" y="207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2" name="Freeform: Shape 931">
                <a:extLst>
                  <a:ext uri="{FF2B5EF4-FFF2-40B4-BE49-F238E27FC236}">
                    <a16:creationId xmlns:a16="http://schemas.microsoft.com/office/drawing/2014/main" id="{02278487-0E80-BCEA-DE44-C5C0C3F3424B}"/>
                  </a:ext>
                </a:extLst>
              </p:cNvPr>
              <p:cNvSpPr/>
              <p:nvPr/>
            </p:nvSpPr>
            <p:spPr>
              <a:xfrm>
                <a:off x="1188399" y="6198195"/>
                <a:ext cx="8561" cy="1964"/>
              </a:xfrm>
              <a:custGeom>
                <a:avLst/>
                <a:gdLst>
                  <a:gd name="connsiteX0" fmla="*/ 5795 w 8561"/>
                  <a:gd name="connsiteY0" fmla="*/ 19 h 1964"/>
                  <a:gd name="connsiteX1" fmla="*/ 2772 w 8561"/>
                  <a:gd name="connsiteY1" fmla="*/ 1946 h 1964"/>
                  <a:gd name="connsiteX2" fmla="*/ 5795 w 8561"/>
                  <a:gd name="connsiteY2" fmla="*/ 19 h 1964"/>
                </a:gdLst>
                <a:ahLst/>
                <a:cxnLst>
                  <a:cxn ang="0">
                    <a:pos x="connsiteX0" y="connsiteY0"/>
                  </a:cxn>
                  <a:cxn ang="0">
                    <a:pos x="connsiteX1" y="connsiteY1"/>
                  </a:cxn>
                  <a:cxn ang="0">
                    <a:pos x="connsiteX2" y="connsiteY2"/>
                  </a:cxn>
                </a:cxnLst>
                <a:rect l="l" t="t" r="r" b="b"/>
                <a:pathLst>
                  <a:path w="8561" h="1964">
                    <a:moveTo>
                      <a:pt x="5795" y="19"/>
                    </a:moveTo>
                    <a:cubicBezTo>
                      <a:pt x="2721" y="-209"/>
                      <a:pt x="-3669" y="1659"/>
                      <a:pt x="2772" y="1946"/>
                    </a:cubicBezTo>
                    <a:cubicBezTo>
                      <a:pt x="5841" y="2174"/>
                      <a:pt x="12225" y="305"/>
                      <a:pt x="5795" y="1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3" name="Freeform: Shape 932">
                <a:extLst>
                  <a:ext uri="{FF2B5EF4-FFF2-40B4-BE49-F238E27FC236}">
                    <a16:creationId xmlns:a16="http://schemas.microsoft.com/office/drawing/2014/main" id="{FEFB9A51-70D8-3881-2142-D37C3C084C04}"/>
                  </a:ext>
                </a:extLst>
              </p:cNvPr>
              <p:cNvSpPr/>
              <p:nvPr/>
            </p:nvSpPr>
            <p:spPr>
              <a:xfrm>
                <a:off x="893345" y="6385952"/>
                <a:ext cx="9245" cy="2271"/>
              </a:xfrm>
              <a:custGeom>
                <a:avLst/>
                <a:gdLst>
                  <a:gd name="connsiteX0" fmla="*/ 6213 w 9245"/>
                  <a:gd name="connsiteY0" fmla="*/ 0 h 2271"/>
                  <a:gd name="connsiteX1" fmla="*/ 98 w 9245"/>
                  <a:gd name="connsiteY1" fmla="*/ 1109 h 2271"/>
                  <a:gd name="connsiteX2" fmla="*/ 6213 w 9245"/>
                  <a:gd name="connsiteY2" fmla="*/ 0 h 2271"/>
                </a:gdLst>
                <a:ahLst/>
                <a:cxnLst>
                  <a:cxn ang="0">
                    <a:pos x="connsiteX0" y="connsiteY0"/>
                  </a:cxn>
                  <a:cxn ang="0">
                    <a:pos x="connsiteX1" y="connsiteY1"/>
                  </a:cxn>
                  <a:cxn ang="0">
                    <a:pos x="connsiteX2" y="connsiteY2"/>
                  </a:cxn>
                </a:cxnLst>
                <a:rect l="l" t="t" r="r" b="b"/>
                <a:pathLst>
                  <a:path w="9245" h="2271">
                    <a:moveTo>
                      <a:pt x="6213" y="0"/>
                    </a:moveTo>
                    <a:cubicBezTo>
                      <a:pt x="3795" y="0"/>
                      <a:pt x="1063" y="497"/>
                      <a:pt x="98" y="1109"/>
                    </a:cubicBezTo>
                    <a:cubicBezTo>
                      <a:pt x="-1451" y="4058"/>
                      <a:pt x="16088" y="532"/>
                      <a:pt x="6213"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4" name="Freeform: Shape 933">
                <a:extLst>
                  <a:ext uri="{FF2B5EF4-FFF2-40B4-BE49-F238E27FC236}">
                    <a16:creationId xmlns:a16="http://schemas.microsoft.com/office/drawing/2014/main" id="{DD649235-4B2C-1B12-CEF4-E0C12116EBFB}"/>
                  </a:ext>
                </a:extLst>
              </p:cNvPr>
              <p:cNvSpPr/>
              <p:nvPr/>
            </p:nvSpPr>
            <p:spPr>
              <a:xfrm>
                <a:off x="783971" y="6476359"/>
                <a:ext cx="9627" cy="4534"/>
              </a:xfrm>
              <a:custGeom>
                <a:avLst/>
                <a:gdLst>
                  <a:gd name="connsiteX0" fmla="*/ 6670 w 9627"/>
                  <a:gd name="connsiteY0" fmla="*/ 33 h 4534"/>
                  <a:gd name="connsiteX1" fmla="*/ 2961 w 9627"/>
                  <a:gd name="connsiteY1" fmla="*/ 4502 h 4534"/>
                  <a:gd name="connsiteX2" fmla="*/ 6670 w 9627"/>
                  <a:gd name="connsiteY2" fmla="*/ 33 h 4534"/>
                </a:gdLst>
                <a:ahLst/>
                <a:cxnLst>
                  <a:cxn ang="0">
                    <a:pos x="connsiteX0" y="connsiteY0"/>
                  </a:cxn>
                  <a:cxn ang="0">
                    <a:pos x="connsiteX1" y="connsiteY1"/>
                  </a:cxn>
                  <a:cxn ang="0">
                    <a:pos x="connsiteX2" y="connsiteY2"/>
                  </a:cxn>
                </a:cxnLst>
                <a:rect l="l" t="t" r="r" b="b"/>
                <a:pathLst>
                  <a:path w="9627" h="4534">
                    <a:moveTo>
                      <a:pt x="6670" y="33"/>
                    </a:moveTo>
                    <a:cubicBezTo>
                      <a:pt x="3041" y="-419"/>
                      <a:pt x="-4011" y="3902"/>
                      <a:pt x="2961" y="4502"/>
                    </a:cubicBezTo>
                    <a:cubicBezTo>
                      <a:pt x="6573" y="4948"/>
                      <a:pt x="13642" y="616"/>
                      <a:pt x="6670" y="33"/>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5" name="Freeform: Shape 934">
                <a:extLst>
                  <a:ext uri="{FF2B5EF4-FFF2-40B4-BE49-F238E27FC236}">
                    <a16:creationId xmlns:a16="http://schemas.microsoft.com/office/drawing/2014/main" id="{DAE12E43-C698-CB65-8DF5-334F7F622816}"/>
                  </a:ext>
                </a:extLst>
              </p:cNvPr>
              <p:cNvSpPr/>
              <p:nvPr/>
            </p:nvSpPr>
            <p:spPr>
              <a:xfrm>
                <a:off x="548359" y="6706672"/>
                <a:ext cx="9988" cy="1524"/>
              </a:xfrm>
              <a:custGeom>
                <a:avLst/>
                <a:gdLst>
                  <a:gd name="connsiteX0" fmla="*/ 6824 w 9988"/>
                  <a:gd name="connsiteY0" fmla="*/ 0 h 1524"/>
                  <a:gd name="connsiteX1" fmla="*/ 98 w 9988"/>
                  <a:gd name="connsiteY1" fmla="*/ 817 h 1524"/>
                  <a:gd name="connsiteX2" fmla="*/ 6824 w 9988"/>
                  <a:gd name="connsiteY2" fmla="*/ 0 h 1524"/>
                </a:gdLst>
                <a:ahLst/>
                <a:cxnLst>
                  <a:cxn ang="0">
                    <a:pos x="connsiteX0" y="connsiteY0"/>
                  </a:cxn>
                  <a:cxn ang="0">
                    <a:pos x="connsiteX1" y="connsiteY1"/>
                  </a:cxn>
                  <a:cxn ang="0">
                    <a:pos x="connsiteX2" y="connsiteY2"/>
                  </a:cxn>
                </a:cxnLst>
                <a:rect l="l" t="t" r="r" b="b"/>
                <a:pathLst>
                  <a:path w="9988" h="1524">
                    <a:moveTo>
                      <a:pt x="6824" y="0"/>
                    </a:moveTo>
                    <a:cubicBezTo>
                      <a:pt x="4230" y="29"/>
                      <a:pt x="1224" y="400"/>
                      <a:pt x="98" y="817"/>
                    </a:cubicBezTo>
                    <a:cubicBezTo>
                      <a:pt x="-1502" y="2691"/>
                      <a:pt x="17231" y="280"/>
                      <a:pt x="6824"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6" name="Freeform: Shape 935">
                <a:extLst>
                  <a:ext uri="{FF2B5EF4-FFF2-40B4-BE49-F238E27FC236}">
                    <a16:creationId xmlns:a16="http://schemas.microsoft.com/office/drawing/2014/main" id="{375A8778-9734-3FE6-D9E8-C53255DB3CB0}"/>
                  </a:ext>
                </a:extLst>
              </p:cNvPr>
              <p:cNvSpPr/>
              <p:nvPr/>
            </p:nvSpPr>
            <p:spPr>
              <a:xfrm>
                <a:off x="996252" y="6320397"/>
                <a:ext cx="9039" cy="2157"/>
              </a:xfrm>
              <a:custGeom>
                <a:avLst/>
                <a:gdLst>
                  <a:gd name="connsiteX0" fmla="*/ 6181 w 9039"/>
                  <a:gd name="connsiteY0" fmla="*/ 21 h 2157"/>
                  <a:gd name="connsiteX1" fmla="*/ 2860 w 9039"/>
                  <a:gd name="connsiteY1" fmla="*/ 2136 h 2157"/>
                  <a:gd name="connsiteX2" fmla="*/ 6181 w 9039"/>
                  <a:gd name="connsiteY2" fmla="*/ 21 h 2157"/>
                </a:gdLst>
                <a:ahLst/>
                <a:cxnLst>
                  <a:cxn ang="0">
                    <a:pos x="connsiteX0" y="connsiteY0"/>
                  </a:cxn>
                  <a:cxn ang="0">
                    <a:pos x="connsiteX1" y="connsiteY1"/>
                  </a:cxn>
                  <a:cxn ang="0">
                    <a:pos x="connsiteX2" y="connsiteY2"/>
                  </a:cxn>
                </a:cxnLst>
                <a:rect l="l" t="t" r="r" b="b"/>
                <a:pathLst>
                  <a:path w="9039" h="2157">
                    <a:moveTo>
                      <a:pt x="6181" y="21"/>
                    </a:moveTo>
                    <a:cubicBezTo>
                      <a:pt x="3020" y="-230"/>
                      <a:pt x="-3895" y="1810"/>
                      <a:pt x="2860" y="2136"/>
                    </a:cubicBezTo>
                    <a:cubicBezTo>
                      <a:pt x="6027" y="2387"/>
                      <a:pt x="12930" y="341"/>
                      <a:pt x="6181" y="21"/>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7" name="Freeform: Shape 936">
                <a:extLst>
                  <a:ext uri="{FF2B5EF4-FFF2-40B4-BE49-F238E27FC236}">
                    <a16:creationId xmlns:a16="http://schemas.microsoft.com/office/drawing/2014/main" id="{0E04697D-4C96-5E87-9C71-B907A809278F}"/>
                  </a:ext>
                </a:extLst>
              </p:cNvPr>
              <p:cNvSpPr/>
              <p:nvPr/>
            </p:nvSpPr>
            <p:spPr>
              <a:xfrm>
                <a:off x="1094543" y="6257893"/>
                <a:ext cx="8797" cy="2057"/>
              </a:xfrm>
              <a:custGeom>
                <a:avLst/>
                <a:gdLst>
                  <a:gd name="connsiteX0" fmla="*/ 5983 w 8797"/>
                  <a:gd name="connsiteY0" fmla="*/ 20 h 2057"/>
                  <a:gd name="connsiteX1" fmla="*/ 2817 w 8797"/>
                  <a:gd name="connsiteY1" fmla="*/ 2037 h 2057"/>
                  <a:gd name="connsiteX2" fmla="*/ 5983 w 8797"/>
                  <a:gd name="connsiteY2" fmla="*/ 20 h 2057"/>
                </a:gdLst>
                <a:ahLst/>
                <a:cxnLst>
                  <a:cxn ang="0">
                    <a:pos x="connsiteX0" y="connsiteY0"/>
                  </a:cxn>
                  <a:cxn ang="0">
                    <a:pos x="connsiteX1" y="connsiteY1"/>
                  </a:cxn>
                  <a:cxn ang="0">
                    <a:pos x="connsiteX2" y="connsiteY2"/>
                  </a:cxn>
                </a:cxnLst>
                <a:rect l="l" t="t" r="r" b="b"/>
                <a:pathLst>
                  <a:path w="8797" h="2057">
                    <a:moveTo>
                      <a:pt x="5983" y="20"/>
                    </a:moveTo>
                    <a:cubicBezTo>
                      <a:pt x="2862" y="-220"/>
                      <a:pt x="-3778" y="1729"/>
                      <a:pt x="2817" y="2037"/>
                    </a:cubicBezTo>
                    <a:cubicBezTo>
                      <a:pt x="5937" y="2277"/>
                      <a:pt x="12572" y="329"/>
                      <a:pt x="5983" y="2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sp>
            <p:nvSpPr>
              <p:cNvPr id="938" name="Freeform: Shape 937">
                <a:extLst>
                  <a:ext uri="{FF2B5EF4-FFF2-40B4-BE49-F238E27FC236}">
                    <a16:creationId xmlns:a16="http://schemas.microsoft.com/office/drawing/2014/main" id="{C612396A-54FE-9A9C-E936-DC66E5B6FB3C}"/>
                  </a:ext>
                </a:extLst>
              </p:cNvPr>
              <p:cNvSpPr/>
              <p:nvPr/>
            </p:nvSpPr>
            <p:spPr>
              <a:xfrm>
                <a:off x="-1350054" y="7526146"/>
                <a:ext cx="14763" cy="5156"/>
              </a:xfrm>
              <a:custGeom>
                <a:avLst/>
                <a:gdLst>
                  <a:gd name="connsiteX0" fmla="*/ 11447 w 14763"/>
                  <a:gd name="connsiteY0" fmla="*/ 0 h 5156"/>
                  <a:gd name="connsiteX1" fmla="*/ 0 w 14763"/>
                  <a:gd name="connsiteY1" fmla="*/ 4303 h 5156"/>
                  <a:gd name="connsiteX2" fmla="*/ 11447 w 14763"/>
                  <a:gd name="connsiteY2" fmla="*/ 0 h 5156"/>
                </a:gdLst>
                <a:ahLst/>
                <a:cxnLst>
                  <a:cxn ang="0">
                    <a:pos x="connsiteX0" y="connsiteY0"/>
                  </a:cxn>
                  <a:cxn ang="0">
                    <a:pos x="connsiteX1" y="connsiteY1"/>
                  </a:cxn>
                  <a:cxn ang="0">
                    <a:pos x="connsiteX2" y="connsiteY2"/>
                  </a:cxn>
                </a:cxnLst>
                <a:rect l="l" t="t" r="r" b="b"/>
                <a:pathLst>
                  <a:path w="14763" h="5156">
                    <a:moveTo>
                      <a:pt x="11447" y="0"/>
                    </a:moveTo>
                    <a:cubicBezTo>
                      <a:pt x="8441" y="240"/>
                      <a:pt x="-29" y="766"/>
                      <a:pt x="0" y="4303"/>
                    </a:cubicBezTo>
                    <a:cubicBezTo>
                      <a:pt x="2743" y="7355"/>
                      <a:pt x="22460" y="1343"/>
                      <a:pt x="11447" y="0"/>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Times New Roman"/>
                  <a:ea typeface="+mn-ea"/>
                  <a:cs typeface="+mn-cs"/>
                </a:endParaRPr>
              </a:p>
            </p:txBody>
          </p:sp>
        </p:grpSp>
      </p:grpSp>
      <p:pic>
        <p:nvPicPr>
          <p:cNvPr id="2" name="!!icon 2" descr="FaCheckCircle icon"/>
          <p:cNvPicPr>
            <a:picLocks noChangeAspect="1"/>
          </p:cNvPicPr>
          <p:nvPr/>
        </p:nvPicPr>
        <p:blipFill>
          <a:blip r:embed="rId3"/>
          <a:stretch>
            <a:fillRect/>
          </a:stretch>
        </p:blipFill>
        <p:spPr>
          <a:xfrm>
            <a:off x="192024" y="182880"/>
            <a:ext cx="640080" cy="640080"/>
          </a:xfrm>
          <a:prstGeom prst="rect">
            <a:avLst/>
          </a:prstGeom>
        </p:spPr>
      </p:pic>
      <p:sp>
        <p:nvSpPr>
          <p:cNvPr id="3" name="!!title"/>
          <p:cNvSpPr txBox="1"/>
          <p:nvPr/>
        </p:nvSpPr>
        <p:spPr>
          <a:xfrm>
            <a:off x="1097280" y="146304"/>
            <a:ext cx="10881360" cy="822960"/>
          </a:xfrm>
          <a:prstGeom prst="rect">
            <a:avLst/>
          </a:prstGeom>
          <a:noFill/>
        </p:spPr>
        <p:txBody>
          <a:bodyPr wrap="square" lIns="45720" tIns="27432" rIns="45720" bIns="27432" anchor="ctr">
            <a:noAutofit/>
          </a:bodyPr>
          <a:lstStyle/>
          <a:p>
            <a:pPr algn="l">
              <a:spcAft>
                <a:spcPts val="400"/>
              </a:spcAft>
              <a:buNone/>
            </a:pPr>
            <a:r>
              <a:rPr lang="en-IN" sz="3000" b="1" i="0" dirty="0">
                <a:solidFill>
                  <a:srgbClr val="FFFFFF"/>
                </a:solidFill>
                <a:latin typeface="Times New Roman"/>
                <a:cs typeface="Times New Roman"/>
              </a:rPr>
              <a:t>Conclusion</a:t>
            </a:r>
          </a:p>
        </p:txBody>
      </p:sp>
      <p:sp>
        <p:nvSpPr>
          <p:cNvPr id="4" name="Rounded Rectangle 4"/>
          <p:cNvSpPr/>
          <p:nvPr/>
        </p:nvSpPr>
        <p:spPr>
          <a:xfrm>
            <a:off x="548640" y="1188720"/>
            <a:ext cx="1109167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5" name="Oval 5"/>
          <p:cNvSpPr/>
          <p:nvPr/>
        </p:nvSpPr>
        <p:spPr>
          <a:xfrm>
            <a:off x="685800" y="133368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6" name="Picture 6" descr="FaBolt icon"/>
          <p:cNvPicPr>
            <a:picLocks noChangeAspect="1"/>
          </p:cNvPicPr>
          <p:nvPr/>
        </p:nvPicPr>
        <p:blipFill>
          <a:blip r:embed="rId4"/>
          <a:stretch>
            <a:fillRect/>
          </a:stretch>
        </p:blipFill>
        <p:spPr>
          <a:xfrm>
            <a:off x="839419" y="1487299"/>
            <a:ext cx="332841" cy="332841"/>
          </a:xfrm>
          <a:prstGeom prst="rect">
            <a:avLst/>
          </a:prstGeom>
        </p:spPr>
      </p:pic>
      <p:sp>
        <p:nvSpPr>
          <p:cNvPr id="7" name="TextBox 7"/>
          <p:cNvSpPr txBox="1"/>
          <p:nvPr/>
        </p:nvSpPr>
        <p:spPr>
          <a:xfrm>
            <a:off x="1463040" y="1188720"/>
            <a:ext cx="10091672" cy="930000"/>
          </a:xfrm>
          <a:prstGeom prst="rect">
            <a:avLst/>
          </a:prstGeom>
          <a:noFill/>
        </p:spPr>
        <p:txBody>
          <a:bodyPr wrap="square" lIns="45720" tIns="27432" rIns="45720" bIns="27432" anchor="ctr">
            <a:noAutofit/>
          </a:bodyPr>
          <a:lstStyle/>
          <a:p>
            <a:pPr algn="l">
              <a:spcAft>
                <a:spcPts val="200"/>
              </a:spcAft>
              <a:buNone/>
            </a:pPr>
            <a:r>
              <a:rPr lang="en-IN" sz="1600" b="1" i="0" dirty="0">
                <a:solidFill>
                  <a:srgbClr val="B9A5FF"/>
                </a:solidFill>
                <a:latin typeface="Times New Roman"/>
                <a:cs typeface="Times New Roman"/>
              </a:rPr>
              <a:t>Overview</a:t>
            </a:r>
          </a:p>
          <a:p>
            <a:pPr algn="l">
              <a:spcAft>
                <a:spcPts val="0"/>
              </a:spcAft>
              <a:buNone/>
            </a:pPr>
            <a:r>
              <a:rPr lang="en-IN" sz="1900" b="0" i="0" dirty="0">
                <a:solidFill>
                  <a:srgbClr val="FFFFFF"/>
                </a:solidFill>
                <a:latin typeface="Times New Roman"/>
                <a:cs typeface="Times New Roman"/>
              </a:rPr>
              <a:t>Emerging trends are making financial services faster and more technology-driven.</a:t>
            </a:r>
          </a:p>
        </p:txBody>
      </p:sp>
      <p:sp>
        <p:nvSpPr>
          <p:cNvPr id="8" name="Rounded Rectangle 8"/>
          <p:cNvSpPr/>
          <p:nvPr/>
        </p:nvSpPr>
        <p:spPr>
          <a:xfrm>
            <a:off x="548640" y="2224950"/>
            <a:ext cx="1109167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9" name="Oval 9"/>
          <p:cNvSpPr/>
          <p:nvPr/>
        </p:nvSpPr>
        <p:spPr>
          <a:xfrm>
            <a:off x="685800" y="236991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0" name="Picture 10" descr="FaMobileAlt icon"/>
          <p:cNvPicPr>
            <a:picLocks noChangeAspect="1"/>
          </p:cNvPicPr>
          <p:nvPr/>
        </p:nvPicPr>
        <p:blipFill>
          <a:blip r:embed="rId5"/>
          <a:stretch>
            <a:fillRect/>
          </a:stretch>
        </p:blipFill>
        <p:spPr>
          <a:xfrm>
            <a:off x="839419" y="2523529"/>
            <a:ext cx="332841" cy="332841"/>
          </a:xfrm>
          <a:prstGeom prst="rect">
            <a:avLst/>
          </a:prstGeom>
        </p:spPr>
      </p:pic>
      <p:sp>
        <p:nvSpPr>
          <p:cNvPr id="11" name="TextBox 11"/>
          <p:cNvSpPr txBox="1"/>
          <p:nvPr/>
        </p:nvSpPr>
        <p:spPr>
          <a:xfrm>
            <a:off x="1463040" y="2224950"/>
            <a:ext cx="10091672" cy="930000"/>
          </a:xfrm>
          <a:prstGeom prst="rect">
            <a:avLst/>
          </a:prstGeom>
          <a:noFill/>
        </p:spPr>
        <p:txBody>
          <a:bodyPr wrap="square" lIns="45720" tIns="27432" rIns="45720" bIns="27432" anchor="ctr">
            <a:noAutofit/>
          </a:bodyPr>
          <a:lstStyle/>
          <a:p>
            <a:pPr algn="l">
              <a:spcAft>
                <a:spcPts val="200"/>
              </a:spcAft>
              <a:buNone/>
            </a:pPr>
            <a:r>
              <a:rPr lang="en-IN" sz="1600" b="1" i="0" dirty="0">
                <a:solidFill>
                  <a:srgbClr val="B9A5FF"/>
                </a:solidFill>
                <a:latin typeface="Times New Roman"/>
                <a:cs typeface="Times New Roman"/>
              </a:rPr>
              <a:t>Digital banking</a:t>
            </a:r>
          </a:p>
          <a:p>
            <a:pPr algn="l">
              <a:spcAft>
                <a:spcPts val="0"/>
              </a:spcAft>
              <a:buNone/>
            </a:pPr>
            <a:r>
              <a:rPr lang="en-IN" sz="1900" b="0" i="0" dirty="0">
                <a:solidFill>
                  <a:srgbClr val="FFFFFF"/>
                </a:solidFill>
                <a:latin typeface="Times New Roman"/>
                <a:cs typeface="Times New Roman"/>
              </a:rPr>
              <a:t>Digital banking improves convenience and transaction efficiency.</a:t>
            </a:r>
          </a:p>
        </p:txBody>
      </p:sp>
      <p:sp>
        <p:nvSpPr>
          <p:cNvPr id="12" name="Rounded Rectangle 12"/>
          <p:cNvSpPr/>
          <p:nvPr/>
        </p:nvSpPr>
        <p:spPr>
          <a:xfrm>
            <a:off x="548640" y="3261180"/>
            <a:ext cx="1109167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3" name="Oval 13"/>
          <p:cNvSpPr/>
          <p:nvPr/>
        </p:nvSpPr>
        <p:spPr>
          <a:xfrm>
            <a:off x="685800" y="340614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4" name="Picture 14" descr="FaUsers icon"/>
          <p:cNvPicPr>
            <a:picLocks noChangeAspect="1"/>
          </p:cNvPicPr>
          <p:nvPr/>
        </p:nvPicPr>
        <p:blipFill>
          <a:blip r:embed="rId6"/>
          <a:stretch>
            <a:fillRect/>
          </a:stretch>
        </p:blipFill>
        <p:spPr>
          <a:xfrm>
            <a:off x="839419" y="3559759"/>
            <a:ext cx="332841" cy="332841"/>
          </a:xfrm>
          <a:prstGeom prst="rect">
            <a:avLst/>
          </a:prstGeom>
        </p:spPr>
      </p:pic>
      <p:sp>
        <p:nvSpPr>
          <p:cNvPr id="15" name="TextBox 15"/>
          <p:cNvSpPr txBox="1"/>
          <p:nvPr/>
        </p:nvSpPr>
        <p:spPr>
          <a:xfrm>
            <a:off x="1463040" y="3261180"/>
            <a:ext cx="10091672" cy="930000"/>
          </a:xfrm>
          <a:prstGeom prst="rect">
            <a:avLst/>
          </a:prstGeom>
          <a:noFill/>
        </p:spPr>
        <p:txBody>
          <a:bodyPr wrap="square" lIns="45720" tIns="27432" rIns="45720" bIns="27432" anchor="ctr">
            <a:noAutofit/>
          </a:bodyPr>
          <a:lstStyle/>
          <a:p>
            <a:pPr algn="l">
              <a:spcAft>
                <a:spcPts val="200"/>
              </a:spcAft>
              <a:buNone/>
            </a:pPr>
            <a:r>
              <a:rPr lang="en-IN" sz="1600" b="1" i="0" dirty="0">
                <a:solidFill>
                  <a:srgbClr val="B9A5FF"/>
                </a:solidFill>
                <a:latin typeface="Times New Roman"/>
                <a:cs typeface="Times New Roman"/>
              </a:rPr>
              <a:t>Financial inclusion</a:t>
            </a:r>
          </a:p>
          <a:p>
            <a:pPr algn="l">
              <a:spcAft>
                <a:spcPts val="0"/>
              </a:spcAft>
              <a:buNone/>
            </a:pPr>
            <a:r>
              <a:rPr lang="en-IN" sz="1900" b="0" i="0" dirty="0">
                <a:solidFill>
                  <a:srgbClr val="FFFFFF"/>
                </a:solidFill>
                <a:latin typeface="Times New Roman"/>
                <a:cs typeface="Times New Roman"/>
              </a:rPr>
              <a:t>Financial inclusion expands access to formal financial services.</a:t>
            </a:r>
          </a:p>
        </p:txBody>
      </p:sp>
      <p:sp>
        <p:nvSpPr>
          <p:cNvPr id="16" name="Rounded Rectangle 16"/>
          <p:cNvSpPr/>
          <p:nvPr/>
        </p:nvSpPr>
        <p:spPr>
          <a:xfrm>
            <a:off x="548640" y="4297410"/>
            <a:ext cx="11091672" cy="930000"/>
          </a:xfrm>
          <a:prstGeom prst="roundRect">
            <a:avLst>
              <a:gd name="adj" fmla="val 6000"/>
            </a:avLst>
          </a:prstGeom>
          <a:solidFill>
            <a:srgbClr val="16113A"/>
          </a:solidFill>
          <a:ln w="12700">
            <a:solidFill>
              <a:srgbClr val="5B3FD6"/>
            </a:solidFill>
          </a:ln>
        </p:spPr>
        <p:txBody>
          <a:bodyPr wrap="square" lIns="73152" tIns="36576" rIns="73152" bIns="36576" rtlCol="0" anchor="ctr"/>
          <a:lstStyle/>
          <a:p>
            <a:pPr algn="ctr"/>
            <a:endParaRPr lang="en-IN"/>
          </a:p>
        </p:txBody>
      </p:sp>
      <p:sp>
        <p:nvSpPr>
          <p:cNvPr id="17" name="Oval 17"/>
          <p:cNvSpPr/>
          <p:nvPr/>
        </p:nvSpPr>
        <p:spPr>
          <a:xfrm>
            <a:off x="685800" y="444237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18" name="Picture 18" descr="FaChartLine icon"/>
          <p:cNvPicPr>
            <a:picLocks noChangeAspect="1"/>
          </p:cNvPicPr>
          <p:nvPr/>
        </p:nvPicPr>
        <p:blipFill>
          <a:blip r:embed="rId7"/>
          <a:stretch>
            <a:fillRect/>
          </a:stretch>
        </p:blipFill>
        <p:spPr>
          <a:xfrm>
            <a:off x="839419" y="4595989"/>
            <a:ext cx="332841" cy="332841"/>
          </a:xfrm>
          <a:prstGeom prst="rect">
            <a:avLst/>
          </a:prstGeom>
        </p:spPr>
      </p:pic>
      <p:sp>
        <p:nvSpPr>
          <p:cNvPr id="19" name="TextBox 19"/>
          <p:cNvSpPr txBox="1"/>
          <p:nvPr/>
        </p:nvSpPr>
        <p:spPr>
          <a:xfrm>
            <a:off x="1463040" y="4297410"/>
            <a:ext cx="10091672" cy="930000"/>
          </a:xfrm>
          <a:prstGeom prst="rect">
            <a:avLst/>
          </a:prstGeom>
          <a:noFill/>
        </p:spPr>
        <p:txBody>
          <a:bodyPr wrap="square" lIns="45720" tIns="27432" rIns="45720" bIns="27432" anchor="ctr">
            <a:noAutofit/>
          </a:bodyPr>
          <a:lstStyle/>
          <a:p>
            <a:pPr algn="l">
              <a:spcAft>
                <a:spcPts val="200"/>
              </a:spcAft>
              <a:buNone/>
            </a:pPr>
            <a:r>
              <a:rPr lang="en-IN" sz="1600" b="1" i="0" dirty="0">
                <a:solidFill>
                  <a:srgbClr val="B9A5FF"/>
                </a:solidFill>
                <a:latin typeface="Times New Roman"/>
                <a:cs typeface="Times New Roman"/>
              </a:rPr>
              <a:t>Financial markets</a:t>
            </a:r>
          </a:p>
          <a:p>
            <a:pPr algn="l">
              <a:spcAft>
                <a:spcPts val="0"/>
              </a:spcAft>
              <a:buNone/>
            </a:pPr>
            <a:r>
              <a:rPr lang="en-IN" sz="1900" b="0" i="0" dirty="0">
                <a:solidFill>
                  <a:srgbClr val="FFFFFF"/>
                </a:solidFill>
                <a:latin typeface="Times New Roman"/>
                <a:cs typeface="Times New Roman"/>
              </a:rPr>
              <a:t>AI, blockchain and fintech are transforming financial markets.</a:t>
            </a:r>
          </a:p>
        </p:txBody>
      </p:sp>
      <p:sp>
        <p:nvSpPr>
          <p:cNvPr id="20" name="Rounded Rectangle 20"/>
          <p:cNvSpPr/>
          <p:nvPr/>
        </p:nvSpPr>
        <p:spPr>
          <a:xfrm>
            <a:off x="548640" y="5333640"/>
            <a:ext cx="11091672" cy="930000"/>
          </a:xfrm>
          <a:prstGeom prst="roundRect">
            <a:avLst>
              <a:gd name="adj" fmla="val 6000"/>
            </a:avLst>
          </a:prstGeom>
          <a:solidFill>
            <a:srgbClr val="16113A"/>
          </a:solidFill>
          <a:ln w="12700">
            <a:solidFill>
              <a:srgbClr val="FFC857"/>
            </a:solidFill>
          </a:ln>
        </p:spPr>
        <p:txBody>
          <a:bodyPr wrap="square" lIns="73152" tIns="36576" rIns="73152" bIns="36576" rtlCol="0" anchor="ctr"/>
          <a:lstStyle/>
          <a:p>
            <a:pPr algn="ctr"/>
            <a:endParaRPr lang="en-IN"/>
          </a:p>
        </p:txBody>
      </p:sp>
      <p:sp>
        <p:nvSpPr>
          <p:cNvPr id="21" name="Oval 21"/>
          <p:cNvSpPr/>
          <p:nvPr/>
        </p:nvSpPr>
        <p:spPr>
          <a:xfrm>
            <a:off x="685800" y="5478600"/>
            <a:ext cx="640080" cy="640080"/>
          </a:xfrm>
          <a:prstGeom prst="ellipse">
            <a:avLst/>
          </a:prstGeom>
          <a:solidFill>
            <a:srgbClr val="7141EF"/>
          </a:solidFill>
          <a:ln>
            <a:noFill/>
          </a:ln>
        </p:spPr>
        <p:txBody>
          <a:bodyPr wrap="square" lIns="73152" tIns="36576" rIns="73152" bIns="36576" rtlCol="0" anchor="ctr"/>
          <a:lstStyle/>
          <a:p>
            <a:pPr algn="ctr"/>
            <a:endParaRPr lang="en-IN"/>
          </a:p>
        </p:txBody>
      </p:sp>
      <p:pic>
        <p:nvPicPr>
          <p:cNvPr id="22" name="Picture 22" descr="FaShieldAlt icon"/>
          <p:cNvPicPr>
            <a:picLocks noChangeAspect="1"/>
          </p:cNvPicPr>
          <p:nvPr/>
        </p:nvPicPr>
        <p:blipFill>
          <a:blip r:embed="rId8"/>
          <a:stretch>
            <a:fillRect/>
          </a:stretch>
        </p:blipFill>
        <p:spPr>
          <a:xfrm>
            <a:off x="839419" y="5632219"/>
            <a:ext cx="332841" cy="332841"/>
          </a:xfrm>
          <a:prstGeom prst="rect">
            <a:avLst/>
          </a:prstGeom>
        </p:spPr>
      </p:pic>
      <p:sp>
        <p:nvSpPr>
          <p:cNvPr id="23" name="TextBox 23"/>
          <p:cNvSpPr txBox="1"/>
          <p:nvPr/>
        </p:nvSpPr>
        <p:spPr>
          <a:xfrm>
            <a:off x="1463040" y="5333640"/>
            <a:ext cx="10091672" cy="930000"/>
          </a:xfrm>
          <a:prstGeom prst="rect">
            <a:avLst/>
          </a:prstGeom>
          <a:noFill/>
        </p:spPr>
        <p:txBody>
          <a:bodyPr wrap="square" lIns="45720" tIns="27432" rIns="45720" bIns="27432" anchor="ctr">
            <a:noAutofit/>
          </a:bodyPr>
          <a:lstStyle/>
          <a:p>
            <a:pPr algn="l">
              <a:spcAft>
                <a:spcPts val="200"/>
              </a:spcAft>
              <a:buNone/>
            </a:pPr>
            <a:r>
              <a:rPr lang="en-IN" sz="1600" b="1" i="0" dirty="0">
                <a:solidFill>
                  <a:srgbClr val="FFC857"/>
                </a:solidFill>
                <a:latin typeface="Times New Roman"/>
                <a:cs typeface="Times New Roman"/>
              </a:rPr>
              <a:t>Sustainable growth</a:t>
            </a:r>
          </a:p>
          <a:p>
            <a:pPr algn="l">
              <a:spcAft>
                <a:spcPts val="0"/>
              </a:spcAft>
              <a:buNone/>
            </a:pPr>
            <a:r>
              <a:rPr lang="en-IN" sz="1900" b="0" i="0" dirty="0">
                <a:solidFill>
                  <a:srgbClr val="FFFFFF"/>
                </a:solidFill>
                <a:latin typeface="Times New Roman"/>
                <a:cs typeface="Times New Roman"/>
              </a:rPr>
              <a:t>Cybersecurity, financial literacy and responsible regulation are essential for sustainable growth.</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3000">
        <p159:morph option="byObject"/>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5DBF1D-9B6A-E3DE-AF3F-C757690B515A}"/>
            </a:ext>
          </a:extLst>
        </p:cNvPr>
        <p:cNvGrpSpPr/>
        <p:nvPr/>
      </p:nvGrpSpPr>
      <p:grpSpPr>
        <a:xfrm>
          <a:off x="0" y="0"/>
          <a:ext cx="0" cy="0"/>
          <a:chOff x="0" y="0"/>
          <a:chExt cx="0" cy="0"/>
        </a:xfrm>
      </p:grpSpPr>
      <p:sp>
        <p:nvSpPr>
          <p:cNvPr id="25" name="Rectangle 24">
            <a:extLst>
              <a:ext uri="{FF2B5EF4-FFF2-40B4-BE49-F238E27FC236}">
                <a16:creationId xmlns:a16="http://schemas.microsoft.com/office/drawing/2014/main" id="{C6672063-E5E8-78CA-5194-19AC8F7016C3}"/>
              </a:ext>
            </a:extLst>
          </p:cNvPr>
          <p:cNvSpPr/>
          <p:nvPr/>
        </p:nvSpPr>
        <p:spPr>
          <a:xfrm>
            <a:off x="849012" y="853440"/>
            <a:ext cx="10493976" cy="2507279"/>
          </a:xfrm>
          <a:prstGeom prst="rect">
            <a:avLst/>
          </a:prstGeom>
          <a:gradFill flip="none" rotWithShape="1">
            <a:gsLst>
              <a:gs pos="3000">
                <a:srgbClr val="002060"/>
              </a:gs>
              <a:gs pos="63000">
                <a:schemeClr val="accent1">
                  <a:shade val="67500"/>
                  <a:satMod val="115000"/>
                  <a:alpha val="82000"/>
                  <a:lumMod val="100000"/>
                </a:schemeClr>
              </a:gs>
              <a:gs pos="100000">
                <a:schemeClr val="accent1">
                  <a:shade val="100000"/>
                  <a:satMod val="115000"/>
                </a:schemeClr>
              </a:gs>
            </a:gsLst>
            <a:lin ang="5400000" scaled="1"/>
            <a:tileRect/>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50000"/>
              </a:lnSpc>
            </a:pPr>
            <a:r>
              <a:rPr lang="en-IN" sz="2400" dirty="0">
                <a:latin typeface="Algerian" panose="04020705040A02060702" pitchFamily="82" charset="0"/>
              </a:rPr>
              <a:t>Thank You for your Attention</a:t>
            </a:r>
          </a:p>
          <a:p>
            <a:pPr algn="ctr">
              <a:lnSpc>
                <a:spcPct val="150000"/>
              </a:lnSpc>
            </a:pPr>
            <a:r>
              <a:rPr lang="en-IN" sz="2400" dirty="0">
                <a:latin typeface="Algerian" panose="04020705040A02060702" pitchFamily="82" charset="0"/>
              </a:rPr>
              <a:t>Question and Discussion Welcome</a:t>
            </a:r>
          </a:p>
        </p:txBody>
      </p:sp>
      <p:grpSp>
        <p:nvGrpSpPr>
          <p:cNvPr id="18" name="Group 17">
            <a:extLst>
              <a:ext uri="{FF2B5EF4-FFF2-40B4-BE49-F238E27FC236}">
                <a16:creationId xmlns:a16="http://schemas.microsoft.com/office/drawing/2014/main" id="{27BB976D-6253-F3D4-0547-A914F879DE56}"/>
              </a:ext>
            </a:extLst>
          </p:cNvPr>
          <p:cNvGrpSpPr/>
          <p:nvPr/>
        </p:nvGrpSpPr>
        <p:grpSpPr>
          <a:xfrm>
            <a:off x="-44981" y="5550449"/>
            <a:ext cx="900000" cy="900000"/>
            <a:chOff x="2019396" y="1270001"/>
            <a:chExt cx="900000" cy="900000"/>
          </a:xfrm>
        </p:grpSpPr>
        <p:sp>
          <p:nvSpPr>
            <p:cNvPr id="19" name="Oval 18">
              <a:extLst>
                <a:ext uri="{FF2B5EF4-FFF2-40B4-BE49-F238E27FC236}">
                  <a16:creationId xmlns:a16="http://schemas.microsoft.com/office/drawing/2014/main" id="{B12CBBC4-2B0B-5DCB-6BBE-11EFD030C87B}"/>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E1462D84-5D03-29DB-3D7F-763DAF0F67BB}"/>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1" name="Frame 20">
            <a:extLst>
              <a:ext uri="{FF2B5EF4-FFF2-40B4-BE49-F238E27FC236}">
                <a16:creationId xmlns:a16="http://schemas.microsoft.com/office/drawing/2014/main" id="{9037F9F2-86B8-3E3C-D844-A46B204C4B96}"/>
              </a:ext>
            </a:extLst>
          </p:cNvPr>
          <p:cNvSpPr/>
          <p:nvPr/>
        </p:nvSpPr>
        <p:spPr>
          <a:xfrm>
            <a:off x="0" y="0"/>
            <a:ext cx="12192000" cy="6858000"/>
          </a:xfrm>
          <a:prstGeom prst="fram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solidFill>
                <a:schemeClr val="tx1"/>
              </a:solidFill>
            </a:endParaRPr>
          </a:p>
        </p:txBody>
      </p:sp>
      <p:grpSp>
        <p:nvGrpSpPr>
          <p:cNvPr id="3" name="Group 2">
            <a:extLst>
              <a:ext uri="{FF2B5EF4-FFF2-40B4-BE49-F238E27FC236}">
                <a16:creationId xmlns:a16="http://schemas.microsoft.com/office/drawing/2014/main" id="{BFB9830D-01F8-5B8E-531F-97616E455526}"/>
              </a:ext>
            </a:extLst>
          </p:cNvPr>
          <p:cNvGrpSpPr/>
          <p:nvPr/>
        </p:nvGrpSpPr>
        <p:grpSpPr>
          <a:xfrm>
            <a:off x="8004599" y="5342204"/>
            <a:ext cx="1296731" cy="1233960"/>
            <a:chOff x="2019396" y="1270001"/>
            <a:chExt cx="900000" cy="900000"/>
          </a:xfrm>
        </p:grpSpPr>
        <p:sp>
          <p:nvSpPr>
            <p:cNvPr id="4" name="Oval 3">
              <a:extLst>
                <a:ext uri="{FF2B5EF4-FFF2-40B4-BE49-F238E27FC236}">
                  <a16:creationId xmlns:a16="http://schemas.microsoft.com/office/drawing/2014/main" id="{AF2A782F-E3FE-7851-302D-3F2B0D30FCD8}"/>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963BDAFB-1B4B-3598-CD81-51D59B2457B8}"/>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6" name="Group 5">
            <a:extLst>
              <a:ext uri="{FF2B5EF4-FFF2-40B4-BE49-F238E27FC236}">
                <a16:creationId xmlns:a16="http://schemas.microsoft.com/office/drawing/2014/main" id="{F50391AD-DC36-8358-975E-7ADAD44F4FFC}"/>
              </a:ext>
            </a:extLst>
          </p:cNvPr>
          <p:cNvGrpSpPr/>
          <p:nvPr/>
        </p:nvGrpSpPr>
        <p:grpSpPr>
          <a:xfrm>
            <a:off x="6387763" y="5256118"/>
            <a:ext cx="1296732" cy="1307551"/>
            <a:chOff x="2028636" y="1196737"/>
            <a:chExt cx="900000" cy="900000"/>
          </a:xfrm>
        </p:grpSpPr>
        <p:sp>
          <p:nvSpPr>
            <p:cNvPr id="7" name="Oval 6">
              <a:extLst>
                <a:ext uri="{FF2B5EF4-FFF2-40B4-BE49-F238E27FC236}">
                  <a16:creationId xmlns:a16="http://schemas.microsoft.com/office/drawing/2014/main" id="{FEBB95B7-BA03-11F4-D23A-EB2C7CD69328}"/>
                </a:ext>
              </a:extLst>
            </p:cNvPr>
            <p:cNvSpPr/>
            <p:nvPr/>
          </p:nvSpPr>
          <p:spPr>
            <a:xfrm>
              <a:off x="2028636" y="1196737"/>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 name="Oval 7">
              <a:extLst>
                <a:ext uri="{FF2B5EF4-FFF2-40B4-BE49-F238E27FC236}">
                  <a16:creationId xmlns:a16="http://schemas.microsoft.com/office/drawing/2014/main" id="{347DD2C9-66BC-6F95-C8D6-62480B9EB280}"/>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 name="Group 8">
            <a:extLst>
              <a:ext uri="{FF2B5EF4-FFF2-40B4-BE49-F238E27FC236}">
                <a16:creationId xmlns:a16="http://schemas.microsoft.com/office/drawing/2014/main" id="{168BB48A-DC00-C250-F978-24A067482973}"/>
              </a:ext>
            </a:extLst>
          </p:cNvPr>
          <p:cNvGrpSpPr/>
          <p:nvPr/>
        </p:nvGrpSpPr>
        <p:grpSpPr>
          <a:xfrm>
            <a:off x="4799268" y="5251648"/>
            <a:ext cx="1296732" cy="1324945"/>
            <a:chOff x="2019396" y="1270001"/>
            <a:chExt cx="900000" cy="900000"/>
          </a:xfrm>
        </p:grpSpPr>
        <p:sp>
          <p:nvSpPr>
            <p:cNvPr id="10" name="Oval 9">
              <a:extLst>
                <a:ext uri="{FF2B5EF4-FFF2-40B4-BE49-F238E27FC236}">
                  <a16:creationId xmlns:a16="http://schemas.microsoft.com/office/drawing/2014/main" id="{CE9CAFC3-6CDC-3C90-16B8-0B3D6D8DDC1E}"/>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981EF50B-424B-4144-E438-2CC66B82AB7F}"/>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 name="Group 11">
            <a:extLst>
              <a:ext uri="{FF2B5EF4-FFF2-40B4-BE49-F238E27FC236}">
                <a16:creationId xmlns:a16="http://schemas.microsoft.com/office/drawing/2014/main" id="{ED29FDEA-2BFF-35D7-615A-7E6F2E4F574C}"/>
              </a:ext>
            </a:extLst>
          </p:cNvPr>
          <p:cNvGrpSpPr/>
          <p:nvPr/>
        </p:nvGrpSpPr>
        <p:grpSpPr>
          <a:xfrm>
            <a:off x="3135697" y="5174557"/>
            <a:ext cx="1367451" cy="1392916"/>
            <a:chOff x="2019396" y="1270001"/>
            <a:chExt cx="900000" cy="900000"/>
          </a:xfrm>
        </p:grpSpPr>
        <p:sp>
          <p:nvSpPr>
            <p:cNvPr id="13" name="Oval 12">
              <a:extLst>
                <a:ext uri="{FF2B5EF4-FFF2-40B4-BE49-F238E27FC236}">
                  <a16:creationId xmlns:a16="http://schemas.microsoft.com/office/drawing/2014/main" id="{0AA806CF-63AB-1A3E-7E99-42E80411C0E2}"/>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20AF4E9B-5519-6341-70A4-BC13E4B0AB69}"/>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5" name="Group 14">
            <a:extLst>
              <a:ext uri="{FF2B5EF4-FFF2-40B4-BE49-F238E27FC236}">
                <a16:creationId xmlns:a16="http://schemas.microsoft.com/office/drawing/2014/main" id="{BF5B1AE4-21FA-ED9F-5CC3-5CA5D4848E88}"/>
              </a:ext>
            </a:extLst>
          </p:cNvPr>
          <p:cNvGrpSpPr/>
          <p:nvPr/>
        </p:nvGrpSpPr>
        <p:grpSpPr>
          <a:xfrm>
            <a:off x="1273834" y="5227543"/>
            <a:ext cx="1280537" cy="1326241"/>
            <a:chOff x="2019396" y="1270001"/>
            <a:chExt cx="900000" cy="900000"/>
          </a:xfrm>
        </p:grpSpPr>
        <p:sp>
          <p:nvSpPr>
            <p:cNvPr id="16" name="Oval 15">
              <a:extLst>
                <a:ext uri="{FF2B5EF4-FFF2-40B4-BE49-F238E27FC236}">
                  <a16:creationId xmlns:a16="http://schemas.microsoft.com/office/drawing/2014/main" id="{4E5B0334-DC76-5340-2C21-E5FA4047D477}"/>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75DC2A65-2670-EE84-926E-ECE598727290}"/>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 name="Group 1">
            <a:extLst>
              <a:ext uri="{FF2B5EF4-FFF2-40B4-BE49-F238E27FC236}">
                <a16:creationId xmlns:a16="http://schemas.microsoft.com/office/drawing/2014/main" id="{0B3624FC-1CCF-B16B-6E2A-A7DE108807F2}"/>
              </a:ext>
            </a:extLst>
          </p:cNvPr>
          <p:cNvGrpSpPr/>
          <p:nvPr/>
        </p:nvGrpSpPr>
        <p:grpSpPr>
          <a:xfrm>
            <a:off x="9621434" y="5247752"/>
            <a:ext cx="1296732" cy="1307551"/>
            <a:chOff x="2019396" y="1270001"/>
            <a:chExt cx="900000" cy="900000"/>
          </a:xfrm>
        </p:grpSpPr>
        <p:sp>
          <p:nvSpPr>
            <p:cNvPr id="22" name="Oval 21">
              <a:extLst>
                <a:ext uri="{FF2B5EF4-FFF2-40B4-BE49-F238E27FC236}">
                  <a16:creationId xmlns:a16="http://schemas.microsoft.com/office/drawing/2014/main" id="{411C37CD-7F4F-FAA4-240C-908DAA1262F7}"/>
                </a:ext>
              </a:extLst>
            </p:cNvPr>
            <p:cNvSpPr/>
            <p:nvPr/>
          </p:nvSpPr>
          <p:spPr>
            <a:xfrm>
              <a:off x="2019396" y="1270001"/>
              <a:ext cx="900000" cy="900000"/>
            </a:xfrm>
            <a:prstGeom prst="ellipse">
              <a:avLst/>
            </a:prstGeom>
            <a:solidFill>
              <a:schemeClr val="bg1"/>
            </a:solidFill>
            <a:ln>
              <a:noFill/>
            </a:ln>
            <a:effectLst>
              <a:softEdge rad="317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87C4D175-C025-CBFB-04A3-563796F2BF92}"/>
                </a:ext>
              </a:extLst>
            </p:cNvPr>
            <p:cNvSpPr/>
            <p:nvPr/>
          </p:nvSpPr>
          <p:spPr>
            <a:xfrm>
              <a:off x="2415396" y="1666001"/>
              <a:ext cx="108000" cy="108000"/>
            </a:xfrm>
            <a:prstGeom prst="ellipse">
              <a:avLst/>
            </a:prstGeom>
            <a:solidFill>
              <a:schemeClr val="bg1"/>
            </a:solidFill>
            <a:ln>
              <a:noFill/>
            </a:ln>
            <a:effectLst>
              <a:glow rad="101600">
                <a:schemeClr val="bg1">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23" name="Picture 22">
            <a:extLst>
              <a:ext uri="{FF2B5EF4-FFF2-40B4-BE49-F238E27FC236}">
                <a16:creationId xmlns:a16="http://schemas.microsoft.com/office/drawing/2014/main" id="{64087DDF-33B9-75F2-05F7-E5E385C3D04C}"/>
              </a:ext>
            </a:extLst>
          </p:cNvPr>
          <p:cNvPicPr>
            <a:picLocks noChangeAspect="1"/>
          </p:cNvPicPr>
          <p:nvPr/>
        </p:nvPicPr>
        <p:blipFill>
          <a:blip r:embed="rId2">
            <a:extLst>
              <a:ext uri="{28A0092B-C50C-407E-A947-70E740481C1C}">
                <a14:useLocalDpi xmlns:a14="http://schemas.microsoft.com/office/drawing/2010/main" val="0"/>
              </a:ext>
            </a:extLst>
          </a:blip>
          <a:srcRect t="38813"/>
          <a:stretch>
            <a:fillRect/>
          </a:stretch>
        </p:blipFill>
        <p:spPr>
          <a:xfrm>
            <a:off x="849012" y="3330239"/>
            <a:ext cx="10493976" cy="2639730"/>
          </a:xfrm>
          <a:prstGeom prst="rect">
            <a:avLst/>
          </a:prstGeom>
        </p:spPr>
      </p:pic>
    </p:spTree>
    <p:extLst>
      <p:ext uri="{BB962C8B-B14F-4D97-AF65-F5344CB8AC3E}">
        <p14:creationId xmlns:p14="http://schemas.microsoft.com/office/powerpoint/2010/main" val="184710243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8500">
        <p15:prstTrans prst="fallOve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autoRev="1" fill="hold" nodeType="withEffect">
                                  <p:stCondLst>
                                    <p:cond delay="0"/>
                                  </p:stCondLst>
                                  <p:childTnLst>
                                    <p:animMotion origin="layout" path="M 5E-6 1.48148E-6 L 0.00456 -0.7 " pathEditMode="relative" rAng="0" ptsTypes="AA">
                                      <p:cBhvr>
                                        <p:cTn id="6" dur="4000" fill="hold"/>
                                        <p:tgtEl>
                                          <p:spTgt spid="3"/>
                                        </p:tgtEl>
                                        <p:attrNameLst>
                                          <p:attrName>ppt_x</p:attrName>
                                          <p:attrName>ppt_y</p:attrName>
                                        </p:attrNameLst>
                                      </p:cBhvr>
                                      <p:rCtr x="221" y="-35000"/>
                                    </p:animMotion>
                                  </p:childTnLst>
                                </p:cTn>
                              </p:par>
                              <p:par>
                                <p:cTn id="7" presetID="42" presetClass="path" presetSubtype="0" repeatCount="indefinite" accel="50000" decel="50000" autoRev="1" fill="hold" nodeType="withEffect">
                                  <p:stCondLst>
                                    <p:cond delay="0"/>
                                  </p:stCondLst>
                                  <p:childTnLst>
                                    <p:animMotion origin="layout" path="M 5E-6 1.48148E-6 L 0.00443 -0.6125 " pathEditMode="relative" rAng="0" ptsTypes="AA">
                                      <p:cBhvr>
                                        <p:cTn id="8" dur="4000" fill="hold"/>
                                        <p:tgtEl>
                                          <p:spTgt spid="6"/>
                                        </p:tgtEl>
                                        <p:attrNameLst>
                                          <p:attrName>ppt_x</p:attrName>
                                          <p:attrName>ppt_y</p:attrName>
                                        </p:attrNameLst>
                                      </p:cBhvr>
                                      <p:rCtr x="221" y="-30625"/>
                                    </p:animMotion>
                                  </p:childTnLst>
                                </p:cTn>
                              </p:par>
                              <p:par>
                                <p:cTn id="9" presetID="42" presetClass="path" presetSubtype="0" repeatCount="indefinite" accel="50000" decel="50000" autoRev="1" fill="hold" nodeType="withEffect">
                                  <p:stCondLst>
                                    <p:cond delay="0"/>
                                  </p:stCondLst>
                                  <p:childTnLst>
                                    <p:animMotion origin="layout" path="M 4.58333E-6 1.48148E-6 L 0.00416 -0.55185 " pathEditMode="relative" rAng="0" ptsTypes="AA">
                                      <p:cBhvr>
                                        <p:cTn id="10" dur="4000" fill="hold"/>
                                        <p:tgtEl>
                                          <p:spTgt spid="9"/>
                                        </p:tgtEl>
                                        <p:attrNameLst>
                                          <p:attrName>ppt_x</p:attrName>
                                          <p:attrName>ppt_y</p:attrName>
                                        </p:attrNameLst>
                                      </p:cBhvr>
                                      <p:rCtr x="208" y="-27593"/>
                                    </p:animMotion>
                                  </p:childTnLst>
                                </p:cTn>
                              </p:par>
                              <p:par>
                                <p:cTn id="11" presetID="42" presetClass="path" presetSubtype="0" repeatCount="indefinite" accel="50000" decel="50000" autoRev="1" fill="hold" nodeType="withEffect">
                                  <p:stCondLst>
                                    <p:cond delay="0"/>
                                  </p:stCondLst>
                                  <p:childTnLst>
                                    <p:animMotion origin="layout" path="M 4.58333E-6 1.48148E-6 L 0.00455 -0.49097 " pathEditMode="relative" rAng="0" ptsTypes="AA">
                                      <p:cBhvr>
                                        <p:cTn id="12" dur="4000" fill="hold"/>
                                        <p:tgtEl>
                                          <p:spTgt spid="12"/>
                                        </p:tgtEl>
                                        <p:attrNameLst>
                                          <p:attrName>ppt_x</p:attrName>
                                          <p:attrName>ppt_y</p:attrName>
                                        </p:attrNameLst>
                                      </p:cBhvr>
                                      <p:rCtr x="221" y="-24560"/>
                                    </p:animMotion>
                                  </p:childTnLst>
                                </p:cTn>
                              </p:par>
                              <p:par>
                                <p:cTn id="13" presetID="42" presetClass="path" presetSubtype="0" repeatCount="indefinite" accel="50000" decel="50000" autoRev="1" fill="hold" nodeType="withEffect">
                                  <p:stCondLst>
                                    <p:cond delay="0"/>
                                  </p:stCondLst>
                                  <p:childTnLst>
                                    <p:animMotion origin="layout" path="M 4.58333E-6 1.48148E-6 L 0.00442 -0.44213 " pathEditMode="relative" rAng="0" ptsTypes="AA">
                                      <p:cBhvr>
                                        <p:cTn id="14" dur="4000" fill="hold"/>
                                        <p:tgtEl>
                                          <p:spTgt spid="15"/>
                                        </p:tgtEl>
                                        <p:attrNameLst>
                                          <p:attrName>ppt_x</p:attrName>
                                          <p:attrName>ppt_y</p:attrName>
                                        </p:attrNameLst>
                                      </p:cBhvr>
                                      <p:rCtr x="221" y="-22106"/>
                                    </p:animMotion>
                                  </p:childTnLst>
                                </p:cTn>
                              </p:par>
                              <p:par>
                                <p:cTn id="15" presetID="42" presetClass="path" presetSubtype="0" repeatCount="indefinite" accel="50000" decel="50000" autoRev="1" fill="hold" nodeType="withEffect">
                                  <p:stCondLst>
                                    <p:cond delay="0"/>
                                  </p:stCondLst>
                                  <p:childTnLst>
                                    <p:animMotion origin="layout" path="M -3.125E-6 1.48148E-6 L -3.125E-6 -0.06551 " pathEditMode="relative" rAng="0" ptsTypes="AA">
                                      <p:cBhvr>
                                        <p:cTn id="16" dur="4000" fill="hold"/>
                                        <p:tgtEl>
                                          <p:spTgt spid="18"/>
                                        </p:tgtEl>
                                        <p:attrNameLst>
                                          <p:attrName>ppt_x</p:attrName>
                                          <p:attrName>ppt_y</p:attrName>
                                        </p:attrNameLst>
                                      </p:cBhvr>
                                      <p:rCtr x="0" y="-3287"/>
                                    </p:animMotion>
                                  </p:childTnLst>
                                </p:cTn>
                              </p:par>
                              <p:par>
                                <p:cTn id="17" presetID="42" presetClass="path" presetSubtype="0" repeatCount="indefinite" accel="50000" decel="50000" autoRev="1" fill="hold" nodeType="withEffect">
                                  <p:stCondLst>
                                    <p:cond delay="0"/>
                                  </p:stCondLst>
                                  <p:childTnLst>
                                    <p:animMotion origin="layout" path="M 5E-6 1.48148E-6 L 0.00443 -0.6125 " pathEditMode="relative" rAng="0" ptsTypes="AA">
                                      <p:cBhvr>
                                        <p:cTn id="18" dur="4000" fill="hold"/>
                                        <p:tgtEl>
                                          <p:spTgt spid="2"/>
                                        </p:tgtEl>
                                        <p:attrNameLst>
                                          <p:attrName>ppt_x</p:attrName>
                                          <p:attrName>ppt_y</p:attrName>
                                        </p:attrNameLst>
                                      </p:cBhvr>
                                      <p:rCtr x="221" y="-3062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ne Skill Inter">
      <a:majorFont>
        <a:latin typeface="Inter Tight"/>
        <a:ea typeface=""/>
        <a:cs typeface=""/>
      </a:majorFont>
      <a:minorFont>
        <a:latin typeface="Inter"/>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746</TotalTime>
  <Words>1962</Words>
  <Application>Microsoft Office PowerPoint</Application>
  <PresentationFormat>Widescreen</PresentationFormat>
  <Paragraphs>253</Paragraphs>
  <Slides>17</Slides>
  <Notes>15</Notes>
  <HiddenSlides>0</HiddenSlides>
  <MMClips>0</MMClips>
  <ScaleCrop>false</ScaleCrop>
  <HeadingPairs>
    <vt:vector size="6" baseType="variant">
      <vt:variant>
        <vt:lpstr>Fonts Used</vt:lpstr>
      </vt:variant>
      <vt:variant>
        <vt:i4>8</vt:i4>
      </vt:variant>
      <vt:variant>
        <vt:lpstr>Theme</vt:lpstr>
      </vt:variant>
      <vt:variant>
        <vt:i4>3</vt:i4>
      </vt:variant>
      <vt:variant>
        <vt:lpstr>Slide Titles</vt:lpstr>
      </vt:variant>
      <vt:variant>
        <vt:i4>17</vt:i4>
      </vt:variant>
    </vt:vector>
  </HeadingPairs>
  <TitlesOfParts>
    <vt:vector size="28" baseType="lpstr">
      <vt:lpstr>Algerian</vt:lpstr>
      <vt:lpstr>Arial</vt:lpstr>
      <vt:lpstr>Arial Unicode MS</vt:lpstr>
      <vt:lpstr>Calibri</vt:lpstr>
      <vt:lpstr>Cambria</vt:lpstr>
      <vt:lpstr>Inter</vt:lpstr>
      <vt:lpstr>Inter Tight</vt:lpstr>
      <vt:lpstr>Times New Roman</vt:lpstr>
      <vt:lpstr>Office Theme</vt:lpstr>
      <vt:lpstr>1_Office Theme</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Emerging Trends in Financial Services</dc:title>
  <dc:creator>One Skill</dc:creator>
  <cp:lastModifiedBy>Parvinder Pundir</cp:lastModifiedBy>
  <cp:revision>125</cp:revision>
  <dcterms:created xsi:type="dcterms:W3CDTF">2025-08-21T09:04:00Z</dcterms:created>
  <dcterms:modified xsi:type="dcterms:W3CDTF">2026-10-21T19:28:42Z</dcterms:modified>
</cp:coreProperties>
</file>